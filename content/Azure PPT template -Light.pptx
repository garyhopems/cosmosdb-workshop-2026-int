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76"/>
  </p:notesMasterIdLst>
  <p:handoutMasterIdLst>
    <p:handoutMasterId r:id="rId77"/>
  </p:handoutMasterIdLst>
  <p:sldIdLst>
    <p:sldId id="2147479564" r:id="rId5"/>
    <p:sldId id="2147479565" r:id="rId6"/>
    <p:sldId id="2147479540" r:id="rId7"/>
    <p:sldId id="2147479566" r:id="rId8"/>
    <p:sldId id="2147479577" r:id="rId9"/>
    <p:sldId id="2147479576" r:id="rId10"/>
    <p:sldId id="2147479542" r:id="rId11"/>
    <p:sldId id="2147479560" r:id="rId12"/>
    <p:sldId id="2147479567" r:id="rId13"/>
    <p:sldId id="2147479562" r:id="rId14"/>
    <p:sldId id="2147479568" r:id="rId15"/>
    <p:sldId id="2051" r:id="rId16"/>
    <p:sldId id="2147479594" r:id="rId17"/>
    <p:sldId id="2147479551" r:id="rId18"/>
    <p:sldId id="2147479547" r:id="rId19"/>
    <p:sldId id="2147479569" r:id="rId20"/>
    <p:sldId id="2147479570" r:id="rId21"/>
    <p:sldId id="2147479578" r:id="rId22"/>
    <p:sldId id="2147479561" r:id="rId23"/>
    <p:sldId id="2147479571" r:id="rId24"/>
    <p:sldId id="2147479563" r:id="rId25"/>
    <p:sldId id="2147479572" r:id="rId26"/>
    <p:sldId id="2147479573" r:id="rId27"/>
    <p:sldId id="2147479574" r:id="rId28"/>
    <p:sldId id="2147479549" r:id="rId29"/>
    <p:sldId id="2147479552" r:id="rId30"/>
    <p:sldId id="2147479553" r:id="rId31"/>
    <p:sldId id="2147479555" r:id="rId32"/>
    <p:sldId id="2147479554" r:id="rId33"/>
    <p:sldId id="2147479556" r:id="rId34"/>
    <p:sldId id="2147479558" r:id="rId35"/>
    <p:sldId id="1670" r:id="rId36"/>
    <p:sldId id="2147479595" r:id="rId37"/>
    <p:sldId id="1660" r:id="rId38"/>
    <p:sldId id="2076137992" r:id="rId39"/>
    <p:sldId id="2076137994" r:id="rId40"/>
    <p:sldId id="2076137993" r:id="rId41"/>
    <p:sldId id="1716" r:id="rId42"/>
    <p:sldId id="1524" r:id="rId43"/>
    <p:sldId id="2076138187" r:id="rId44"/>
    <p:sldId id="2076138188" r:id="rId45"/>
    <p:sldId id="2076138189" r:id="rId46"/>
    <p:sldId id="2046" r:id="rId47"/>
    <p:sldId id="2147479481" r:id="rId48"/>
    <p:sldId id="2147479482" r:id="rId49"/>
    <p:sldId id="2147479483" r:id="rId50"/>
    <p:sldId id="2147479484" r:id="rId51"/>
    <p:sldId id="2147479485" r:id="rId52"/>
    <p:sldId id="2147479559" r:id="rId53"/>
    <p:sldId id="2147479575" r:id="rId54"/>
    <p:sldId id="1531" r:id="rId55"/>
    <p:sldId id="2147479528" r:id="rId56"/>
    <p:sldId id="2147479579" r:id="rId57"/>
    <p:sldId id="2147479580" r:id="rId58"/>
    <p:sldId id="2147479581" r:id="rId59"/>
    <p:sldId id="2147479582" r:id="rId60"/>
    <p:sldId id="2147479583" r:id="rId61"/>
    <p:sldId id="2147479584" r:id="rId62"/>
    <p:sldId id="2147479585" r:id="rId63"/>
    <p:sldId id="2147479586" r:id="rId64"/>
    <p:sldId id="2147479587" r:id="rId65"/>
    <p:sldId id="2147479588" r:id="rId66"/>
    <p:sldId id="1995" r:id="rId67"/>
    <p:sldId id="2147479538" r:id="rId68"/>
    <p:sldId id="2147479589" r:id="rId69"/>
    <p:sldId id="2147479590" r:id="rId70"/>
    <p:sldId id="2147479591" r:id="rId71"/>
    <p:sldId id="2147479592" r:id="rId72"/>
    <p:sldId id="2147479593" r:id="rId73"/>
    <p:sldId id="1941" r:id="rId74"/>
    <p:sldId id="2147479486" r:id="rId75"/>
  </p:sldIdLst>
  <p:sldSz cx="12192000" cy="6858000"/>
  <p:notesSz cx="6858000" cy="9144000"/>
  <p:embeddedFontLst>
    <p:embeddedFont>
      <p:font typeface="Segoe Sans Text" pitchFamily="2" charset="0"/>
      <p:regular r:id="rId78"/>
      <p:bold r:id="rId79"/>
      <p:italic r:id="rId80"/>
      <p:boldItalic r:id="rId81"/>
    </p:embeddedFont>
    <p:embeddedFont>
      <p:font typeface="Segoe Sans Text Semibold" pitchFamily="2" charset="0"/>
      <p:regular r:id="rId82"/>
      <p:bold r:id="rId83"/>
      <p:boldItalic r:id="rId84"/>
    </p:embeddedFont>
    <p:embeddedFont>
      <p:font typeface="Segoe UI" panose="020B0502040204020203" pitchFamily="34" charset="0"/>
      <p:regular r:id="rId85"/>
      <p:bold r:id="rId86"/>
      <p:italic r:id="rId87"/>
      <p:boldItalic r:id="rId88"/>
    </p:embeddedFont>
    <p:embeddedFont>
      <p:font typeface="Segoe UI Semibold" panose="020B0702040204020203" pitchFamily="34" charset="0"/>
      <p:regular r:id="rId89"/>
      <p:bold r:id="rId90"/>
      <p:italic r:id="rId91"/>
      <p:boldItalic r:id="rId92"/>
    </p:embeddedFont>
    <p:embeddedFont>
      <p:font typeface="Segoe UI Semilight" panose="020B0402040204020203" pitchFamily="34" charset="0"/>
      <p:regular r:id="rId93"/>
      <p:italic r:id="rId94"/>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A3DB1FAC-5739-4645-8893-9D7B3E7AD723}">
          <p14:sldIdLst>
            <p14:sldId id="2147479564"/>
            <p14:sldId id="2147479565"/>
          </p14:sldIdLst>
        </p14:section>
        <p14:section name="Title slides" id="{6BEBC51B-B88B-4AE4-8478-0F95EE84F165}">
          <p14:sldIdLst>
            <p14:sldId id="2147479540"/>
            <p14:sldId id="2147479566"/>
            <p14:sldId id="2147479577"/>
            <p14:sldId id="2147479576"/>
          </p14:sldIdLst>
        </p14:section>
        <p14:section name="Secondary title slides" id="{7D42F6A8-E6FE-41DB-BD57-5FF6C1556878}">
          <p14:sldIdLst>
            <p14:sldId id="2147479542"/>
            <p14:sldId id="2147479560"/>
            <p14:sldId id="2147479567"/>
            <p14:sldId id="2147479562"/>
            <p14:sldId id="2147479568"/>
          </p14:sldIdLst>
        </p14:section>
        <p14:section name="Agenda slides" id="{194114FB-11A9-460A-BA65-6CA85323C1BD}">
          <p14:sldIdLst>
            <p14:sldId id="2051"/>
            <p14:sldId id="2147479594"/>
            <p14:sldId id="2147479551"/>
          </p14:sldIdLst>
        </p14:section>
        <p14:section name="Section slides" id="{1588D2DD-7526-4E2A-805C-721F64D91A8E}">
          <p14:sldIdLst>
            <p14:sldId id="2147479547"/>
            <p14:sldId id="2147479569"/>
            <p14:sldId id="2147479570"/>
            <p14:sldId id="2147479578"/>
          </p14:sldIdLst>
        </p14:section>
        <p14:section name="Secondary section slides" id="{80DBFD64-B498-4BC4-B094-79D0CB308994}">
          <p14:sldIdLst>
            <p14:sldId id="2147479561"/>
            <p14:sldId id="2147479571"/>
            <p14:sldId id="2147479563"/>
            <p14:sldId id="2147479572"/>
            <p14:sldId id="2147479573"/>
            <p14:sldId id="2147479574"/>
          </p14:sldIdLst>
        </p14:section>
        <p14:section name="Demo slides" id="{6329D8B9-48F6-4A4F-9A16-F9437F6216BB}">
          <p14:sldIdLst>
            <p14:sldId id="2147479549"/>
          </p14:sldIdLst>
        </p14:section>
        <p14:section name="Charts" id="{652CA158-AFCA-4ABB-B8C2-E0292554260C}">
          <p14:sldIdLst>
            <p14:sldId id="2147479552"/>
          </p14:sldIdLst>
        </p14:section>
        <p14:section name="Quote slide" id="{B01A77B5-8462-45FD-B993-08F7F3659690}">
          <p14:sldIdLst>
            <p14:sldId id="2147479553"/>
          </p14:sldIdLst>
        </p14:section>
        <p14:section name="Screenshot slides" id="{FEB2164B-F155-42A0-B9E6-18EE0639F466}">
          <p14:sldIdLst>
            <p14:sldId id="2147479555"/>
            <p14:sldId id="2147479554"/>
          </p14:sldIdLst>
        </p14:section>
        <p14:section name="Photo slides" id="{0AF578B1-CD8A-43DA-99D3-79D4DA61F65F}">
          <p14:sldIdLst>
            <p14:sldId id="2147479556"/>
            <p14:sldId id="2147479558"/>
          </p14:sldIdLst>
        </p14:section>
        <p14:section name="Content slides" id="{D30E4385-0D75-4769-9EFE-1FB912F2332F}">
          <p14:sldIdLst>
            <p14:sldId id="1670"/>
            <p14:sldId id="2147479595"/>
            <p14:sldId id="1660"/>
            <p14:sldId id="2076137992"/>
            <p14:sldId id="2076137994"/>
            <p14:sldId id="2076137993"/>
            <p14:sldId id="1716"/>
            <p14:sldId id="1524"/>
            <p14:sldId id="2076138187"/>
            <p14:sldId id="2076138188"/>
            <p14:sldId id="2076138189"/>
            <p14:sldId id="2046"/>
          </p14:sldIdLst>
        </p14:section>
        <p14:section name="Code slides" id="{53B0085D-2114-4BF0-A10D-EF5E6122D432}">
          <p14:sldIdLst>
            <p14:sldId id="2147479481"/>
            <p14:sldId id="2147479482"/>
            <p14:sldId id="2147479483"/>
            <p14:sldId id="2147479484"/>
            <p14:sldId id="2147479485"/>
          </p14:sldIdLst>
        </p14:section>
        <p14:section name="Thank you" id="{FAEF7370-9680-4B43-B8CD-8EC3C24CF938}">
          <p14:sldIdLst>
            <p14:sldId id="2147479559"/>
            <p14:sldId id="2147479575"/>
          </p14:sldIdLst>
        </p14:section>
        <p14:section name="Notes slide" id="{8E705E22-C54D-489F-B6BB-585001DFB8EC}">
          <p14:sldIdLst>
            <p14:sldId id="1531"/>
          </p14:sldIdLst>
        </p14:section>
        <p14:section name="Closing slide" id="{FE88A283-0F5F-4847-8739-08FE95DF44A9}">
          <p14:sldIdLst>
            <p14:sldId id="2147479528"/>
          </p14:sldIdLst>
        </p14:section>
        <p14:section name="Icon library: Delete this section before publishing" id="{1B2B0870-36BF-41F5-B007-2A7A7BB49388}">
          <p14:sldIdLst>
            <p14:sldId id="2147479579"/>
            <p14:sldId id="2147479580"/>
            <p14:sldId id="2147479581"/>
            <p14:sldId id="2147479582"/>
            <p14:sldId id="2147479583"/>
            <p14:sldId id="2147479584"/>
            <p14:sldId id="2147479585"/>
            <p14:sldId id="2147479586"/>
            <p14:sldId id="2147479587"/>
            <p14:sldId id="2147479588"/>
          </p14:sldIdLst>
        </p14:section>
        <p14:section name="Guidance: Delete this section before publishing" id="{46409374-59E3-4480-A110-61206B7B6DA6}">
          <p14:sldIdLst>
            <p14:sldId id="1995"/>
            <p14:sldId id="2147479538"/>
            <p14:sldId id="2147479589"/>
            <p14:sldId id="2147479590"/>
            <p14:sldId id="2147479591"/>
            <p14:sldId id="2147479592"/>
            <p14:sldId id="2147479593"/>
            <p14:sldId id="1941"/>
            <p14:sldId id="21474794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64C"/>
    <a:srgbClr val="C03BC4"/>
    <a:srgbClr val="E8E6DF"/>
    <a:srgbClr val="F4F3F5"/>
    <a:srgbClr val="0078D4"/>
    <a:srgbClr val="F0F0F0"/>
    <a:srgbClr val="8C8279"/>
    <a:srgbClr val="FFB900"/>
    <a:srgbClr val="091F2C"/>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9" autoAdjust="0"/>
    <p:restoredTop sz="93958" autoAdjust="0"/>
  </p:normalViewPr>
  <p:slideViewPr>
    <p:cSldViewPr snapToGrid="0">
      <p:cViewPr>
        <p:scale>
          <a:sx n="104" d="100"/>
          <a:sy n="104" d="100"/>
        </p:scale>
        <p:origin x="396" y="120"/>
      </p:cViewPr>
      <p:guideLst/>
    </p:cSldViewPr>
  </p:slideViewPr>
  <p:outlineViewPr>
    <p:cViewPr>
      <p:scale>
        <a:sx n="33" d="100"/>
        <a:sy n="33" d="100"/>
      </p:scale>
      <p:origin x="0" y="-2334"/>
    </p:cViewPr>
  </p:outlineViewPr>
  <p:notesTextViewPr>
    <p:cViewPr>
      <p:scale>
        <a:sx n="3" d="2"/>
        <a:sy n="3" d="2"/>
      </p:scale>
      <p:origin x="0" y="0"/>
    </p:cViewPr>
  </p:notesTextViewPr>
  <p:sorterViewPr>
    <p:cViewPr>
      <p:scale>
        <a:sx n="66" d="100"/>
        <a:sy n="66" d="100"/>
      </p:scale>
      <p:origin x="0" y="0"/>
    </p:cViewPr>
  </p:sorterViewPr>
  <p:notesViewPr>
    <p:cSldViewPr snapToGrid="0" showGuides="1">
      <p:cViewPr varScale="1">
        <p:scale>
          <a:sx n="100" d="100"/>
          <a:sy n="100" d="100"/>
        </p:scale>
        <p:origin x="271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openxmlformats.org/officeDocument/2006/relationships/commentAuthors" Target="commen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5.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 Id="rId100"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6.fntdata"/><Relationship Id="rId98"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w="22225">
              <a:solidFill>
                <a:srgbClr val="FFF8F3"/>
              </a:solidFill>
            </a:ln>
            <a:effectLst/>
          </c:spPr>
          <c:dPt>
            <c:idx val="0"/>
            <c:bubble3D val="0"/>
            <c:spPr>
              <a:solidFill>
                <a:schemeClr val="accent1"/>
              </a:solidFill>
              <a:ln w="22225">
                <a:solidFill>
                  <a:srgbClr val="FFF8F3"/>
                </a:solidFill>
              </a:ln>
              <a:effectLst/>
            </c:spPr>
            <c:extLst>
              <c:ext xmlns:c16="http://schemas.microsoft.com/office/drawing/2014/chart" uri="{C3380CC4-5D6E-409C-BE32-E72D297353CC}">
                <c16:uniqueId val="{00000001-CE5D-45AE-B467-47CAB4BF3AD4}"/>
              </c:ext>
            </c:extLst>
          </c:dPt>
          <c:dPt>
            <c:idx val="1"/>
            <c:bubble3D val="0"/>
            <c:spPr>
              <a:solidFill>
                <a:srgbClr val="F4364C"/>
              </a:solidFill>
              <a:ln w="22225">
                <a:solidFill>
                  <a:srgbClr val="FFF8F3"/>
                </a:solidFill>
              </a:ln>
              <a:effectLst/>
            </c:spPr>
            <c:extLst>
              <c:ext xmlns:c16="http://schemas.microsoft.com/office/drawing/2014/chart" uri="{C3380CC4-5D6E-409C-BE32-E72D297353CC}">
                <c16:uniqueId val="{00000003-CE5D-45AE-B467-47CAB4BF3AD4}"/>
              </c:ext>
            </c:extLst>
          </c:dPt>
          <c:dPt>
            <c:idx val="2"/>
            <c:bubble3D val="0"/>
            <c:spPr>
              <a:solidFill>
                <a:schemeClr val="accent3"/>
              </a:solidFill>
              <a:ln w="22225">
                <a:solidFill>
                  <a:srgbClr val="FFF8F3"/>
                </a:solidFill>
              </a:ln>
              <a:effectLst/>
            </c:spPr>
            <c:extLst>
              <c:ext xmlns:c16="http://schemas.microsoft.com/office/drawing/2014/chart" uri="{C3380CC4-5D6E-409C-BE32-E72D297353CC}">
                <c16:uniqueId val="{00000005-CE5D-45AE-B467-47CAB4BF3AD4}"/>
              </c:ext>
            </c:extLst>
          </c:dPt>
          <c:dPt>
            <c:idx val="3"/>
            <c:bubble3D val="0"/>
            <c:spPr>
              <a:solidFill>
                <a:srgbClr val="C03BC4"/>
              </a:solidFill>
              <a:ln w="22225">
                <a:solidFill>
                  <a:srgbClr val="FFF8F3"/>
                </a:solidFill>
              </a:ln>
              <a:effectLst/>
            </c:spPr>
            <c:extLst>
              <c:ext xmlns:c16="http://schemas.microsoft.com/office/drawing/2014/chart" uri="{C3380CC4-5D6E-409C-BE32-E72D297353CC}">
                <c16:uniqueId val="{00000007-CE5D-45AE-B467-47CAB4BF3AD4}"/>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CE5D-45AE-B467-47CAB4BF3AD4}"/>
            </c:ext>
          </c:extLst>
        </c:ser>
        <c:dLbls>
          <c:showLegendKey val="0"/>
          <c:showVal val="0"/>
          <c:showCatName val="0"/>
          <c:showSerName val="0"/>
          <c:showPercent val="0"/>
          <c:showBubbleSize val="0"/>
          <c:showLeaderLines val="1"/>
        </c:dLbls>
        <c:firstSliceAng val="0"/>
        <c:holeSize val="52"/>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3C4-4C71-825D-847CE33C8016}"/>
            </c:ext>
          </c:extLst>
        </c:ser>
        <c:ser>
          <c:idx val="1"/>
          <c:order val="1"/>
          <c:tx>
            <c:strRef>
              <c:f>Sheet1!$C$1</c:f>
              <c:strCache>
                <c:ptCount val="1"/>
                <c:pt idx="0">
                  <c:v>Series 2</c:v>
                </c:pt>
              </c:strCache>
            </c:strRef>
          </c:tx>
          <c:spPr>
            <a:solidFill>
              <a:srgbClr val="F4364C"/>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3C4-4C71-825D-847CE33C801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3C4-4C71-825D-847CE33C8016}"/>
            </c:ext>
          </c:extLst>
        </c:ser>
        <c:dLbls>
          <c:showLegendKey val="0"/>
          <c:showVal val="0"/>
          <c:showCatName val="0"/>
          <c:showSerName val="0"/>
          <c:showPercent val="0"/>
          <c:showBubbleSize val="0"/>
        </c:dLbls>
        <c:gapWidth val="219"/>
        <c:overlap val="-27"/>
        <c:axId val="531675007"/>
        <c:axId val="531668351"/>
      </c:barChart>
      <c:catAx>
        <c:axId val="531675007"/>
        <c:scaling>
          <c:orientation val="minMax"/>
        </c:scaling>
        <c:delete val="1"/>
        <c:axPos val="b"/>
        <c:numFmt formatCode="General" sourceLinked="1"/>
        <c:majorTickMark val="none"/>
        <c:minorTickMark val="none"/>
        <c:tickLblPos val="nextTo"/>
        <c:crossAx val="531668351"/>
        <c:crosses val="autoZero"/>
        <c:auto val="1"/>
        <c:lblAlgn val="ctr"/>
        <c:lblOffset val="100"/>
        <c:noMultiLvlLbl val="0"/>
      </c:catAx>
      <c:valAx>
        <c:axId val="531668351"/>
        <c:scaling>
          <c:orientation val="minMax"/>
        </c:scaling>
        <c:delete val="0"/>
        <c:axPos val="l"/>
        <c:majorGridlines>
          <c:spPr>
            <a:ln w="9525" cap="flat" cmpd="sng" algn="ctr">
              <a:solidFill>
                <a:srgbClr val="B1B3B3"/>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91F2C"/>
                </a:solidFill>
                <a:latin typeface="+mn-lt"/>
                <a:ea typeface="+mn-ea"/>
                <a:cs typeface="+mn-cs"/>
              </a:defRPr>
            </a:pPr>
            <a:endParaRPr lang="en-US"/>
          </a:p>
        </c:txPr>
        <c:crossAx val="5316750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5/26/2026 9:21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5/26/2026 9:20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072DC8-D49D-432C-9D46-A7718B5F5490}" type="datetime8">
              <a:rPr lang="en-US" smtClean="0"/>
              <a:t>5/26/2026 9:20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251662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072DC8-D49D-432C-9D46-A7718B5F5490}" type="datetime8">
              <a:rPr lang="en-US" smtClean="0"/>
              <a:t>5/26/2026 9:20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51561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321245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5/26/2026 9:20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5/26/2026 9:20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601089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93479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774254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95388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A5CD2277-7C1A-43CA-8676-87B24AD584BD}" type="datetime8">
              <a:rPr lang="en-US" smtClean="0"/>
              <a:t>5/26/2026 9:21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2389542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49B14B72-BE03-4760-B747-D349DA60D861}" type="datetime8">
              <a:rPr lang="en-US" smtClean="0"/>
              <a:t>5/26/2026 9:21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2470583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49B14B72-BE03-4760-B747-D349DA60D861}" type="datetime8">
              <a:rPr lang="en-US" smtClean="0"/>
              <a:t>5/26/2026 9:21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1565198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424020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3542145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1162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44</a:t>
            </a:fld>
            <a:endParaRPr lang="en-US" dirty="0"/>
          </a:p>
        </p:txBody>
      </p:sp>
      <p:sp>
        <p:nvSpPr>
          <p:cNvPr id="10" name="Date Placeholder 9"/>
          <p:cNvSpPr>
            <a:spLocks noGrp="1"/>
          </p:cNvSpPr>
          <p:nvPr>
            <p:ph type="dt" idx="13"/>
          </p:nvPr>
        </p:nvSpPr>
        <p:spPr/>
        <p:txBody>
          <a:bodyPr/>
          <a:lstStyle/>
          <a:p>
            <a:fld id="{D44C3489-8257-4E60-994D-6A5CEE67ED71}" type="datetime8">
              <a:rPr lang="en-US" smtClean="0"/>
              <a:t>5/26/2026 9:21 AM</a:t>
            </a:fld>
            <a:endParaRPr lang="en-US" dirty="0"/>
          </a:p>
        </p:txBody>
      </p:sp>
      <p:sp>
        <p:nvSpPr>
          <p:cNvPr id="4" name="Footer Placeholder 3"/>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5" name="Header Placeholder 4"/>
          <p:cNvSpPr>
            <a:spLocks noGrp="1"/>
          </p:cNvSpPr>
          <p:nvPr>
            <p:ph type="hdr" sz="quarter" idx="15"/>
          </p:nvPr>
        </p:nvSpPr>
        <p:spPr/>
        <p:txBody>
          <a:bodyPr/>
          <a:lstStyle/>
          <a:p>
            <a:endParaRPr lang="en-US" dirty="0"/>
          </a:p>
        </p:txBody>
      </p:sp>
    </p:spTree>
    <p:extLst>
      <p:ext uri="{BB962C8B-B14F-4D97-AF65-F5344CB8AC3E}">
        <p14:creationId xmlns:p14="http://schemas.microsoft.com/office/powerpoint/2010/main" val="290915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45</a:t>
            </a:fld>
            <a:endParaRPr lang="en-US"/>
          </a:p>
        </p:txBody>
      </p:sp>
    </p:spTree>
    <p:extLst>
      <p:ext uri="{BB962C8B-B14F-4D97-AF65-F5344CB8AC3E}">
        <p14:creationId xmlns:p14="http://schemas.microsoft.com/office/powerpoint/2010/main" val="4244735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46</a:t>
            </a:fld>
            <a:endParaRPr lang="en-US"/>
          </a:p>
        </p:txBody>
      </p:sp>
    </p:spTree>
    <p:extLst>
      <p:ext uri="{BB962C8B-B14F-4D97-AF65-F5344CB8AC3E}">
        <p14:creationId xmlns:p14="http://schemas.microsoft.com/office/powerpoint/2010/main" val="3822197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47</a:t>
            </a:fld>
            <a:endParaRPr lang="en-US"/>
          </a:p>
        </p:txBody>
      </p:sp>
    </p:spTree>
    <p:extLst>
      <p:ext uri="{BB962C8B-B14F-4D97-AF65-F5344CB8AC3E}">
        <p14:creationId xmlns:p14="http://schemas.microsoft.com/office/powerpoint/2010/main" val="627667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3274652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C0CB9372-CA2B-44D2-90ED-A4A158EB6F2D}" type="datetime8">
              <a:rPr lang="en-US" smtClean="0">
                <a:solidFill>
                  <a:prstClr val="black"/>
                </a:solidFill>
              </a:rPr>
              <a:t>5/26/2026 9:21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51</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479425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54A7B7B7-C694-4FC8-B0BD-20DAA0A272F9}" type="datetime8">
              <a:rPr lang="en-US" smtClean="0"/>
              <a:t>5/26/2026 9:21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t>63</a:t>
            </a:fld>
            <a:endParaRPr lang="en-US" dirty="0"/>
          </a:p>
        </p:txBody>
      </p:sp>
    </p:spTree>
    <p:extLst>
      <p:ext uri="{BB962C8B-B14F-4D97-AF65-F5344CB8AC3E}">
        <p14:creationId xmlns:p14="http://schemas.microsoft.com/office/powerpoint/2010/main" val="103154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5079D02-5D34-4786-9834-A1F44E52D53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Date Placeholder 4">
            <a:extLst>
              <a:ext uri="{FF2B5EF4-FFF2-40B4-BE49-F238E27FC236}">
                <a16:creationId xmlns:a16="http://schemas.microsoft.com/office/drawing/2014/main" id="{58E3CE72-94EE-4689-AB80-A0CFFB93F1EA}"/>
              </a:ext>
            </a:extLst>
          </p:cNvPr>
          <p:cNvSpPr>
            <a:spLocks noGrp="1"/>
          </p:cNvSpPr>
          <p:nvPr>
            <p:ph type="dt" idx="1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80C6978-FA11-423D-8FDA-CB59A4787224}"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5/26/2026 9:21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6" name="Footer Placeholder 5">
            <a:extLst>
              <a:ext uri="{FF2B5EF4-FFF2-40B4-BE49-F238E27FC236}">
                <a16:creationId xmlns:a16="http://schemas.microsoft.com/office/drawing/2014/main" id="{1AF229CA-F1E4-48C0-AD59-34CCFB3BE2A2}"/>
              </a:ext>
            </a:extLst>
          </p:cNvPr>
          <p:cNvSpPr>
            <a:spLocks noGrp="1"/>
          </p:cNvSpPr>
          <p:nvPr>
            <p:ph type="ftr" sz="quarter" idx="12"/>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7" name="Header Placeholder 6">
            <a:extLst>
              <a:ext uri="{FF2B5EF4-FFF2-40B4-BE49-F238E27FC236}">
                <a16:creationId xmlns:a16="http://schemas.microsoft.com/office/drawing/2014/main" id="{1C7DFC74-16C9-4146-B136-C825DE01E4DA}"/>
              </a:ext>
            </a:extLst>
          </p:cNvPr>
          <p:cNvSpPr>
            <a:spLocks noGrp="1"/>
          </p:cNvSpPr>
          <p:nvPr>
            <p:ph type="hdr" sz="quarter" idx="1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37561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Date Placeholder 5"/>
          <p:cNvSpPr>
            <a:spLocks noGrp="1"/>
          </p:cNvSpPr>
          <p:nvPr>
            <p:ph type="dt" idx="12"/>
          </p:nvPr>
        </p:nvSpPr>
        <p:spPr/>
        <p:txBody>
          <a:bodyPr/>
          <a:lstStyle/>
          <a:p>
            <a:fld id="{353CB5B1-3D40-4389-814A-A3E0AEC8E2FF}" type="datetime8">
              <a:rPr lang="en-US" smtClean="0"/>
              <a:t>5/26/2026 9:21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70</a:t>
            </a:fld>
            <a:endParaRPr lang="en-US" dirty="0"/>
          </a:p>
        </p:txBody>
      </p:sp>
      <p:sp>
        <p:nvSpPr>
          <p:cNvPr id="8" name="Footer Placeholder 7">
            <a:extLst>
              <a:ext uri="{FF2B5EF4-FFF2-40B4-BE49-F238E27FC236}">
                <a16:creationId xmlns:a16="http://schemas.microsoft.com/office/drawing/2014/main" id="{AB0A3098-74CE-4AF5-9C5C-C2A7A2AE65A8}"/>
              </a:ext>
            </a:extLst>
          </p:cNvPr>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E0F78483-C1B0-470C-ACDF-3FFAE031C6ED}"/>
              </a:ext>
            </a:extLst>
          </p:cNvPr>
          <p:cNvSpPr>
            <a:spLocks noGrp="1"/>
          </p:cNvSpPr>
          <p:nvPr>
            <p:ph type="hdr" sz="quarter" idx="15"/>
          </p:nvPr>
        </p:nvSpPr>
        <p:spPr/>
        <p:txBody>
          <a:bodyPr/>
          <a:lstStyle/>
          <a:p>
            <a:endParaRPr lang="en-US" dirty="0"/>
          </a:p>
        </p:txBody>
      </p:sp>
    </p:spTree>
    <p:extLst>
      <p:ext uri="{BB962C8B-B14F-4D97-AF65-F5344CB8AC3E}">
        <p14:creationId xmlns:p14="http://schemas.microsoft.com/office/powerpoint/2010/main" val="379290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5/26/2026 9:21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71</a:t>
            </a:fld>
            <a:endParaRPr lang="en-US" dirty="0"/>
          </a:p>
        </p:txBody>
      </p:sp>
    </p:spTree>
    <p:extLst>
      <p:ext uri="{BB962C8B-B14F-4D97-AF65-F5344CB8AC3E}">
        <p14:creationId xmlns:p14="http://schemas.microsoft.com/office/powerpoint/2010/main" val="8107051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Master" Target="../slideMasters/slideMaster1.xml"/><Relationship Id="rId4" Type="http://schemas.openxmlformats.org/officeDocument/2006/relationships/image" Target="../media/image22.jp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3.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4.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bg1"/>
                </a:solidFill>
                <a:latin typeface="+mj-lt"/>
              </a:rPr>
              <a:t>Microsoft Azure</a:t>
            </a:r>
          </a:p>
        </p:txBody>
      </p:sp>
    </p:spTree>
    <p:extLst>
      <p:ext uri="{BB962C8B-B14F-4D97-AF65-F5344CB8AC3E}">
        <p14:creationId xmlns:p14="http://schemas.microsoft.com/office/powerpoint/2010/main" val="11579971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1374624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_Ellips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0602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687191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656112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842940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Title Slide_Hex">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745652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25474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582576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Slide_Wa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168943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Title Slide_Wa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9040543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553998"/>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3150414"/>
            <a:ext cx="3182027" cy="553998"/>
          </a:xfrm>
        </p:spPr>
        <p:txBody>
          <a:bodyPr anchor="ct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1" name="Text Placeholder 7">
            <a:extLst>
              <a:ext uri="{FF2B5EF4-FFF2-40B4-BE49-F238E27FC236}">
                <a16:creationId xmlns:a16="http://schemas.microsoft.com/office/drawing/2014/main" id="{5A9E3DC6-0200-3CE4-7835-ED50F3E13E61}"/>
              </a:ext>
            </a:extLst>
          </p:cNvPr>
          <p:cNvSpPr>
            <a:spLocks noGrp="1"/>
          </p:cNvSpPr>
          <p:nvPr>
            <p:ph type="body" sz="quarter" idx="14"/>
          </p:nvPr>
        </p:nvSpPr>
        <p:spPr>
          <a:xfrm>
            <a:off x="58420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2" name="Text Placeholder 7">
            <a:extLst>
              <a:ext uri="{FF2B5EF4-FFF2-40B4-BE49-F238E27FC236}">
                <a16:creationId xmlns:a16="http://schemas.microsoft.com/office/drawing/2014/main" id="{ACB6CA31-7E98-F14E-3A62-936E75E64EF8}"/>
              </a:ext>
            </a:extLst>
          </p:cNvPr>
          <p:cNvSpPr>
            <a:spLocks noGrp="1"/>
          </p:cNvSpPr>
          <p:nvPr>
            <p:ph type="body" sz="quarter" idx="21"/>
          </p:nvPr>
        </p:nvSpPr>
        <p:spPr>
          <a:xfrm>
            <a:off x="341312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3" name="Text Placeholder 7">
            <a:extLst>
              <a:ext uri="{FF2B5EF4-FFF2-40B4-BE49-F238E27FC236}">
                <a16:creationId xmlns:a16="http://schemas.microsoft.com/office/drawing/2014/main" id="{10E3E8DA-155F-E181-093B-E46C85E41B6E}"/>
              </a:ext>
            </a:extLst>
          </p:cNvPr>
          <p:cNvSpPr>
            <a:spLocks noGrp="1"/>
          </p:cNvSpPr>
          <p:nvPr>
            <p:ph type="body" sz="quarter" idx="22"/>
          </p:nvPr>
        </p:nvSpPr>
        <p:spPr>
          <a:xfrm>
            <a:off x="624205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4" name="Text Placeholder 7">
            <a:extLst>
              <a:ext uri="{FF2B5EF4-FFF2-40B4-BE49-F238E27FC236}">
                <a16:creationId xmlns:a16="http://schemas.microsoft.com/office/drawing/2014/main" id="{E907CA24-055B-73CA-E6DC-DA2C8A21AB9D}"/>
              </a:ext>
            </a:extLst>
          </p:cNvPr>
          <p:cNvSpPr>
            <a:spLocks noGrp="1"/>
          </p:cNvSpPr>
          <p:nvPr>
            <p:ph type="body" sz="quarter" idx="23"/>
          </p:nvPr>
        </p:nvSpPr>
        <p:spPr>
          <a:xfrm>
            <a:off x="907097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0109683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172629"/>
          </a:xfrm>
        </p:spPr>
        <p:txBody>
          <a:bodyPr>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91440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chemeClr val="tx1"/>
                </a:solidFill>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6A9055D4-97E3-A1CF-916C-A8EC075BAA77}"/>
              </a:ext>
            </a:extLst>
          </p:cNvPr>
          <p:cNvSpPr>
            <a:spLocks noGrp="1"/>
          </p:cNvSpPr>
          <p:nvPr>
            <p:ph sz="quarter" idx="10"/>
          </p:nvPr>
        </p:nvSpPr>
        <p:spPr>
          <a:xfrm>
            <a:off x="584200" y="1435100"/>
            <a:ext cx="11018838" cy="1172629"/>
          </a:xfrm>
        </p:spPr>
        <p:txBody>
          <a:bodyPr>
            <a:spAutoFit/>
          </a:bodyPr>
          <a:lstStyle>
            <a:lvl1pPr marL="182880" indent="-274320">
              <a:spcAft>
                <a:spcPts val="300"/>
              </a:spcAft>
              <a:buSzPct val="80000"/>
              <a:buFont typeface="Arial" panose="020B0604020202020204" pitchFamily="34" charset="0"/>
              <a:buNone/>
              <a:defRPr>
                <a:solidFill>
                  <a:schemeClr val="tx1"/>
                </a:solidFill>
              </a:defRPr>
            </a:lvl1pPr>
            <a:lvl2pPr marL="640080" indent="-228600">
              <a:spcAft>
                <a:spcPts val="300"/>
              </a:spcAft>
              <a:buSzPct val="100000"/>
              <a:buNone/>
              <a:defRPr>
                <a:solidFill>
                  <a:schemeClr val="tx1"/>
                </a:solidFill>
              </a:defRPr>
            </a:lvl2pPr>
            <a:lvl3pPr marL="914400" indent="-18288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column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3" name="Content Placeholder 3">
            <a:extLst>
              <a:ext uri="{FF2B5EF4-FFF2-40B4-BE49-F238E27FC236}">
                <a16:creationId xmlns:a16="http://schemas.microsoft.com/office/drawing/2014/main" id="{46845391-C091-D99B-3FCC-7E088C3CFD1F}"/>
              </a:ext>
            </a:extLst>
          </p:cNvPr>
          <p:cNvSpPr>
            <a:spLocks noGrp="1"/>
          </p:cNvSpPr>
          <p:nvPr>
            <p:ph sz="quarter" idx="10"/>
          </p:nvPr>
        </p:nvSpPr>
        <p:spPr>
          <a:xfrm>
            <a:off x="584201" y="1435100"/>
            <a:ext cx="5212080" cy="1172629"/>
          </a:xfrm>
        </p:spPr>
        <p:txBody>
          <a:bodyPr wrap="square">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100584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7" name="Content Placeholder 3">
            <a:extLst>
              <a:ext uri="{FF2B5EF4-FFF2-40B4-BE49-F238E27FC236}">
                <a16:creationId xmlns:a16="http://schemas.microsoft.com/office/drawing/2014/main" id="{BEF5769C-9AA8-EBC8-D77B-374B1EE852B4}"/>
              </a:ext>
            </a:extLst>
          </p:cNvPr>
          <p:cNvSpPr>
            <a:spLocks noGrp="1"/>
          </p:cNvSpPr>
          <p:nvPr>
            <p:ph sz="quarter" idx="12"/>
          </p:nvPr>
        </p:nvSpPr>
        <p:spPr>
          <a:xfrm>
            <a:off x="6394703" y="1435100"/>
            <a:ext cx="5212080" cy="1172629"/>
          </a:xfrm>
        </p:spPr>
        <p:txBody>
          <a:bodyPr wrap="square">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100584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4E0263E5-2B37-8F59-5079-D4DE2A9D52EF}"/>
              </a:ext>
            </a:extLst>
          </p:cNvPr>
          <p:cNvSpPr>
            <a:spLocks noGrp="1"/>
          </p:cNvSpPr>
          <p:nvPr>
            <p:ph sz="quarter" idx="10"/>
          </p:nvPr>
        </p:nvSpPr>
        <p:spPr>
          <a:xfrm>
            <a:off x="584201" y="1435100"/>
            <a:ext cx="5212080" cy="1172629"/>
          </a:xfrm>
        </p:spPr>
        <p:txBody>
          <a:bodyPr wrap="square">
            <a:spAutoFit/>
          </a:bodyPr>
          <a:lstStyle>
            <a:lvl1pPr marL="0" indent="0">
              <a:spcAft>
                <a:spcPts val="300"/>
              </a:spcAft>
              <a:buSzPct val="80000"/>
              <a:buFont typeface="Arial" panose="020B0604020202020204" pitchFamily="34" charset="0"/>
              <a:buNone/>
              <a:defRPr>
                <a:solidFill>
                  <a:schemeClr val="tx1"/>
                </a:solidFill>
              </a:defRPr>
            </a:lvl1pPr>
            <a:lvl2pPr marL="411480" indent="0">
              <a:spcAft>
                <a:spcPts val="300"/>
              </a:spcAft>
              <a:buSzPct val="100000"/>
              <a:buNone/>
              <a:defRPr>
                <a:solidFill>
                  <a:schemeClr val="tx1"/>
                </a:solidFill>
              </a:defRPr>
            </a:lvl2pPr>
            <a:lvl3pPr marL="822960" indent="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1CEB1990-4849-1AFD-A4D1-89275BEAA918}"/>
              </a:ext>
            </a:extLst>
          </p:cNvPr>
          <p:cNvSpPr>
            <a:spLocks noGrp="1"/>
          </p:cNvSpPr>
          <p:nvPr>
            <p:ph sz="quarter" idx="12"/>
          </p:nvPr>
        </p:nvSpPr>
        <p:spPr>
          <a:xfrm>
            <a:off x="6394703" y="1435100"/>
            <a:ext cx="5212080" cy="1172629"/>
          </a:xfrm>
        </p:spPr>
        <p:txBody>
          <a:bodyPr wrap="square">
            <a:spAutoFit/>
          </a:bodyPr>
          <a:lstStyle>
            <a:lvl1pPr marL="0" indent="0">
              <a:spcAft>
                <a:spcPts val="300"/>
              </a:spcAft>
              <a:buSzPct val="80000"/>
              <a:buFont typeface="Arial" panose="020B0604020202020204" pitchFamily="34" charset="0"/>
              <a:buNone/>
              <a:defRPr>
                <a:solidFill>
                  <a:schemeClr val="tx1"/>
                </a:solidFill>
              </a:defRPr>
            </a:lvl1pPr>
            <a:lvl2pPr marL="411480" indent="0">
              <a:spcAft>
                <a:spcPts val="300"/>
              </a:spcAft>
              <a:buSzPct val="100000"/>
              <a:buNone/>
              <a:defRPr>
                <a:solidFill>
                  <a:schemeClr val="tx1"/>
                </a:solidFill>
              </a:defRPr>
            </a:lvl2pPr>
            <a:lvl3pPr marL="822960" indent="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111073"/>
          </a:xfrm>
        </p:spPr>
        <p:txBody>
          <a:bodyPr>
            <a:spAutoFit/>
          </a:bodyPr>
          <a:lstStyle>
            <a:lvl1pPr marL="171450" indent="-171450">
              <a:spcAft>
                <a:spcPts val="300"/>
              </a:spcAft>
              <a:buSzPct val="100000"/>
              <a:defRPr lang="en-US" sz="2400" dirty="0"/>
            </a:lvl1pPr>
            <a:lvl2pPr marL="457200" indent="-171450">
              <a:spcAft>
                <a:spcPts val="300"/>
              </a:spcAft>
              <a:defRPr lang="en-US" dirty="0"/>
            </a:lvl2pPr>
            <a:lvl3pPr marL="731520" indent="-171450">
              <a:spcAft>
                <a:spcPts val="300"/>
              </a:spcAft>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3" name="Text Placeholder 7">
            <a:extLst>
              <a:ext uri="{FF2B5EF4-FFF2-40B4-BE49-F238E27FC236}">
                <a16:creationId xmlns:a16="http://schemas.microsoft.com/office/drawing/2014/main" id="{747234F0-F579-9850-CC94-7CEBBA394DD1}"/>
              </a:ext>
            </a:extLst>
          </p:cNvPr>
          <p:cNvSpPr>
            <a:spLocks noGrp="1"/>
          </p:cNvSpPr>
          <p:nvPr>
            <p:ph type="body" sz="quarter" idx="18"/>
          </p:nvPr>
        </p:nvSpPr>
        <p:spPr>
          <a:xfrm>
            <a:off x="6387083" y="2084388"/>
            <a:ext cx="5219700" cy="1111073"/>
          </a:xfrm>
        </p:spPr>
        <p:txBody>
          <a:bodyPr>
            <a:spAutoFit/>
          </a:bodyPr>
          <a:lstStyle>
            <a:lvl1pPr marL="171450" indent="-171450">
              <a:spcAft>
                <a:spcPts val="300"/>
              </a:spcAft>
              <a:buSzPct val="100000"/>
              <a:defRPr lang="en-US" sz="2400" dirty="0"/>
            </a:lvl1pPr>
            <a:lvl2pPr marL="457200" indent="-171450">
              <a:spcAft>
                <a:spcPts val="300"/>
              </a:spcAft>
              <a:defRPr lang="en-US" dirty="0"/>
            </a:lvl2pPr>
            <a:lvl3pPr marL="731520" indent="-171450">
              <a:spcAft>
                <a:spcPts val="300"/>
              </a:spcAft>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 name="Text Placeholder 7">
            <a:extLst>
              <a:ext uri="{FF2B5EF4-FFF2-40B4-BE49-F238E27FC236}">
                <a16:creationId xmlns:a16="http://schemas.microsoft.com/office/drawing/2014/main" id="{01437EE2-BB8A-AE0A-D5F0-4BFFF727E9AF}"/>
              </a:ext>
            </a:extLst>
          </p:cNvPr>
          <p:cNvSpPr>
            <a:spLocks noGrp="1"/>
          </p:cNvSpPr>
          <p:nvPr>
            <p:ph type="body" sz="quarter" idx="19"/>
          </p:nvPr>
        </p:nvSpPr>
        <p:spPr>
          <a:xfrm>
            <a:off x="4463796"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EAF7CCD4-3874-BA45-8B78-64A32FDA6BCB}"/>
              </a:ext>
            </a:extLst>
          </p:cNvPr>
          <p:cNvSpPr>
            <a:spLocks noGrp="1"/>
          </p:cNvSpPr>
          <p:nvPr>
            <p:ph type="body" sz="quarter" idx="20"/>
          </p:nvPr>
        </p:nvSpPr>
        <p:spPr>
          <a:xfrm>
            <a:off x="8342375"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userDrawn="1">
          <p15:clr>
            <a:srgbClr val="5ACBF0"/>
          </p15:clr>
        </p15:guide>
        <p15:guide id="8" pos="4871">
          <p15:clr>
            <a:srgbClr val="5ACBF0"/>
          </p15:clr>
        </p15:guide>
        <p15:guide id="9" pos="525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0975"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 name="Text Placeholder 7">
            <a:extLst>
              <a:ext uri="{FF2B5EF4-FFF2-40B4-BE49-F238E27FC236}">
                <a16:creationId xmlns:a16="http://schemas.microsoft.com/office/drawing/2014/main" id="{3B300436-409A-5675-412D-5B5C671E00BB}"/>
              </a:ext>
            </a:extLst>
          </p:cNvPr>
          <p:cNvSpPr>
            <a:spLocks noGrp="1"/>
          </p:cNvSpPr>
          <p:nvPr>
            <p:ph type="body" sz="quarter" idx="21"/>
          </p:nvPr>
        </p:nvSpPr>
        <p:spPr>
          <a:xfrm>
            <a:off x="341312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9E3FD951-2000-FB46-4CA2-190BD7094D68}"/>
              </a:ext>
            </a:extLst>
          </p:cNvPr>
          <p:cNvSpPr>
            <a:spLocks noGrp="1"/>
          </p:cNvSpPr>
          <p:nvPr>
            <p:ph type="body" sz="quarter" idx="22"/>
          </p:nvPr>
        </p:nvSpPr>
        <p:spPr>
          <a:xfrm>
            <a:off x="624205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5" name="Text Placeholder 7">
            <a:extLst>
              <a:ext uri="{FF2B5EF4-FFF2-40B4-BE49-F238E27FC236}">
                <a16:creationId xmlns:a16="http://schemas.microsoft.com/office/drawing/2014/main" id="{97062BDE-1997-5F06-1349-F574017333E3}"/>
              </a:ext>
            </a:extLst>
          </p:cNvPr>
          <p:cNvSpPr>
            <a:spLocks noGrp="1"/>
          </p:cNvSpPr>
          <p:nvPr>
            <p:ph type="body" sz="quarter" idx="23"/>
          </p:nvPr>
        </p:nvSpPr>
        <p:spPr>
          <a:xfrm>
            <a:off x="907097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ive-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solidFill>
                  <a:schemeClr val="tx1"/>
                </a:solidFill>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Title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414"/>
            <a:ext cx="4159950" cy="1107996"/>
          </a:xfrm>
        </p:spPr>
        <p:txBody>
          <a:bodyPr anchor="ctr"/>
          <a:lstStyle>
            <a:lvl1pPr>
              <a:defRPr>
                <a:solidFill>
                  <a:schemeClr val="tx1"/>
                </a:solidFil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Title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203"/>
            <a:ext cx="4158362" cy="1107996"/>
          </a:xfrm>
        </p:spPr>
        <p:txBody>
          <a:bodyPr anchor="b"/>
          <a:lstStyle>
            <a:lvl1pPr>
              <a:defRPr>
                <a:solidFill>
                  <a:schemeClr val="tx1"/>
                </a:solidFill>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_Text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861774"/>
          </a:xfrm>
        </p:spPr>
        <p:txBody>
          <a:bodyPr anchor="t"/>
          <a:lstStyle>
            <a:lvl1pPr>
              <a:defRPr sz="2800">
                <a:solidFill>
                  <a:schemeClr val="tx1"/>
                </a:solidFill>
              </a:defRPr>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461739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128"/>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chemeClr val="tx1"/>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userDrawn="1">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chemeClr val="tx1"/>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2"/>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chemeClr val="tx1"/>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chemeClr val="tx1"/>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47"/>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92"/>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92"/>
            <a:ext cx="11018520" cy="553998"/>
          </a:xfrm>
        </p:spPr>
        <p:txBody>
          <a:bodyPr anchor="ctr"/>
          <a:lstStyle>
            <a:lvl1pPr algn="ctr">
              <a:defRPr>
                <a:solidFill>
                  <a:schemeClr val="tx1"/>
                </a:solidFill>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mai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righ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de lef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mo 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solidFill>
                  <a:schemeClr val="tx1"/>
                </a:solidFill>
              </a:defRPr>
            </a:lvl1pPr>
          </a:lstStyle>
          <a:p>
            <a:pPr lvl="0">
              <a:lnSpc>
                <a:spcPct val="90000"/>
              </a:lnSpc>
            </a:pPr>
            <a:r>
              <a:rPr lang="en-US" dirty="0"/>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642182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646414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916915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5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tx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763256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6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tx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800282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7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128351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8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21082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9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906862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0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515310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hasCustomPrompt="1"/>
          </p:nvPr>
        </p:nvSpPr>
        <p:spPr>
          <a:xfrm>
            <a:off x="7827263" y="2199576"/>
            <a:ext cx="3760470" cy="3760470"/>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ctr" anchorCtr="0">
            <a:normAutofit/>
          </a:bodyPr>
          <a:lstStyle>
            <a:lvl1pPr marL="228600" indent="-228600" algn="ctr">
              <a:buNone/>
              <a:defRPr lang="en-US" sz="1800" b="1">
                <a:solidFill>
                  <a:schemeClr val="tx1"/>
                </a:solidFill>
                <a:latin typeface="+mn-lt"/>
              </a:defRPr>
            </a:lvl1pPr>
          </a:lstStyle>
          <a:p>
            <a:pPr marL="228600" lvl="0" indent="-228600" algn="ctr"/>
            <a:r>
              <a:rPr lang="en-US" dirty="0"/>
              <a:t>Click to insert photo</a:t>
            </a:r>
          </a:p>
        </p:txBody>
      </p:sp>
      <p:sp>
        <p:nvSpPr>
          <p:cNvPr id="5" name="Text Placeholder 11">
            <a:extLst>
              <a:ext uri="{FF2B5EF4-FFF2-40B4-BE49-F238E27FC236}">
                <a16:creationId xmlns:a16="http://schemas.microsoft.com/office/drawing/2014/main" id="{4B878651-6EA0-F1DE-DDB3-D4C07A4E5942}"/>
              </a:ext>
            </a:extLst>
          </p:cNvPr>
          <p:cNvSpPr>
            <a:spLocks noGrp="1"/>
          </p:cNvSpPr>
          <p:nvPr>
            <p:ph type="body" sz="quarter" idx="17"/>
          </p:nvPr>
        </p:nvSpPr>
        <p:spPr>
          <a:xfrm>
            <a:off x="1245931" y="3206751"/>
            <a:ext cx="2706480" cy="1477328"/>
          </a:xfrm>
        </p:spPr>
        <p:txBody>
          <a:bodyPr anchor="t"/>
          <a:lstStyle>
            <a:lvl1pPr marL="0" indent="0">
              <a:spcBef>
                <a:spcPts val="0"/>
              </a:spcBef>
              <a:buNone/>
              <a:defRPr sz="3200">
                <a:solidFill>
                  <a:schemeClr val="tx1"/>
                </a:solidFill>
                <a:latin typeface="+mj-lt"/>
              </a:defRPr>
            </a:lvl1pPr>
          </a:lstStyle>
          <a:p>
            <a:pPr lvl="0"/>
            <a:r>
              <a:rPr lang="en-US"/>
              <a:t>Click to edit Master text styles</a:t>
            </a:r>
          </a:p>
        </p:txBody>
      </p:sp>
      <p:sp>
        <p:nvSpPr>
          <p:cNvPr id="10" name="Freeform: Shape 9">
            <a:extLst>
              <a:ext uri="{FF2B5EF4-FFF2-40B4-BE49-F238E27FC236}">
                <a16:creationId xmlns:a16="http://schemas.microsoft.com/office/drawing/2014/main" id="{52A3F807-DEFB-6026-D7BD-82284EB7FB76}"/>
              </a:ext>
            </a:extLst>
          </p:cNvPr>
          <p:cNvSpPr/>
          <p:nvPr/>
        </p:nvSpPr>
        <p:spPr>
          <a:xfrm>
            <a:off x="552732" y="2199576"/>
            <a:ext cx="693200" cy="604267"/>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solidFill>
            <a:schemeClr val="tx1"/>
          </a:solidFill>
          <a:ln w="6117" cap="flat">
            <a:noFill/>
            <a:prstDash val="solid"/>
            <a:miter/>
          </a:ln>
        </p:spPr>
        <p:txBody>
          <a:bodyPr rtlCol="0" anchor="ctr"/>
          <a:lstStyle/>
          <a:p>
            <a:endParaRPr lang="en-US"/>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1245931" y="4963876"/>
            <a:ext cx="270648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Quote author</a:t>
            </a:r>
          </a:p>
        </p:txBody>
      </p:sp>
    </p:spTree>
    <p:extLst>
      <p:ext uri="{BB962C8B-B14F-4D97-AF65-F5344CB8AC3E}">
        <p14:creationId xmlns:p14="http://schemas.microsoft.com/office/powerpoint/2010/main" val="17407350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creensho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lvl1pPr>
              <a:defRPr>
                <a:solidFill>
                  <a:schemeClr val="tx1"/>
                </a:solidFill>
              </a:defRPr>
            </a:lvl1pPr>
          </a:lstStyle>
          <a:p>
            <a:r>
              <a:rPr lang="en-US"/>
              <a:t>Click to edit Master title style</a:t>
            </a:r>
          </a:p>
        </p:txBody>
      </p:sp>
      <p:sp>
        <p:nvSpPr>
          <p:cNvPr id="3" name="Rectangle 2">
            <a:extLst>
              <a:ext uri="{FF2B5EF4-FFF2-40B4-BE49-F238E27FC236}">
                <a16:creationId xmlns:a16="http://schemas.microsoft.com/office/drawing/2014/main" id="{D565C022-5A4E-84F5-B51B-1431B6A0AE21}"/>
              </a:ext>
            </a:extLst>
          </p:cNvPr>
          <p:cNvSpPr/>
          <p:nvPr userDrawn="1"/>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1095685"/>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397834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Screensho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8312271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hoto slide_blu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5265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20020294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Photo slide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5265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12759012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1"/>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21474420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1"/>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1390555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nk_blue">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Notes_black">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17262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02" r:id="rId1"/>
    <p:sldLayoutId id="2147485512" r:id="rId2"/>
    <p:sldLayoutId id="2147485513" r:id="rId3"/>
    <p:sldLayoutId id="2147485510" r:id="rId4"/>
    <p:sldLayoutId id="2147485498" r:id="rId5"/>
    <p:sldLayoutId id="2147485497" r:id="rId6"/>
    <p:sldLayoutId id="2147485524" r:id="rId7"/>
    <p:sldLayoutId id="2147485515" r:id="rId8"/>
    <p:sldLayoutId id="2147485523" r:id="rId9"/>
    <p:sldLayoutId id="2147485526" r:id="rId10"/>
    <p:sldLayoutId id="2147485514" r:id="rId11"/>
    <p:sldLayoutId id="2147485527" r:id="rId12"/>
    <p:sldLayoutId id="2147485451" r:id="rId13"/>
    <p:sldLayoutId id="2147485482" r:id="rId14"/>
    <p:sldLayoutId id="2147485483" r:id="rId15"/>
    <p:sldLayoutId id="2147485503" r:id="rId16"/>
    <p:sldLayoutId id="2147485452" r:id="rId17"/>
    <p:sldLayoutId id="2147485453" r:id="rId18"/>
    <p:sldLayoutId id="2147485454" r:id="rId19"/>
    <p:sldLayoutId id="2147485455" r:id="rId20"/>
    <p:sldLayoutId id="2147485456" r:id="rId21"/>
    <p:sldLayoutId id="2147485458" r:id="rId22"/>
    <p:sldLayoutId id="2147485459" r:id="rId23"/>
    <p:sldLayoutId id="2147485460" r:id="rId24"/>
    <p:sldLayoutId id="2147485461" r:id="rId25"/>
    <p:sldLayoutId id="2147485462" r:id="rId26"/>
    <p:sldLayoutId id="2147485463" r:id="rId27"/>
    <p:sldLayoutId id="2147485465" r:id="rId28"/>
    <p:sldLayoutId id="2147485464" r:id="rId29"/>
    <p:sldLayoutId id="2147485466" r:id="rId30"/>
    <p:sldLayoutId id="2147485467" r:id="rId31"/>
    <p:sldLayoutId id="2147485468" r:id="rId32"/>
    <p:sldLayoutId id="2147485469" r:id="rId33"/>
    <p:sldLayoutId id="2147485470" r:id="rId34"/>
    <p:sldLayoutId id="2147485471" r:id="rId35"/>
    <p:sldLayoutId id="2147485472" r:id="rId36"/>
    <p:sldLayoutId id="2147485473" r:id="rId37"/>
    <p:sldLayoutId id="2147485474" r:id="rId38"/>
    <p:sldLayoutId id="2147485475" r:id="rId39"/>
    <p:sldLayoutId id="2147485476" r:id="rId40"/>
    <p:sldLayoutId id="2147485477" r:id="rId41"/>
    <p:sldLayoutId id="2147485478" r:id="rId42"/>
    <p:sldLayoutId id="2147485479" r:id="rId43"/>
    <p:sldLayoutId id="2147485480" r:id="rId44"/>
    <p:sldLayoutId id="2147485481" r:id="rId45"/>
    <p:sldLayoutId id="2147485484" r:id="rId46"/>
    <p:sldLayoutId id="2147485485" r:id="rId47"/>
    <p:sldLayoutId id="2147485486" r:id="rId48"/>
    <p:sldLayoutId id="2147485487" r:id="rId49"/>
    <p:sldLayoutId id="2147485488" r:id="rId50"/>
    <p:sldLayoutId id="2147485490" r:id="rId51"/>
    <p:sldLayoutId id="2147485491" r:id="rId52"/>
    <p:sldLayoutId id="2147485516" r:id="rId53"/>
    <p:sldLayoutId id="2147485517" r:id="rId54"/>
    <p:sldLayoutId id="2147485525" r:id="rId55"/>
    <p:sldLayoutId id="2147485499" r:id="rId56"/>
    <p:sldLayoutId id="2147485518" r:id="rId57"/>
    <p:sldLayoutId id="2147485511" r:id="rId58"/>
    <p:sldLayoutId id="2147485519" r:id="rId59"/>
    <p:sldLayoutId id="2147485520" r:id="rId60"/>
    <p:sldLayoutId id="2147485521" r:id="rId61"/>
    <p:sldLayoutId id="2147485504" r:id="rId62"/>
    <p:sldLayoutId id="2147485505" r:id="rId63"/>
    <p:sldLayoutId id="2147485506" r:id="rId64"/>
    <p:sldLayoutId id="2147485507" r:id="rId65"/>
    <p:sldLayoutId id="2147485508" r:id="rId66"/>
    <p:sldLayoutId id="2147485509" r:id="rId67"/>
    <p:sldLayoutId id="2147485522" r:id="rId68"/>
    <p:sldLayoutId id="2147485493" r:id="rId69"/>
    <p:sldLayoutId id="2147485494" r:id="rId70"/>
    <p:sldLayoutId id="2147485495" r:id="rId71"/>
    <p:sldLayoutId id="2147485496" r:id="rId7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64008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3" Type="http://schemas.openxmlformats.org/officeDocument/2006/relationships/hyperlink" Target="https://www.paciellogroup.com/resources/contrastanalyser/" TargetMode="External"/><Relationship Id="rId2" Type="http://schemas.openxmlformats.org/officeDocument/2006/relationships/notesSlide" Target="../notesSlides/notesSlide22.xml"/><Relationship Id="rId1" Type="http://schemas.openxmlformats.org/officeDocument/2006/relationships/slideLayout" Target="../slideLayouts/slideLayout27.xml"/><Relationship Id="rId5" Type="http://schemas.openxmlformats.org/officeDocument/2006/relationships/hyperlink" Target="https://microsoft.sharepoint.com/teams/BrandCentral/Guidelines/Microsoft_color_guidelines.pdf" TargetMode="External"/><Relationship Id="rId4" Type="http://schemas.openxmlformats.org/officeDocument/2006/relationships/hyperlink" Target="https://www.microsoft.com/enable/"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7.xml"/><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7.xml"/><Relationship Id="rId4" Type="http://schemas.openxmlformats.org/officeDocument/2006/relationships/image" Target="../media/image52.png"/></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7.xml"/><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www.paciellogroup.com/resources/contrastAnalyser" TargetMode="External"/><Relationship Id="rId1" Type="http://schemas.openxmlformats.org/officeDocument/2006/relationships/slideLayout" Target="../slideLayouts/slideLayout27.xml"/><Relationship Id="rId4" Type="http://schemas.openxmlformats.org/officeDocument/2006/relationships/hyperlink" Target="https://support.office.com/en-US/article/Make-your-PowerPoint-presentations-accessible-6f7772b2-2f33-4bd2-8ca7-dae3b2b3ef25"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1.jpg"/><Relationship Id="rId2" Type="http://schemas.openxmlformats.org/officeDocument/2006/relationships/notesSlide" Target="../notesSlides/notesSlide23.xml"/><Relationship Id="rId1" Type="http://schemas.openxmlformats.org/officeDocument/2006/relationships/slideLayout" Target="../slideLayouts/slideLayout27.xml"/><Relationship Id="rId6" Type="http://schemas.openxmlformats.org/officeDocument/2006/relationships/image" Target="../media/image60.jpg"/><Relationship Id="rId5" Type="http://schemas.openxmlformats.org/officeDocument/2006/relationships/image" Target="../media/image59.jpg"/><Relationship Id="rId4" Type="http://schemas.openxmlformats.org/officeDocument/2006/relationships/image" Target="../media/image58.jp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01540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1779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Event name or </a:t>
            </a:r>
            <a:br>
              <a:rPr lang="en-US" dirty="0"/>
            </a:br>
            <a:r>
              <a:rPr lang="en-US" dirty="0"/>
              <a:t>presentation title</a:t>
            </a:r>
          </a:p>
        </p:txBody>
      </p:sp>
      <p:sp>
        <p:nvSpPr>
          <p:cNvPr id="5" name="Text Placeholder 4"/>
          <p:cNvSpPr>
            <a:spLocks noGrp="1"/>
          </p:cNvSpPr>
          <p:nvPr>
            <p:ph type="body" sz="quarter" idx="12"/>
          </p:nvPr>
        </p:nvSpPr>
        <p:spPr/>
        <p:txBody>
          <a:bodyPr/>
          <a:lstStyle/>
          <a:p>
            <a:r>
              <a:rPr lang="en-US" dirty="0"/>
              <a:t>Subtitle or speaker name</a:t>
            </a:r>
          </a:p>
        </p:txBody>
      </p:sp>
    </p:spTree>
    <p:extLst>
      <p:ext uri="{BB962C8B-B14F-4D97-AF65-F5344CB8AC3E}">
        <p14:creationId xmlns:p14="http://schemas.microsoft.com/office/powerpoint/2010/main" val="5715897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8DEE-2D0B-3912-8276-F7CE6D968D14}"/>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3" name="Text Placeholder 2">
            <a:extLst>
              <a:ext uri="{FF2B5EF4-FFF2-40B4-BE49-F238E27FC236}">
                <a16:creationId xmlns:a16="http://schemas.microsoft.com/office/drawing/2014/main" id="{D284B0AB-09DA-0DFB-7305-C5AEA247F935}"/>
              </a:ext>
            </a:extLst>
          </p:cNvPr>
          <p:cNvSpPr>
            <a:spLocks noGrp="1"/>
          </p:cNvSpPr>
          <p:nvPr>
            <p:ph type="body" sz="quarter" idx="12"/>
          </p:nvPr>
        </p:nvSpPr>
        <p:spPr>
          <a:xfrm>
            <a:off x="584200" y="3962400"/>
            <a:ext cx="4978400" cy="246221"/>
          </a:xfrm>
        </p:spPr>
        <p:txBody>
          <a:bodyPr/>
          <a:lstStyle/>
          <a:p>
            <a:r>
              <a:rPr lang="en-US" dirty="0"/>
              <a:t>Subtitle or speaker name</a:t>
            </a:r>
          </a:p>
        </p:txBody>
      </p:sp>
    </p:spTree>
    <p:extLst>
      <p:ext uri="{BB962C8B-B14F-4D97-AF65-F5344CB8AC3E}">
        <p14:creationId xmlns:p14="http://schemas.microsoft.com/office/powerpoint/2010/main" val="157123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5791-1CDF-A7D3-A4F2-CF70B8E1F853}"/>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3" name="Text Placeholder 2">
            <a:extLst>
              <a:ext uri="{FF2B5EF4-FFF2-40B4-BE49-F238E27FC236}">
                <a16:creationId xmlns:a16="http://schemas.microsoft.com/office/drawing/2014/main" id="{41215BE2-09D5-DAE2-29CD-F8F58EBD933F}"/>
              </a:ext>
            </a:extLst>
          </p:cNvPr>
          <p:cNvSpPr>
            <a:spLocks noGrp="1"/>
          </p:cNvSpPr>
          <p:nvPr>
            <p:ph type="body" sz="quarter" idx="12"/>
          </p:nvPr>
        </p:nvSpPr>
        <p:spPr>
          <a:xfrm>
            <a:off x="584200" y="3962400"/>
            <a:ext cx="4978400" cy="246221"/>
          </a:xfrm>
        </p:spPr>
        <p:txBody>
          <a:bodyPr/>
          <a:lstStyle/>
          <a:p>
            <a:r>
              <a:rPr lang="en-US" dirty="0"/>
              <a:t>Subtitle or speaker name</a:t>
            </a:r>
          </a:p>
        </p:txBody>
      </p:sp>
    </p:spTree>
    <p:extLst>
      <p:ext uri="{BB962C8B-B14F-4D97-AF65-F5344CB8AC3E}">
        <p14:creationId xmlns:p14="http://schemas.microsoft.com/office/powerpoint/2010/main" val="3256002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0587-9C79-C306-65AB-5E355DB5C589}"/>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3" name="Text Placeholder 2">
            <a:extLst>
              <a:ext uri="{FF2B5EF4-FFF2-40B4-BE49-F238E27FC236}">
                <a16:creationId xmlns:a16="http://schemas.microsoft.com/office/drawing/2014/main" id="{33AFC65D-7128-B5EB-9516-06DA310C2DED}"/>
              </a:ext>
            </a:extLst>
          </p:cNvPr>
          <p:cNvSpPr>
            <a:spLocks noGrp="1"/>
          </p:cNvSpPr>
          <p:nvPr>
            <p:ph type="body" sz="quarter" idx="12"/>
          </p:nvPr>
        </p:nvSpPr>
        <p:spPr>
          <a:xfrm>
            <a:off x="584200" y="3962400"/>
            <a:ext cx="4978400" cy="246221"/>
          </a:xfrm>
        </p:spPr>
        <p:txBody>
          <a:bodyPr/>
          <a:lstStyle/>
          <a:p>
            <a:r>
              <a:rPr lang="en-US" dirty="0"/>
              <a:t>Subtitle or speaker name</a:t>
            </a:r>
          </a:p>
        </p:txBody>
      </p:sp>
    </p:spTree>
    <p:extLst>
      <p:ext uri="{BB962C8B-B14F-4D97-AF65-F5344CB8AC3E}">
        <p14:creationId xmlns:p14="http://schemas.microsoft.com/office/powerpoint/2010/main" val="56423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2918223"/>
            <a:ext cx="9144000" cy="615553"/>
          </a:xfrm>
        </p:spPr>
        <p:txBody>
          <a:bodyPr/>
          <a:lstStyle/>
          <a:p>
            <a:r>
              <a:rPr lang="en-US" dirty="0"/>
              <a:t>Event name or </a:t>
            </a:r>
            <a:br>
              <a:rPr lang="en-US" dirty="0"/>
            </a:br>
            <a:r>
              <a:rPr lang="en-US" dirty="0"/>
              <a:t>presentation title</a:t>
            </a:r>
          </a:p>
        </p:txBody>
      </p:sp>
      <p:sp>
        <p:nvSpPr>
          <p:cNvPr id="5" name="Text Placeholder 4"/>
          <p:cNvSpPr>
            <a:spLocks noGrp="1"/>
          </p:cNvSpPr>
          <p:nvPr>
            <p:ph type="body" sz="quarter" idx="12"/>
          </p:nvPr>
        </p:nvSpPr>
        <p:spPr>
          <a:xfrm>
            <a:off x="584200" y="3962400"/>
            <a:ext cx="9144000" cy="246221"/>
          </a:xfrm>
        </p:spPr>
        <p:txBody>
          <a:bodyPr/>
          <a:lstStyle/>
          <a:p>
            <a:r>
              <a:rPr lang="en-US" dirty="0"/>
              <a:t>Subtitle or speaker name</a:t>
            </a:r>
          </a:p>
        </p:txBody>
      </p:sp>
    </p:spTree>
    <p:extLst>
      <p:ext uri="{BB962C8B-B14F-4D97-AF65-F5344CB8AC3E}">
        <p14:creationId xmlns:p14="http://schemas.microsoft.com/office/powerpoint/2010/main" val="27903259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C747E-3EF0-6C50-1E18-F00C078FD677}"/>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5" name="Text Placeholder 4">
            <a:extLst>
              <a:ext uri="{FF2B5EF4-FFF2-40B4-BE49-F238E27FC236}">
                <a16:creationId xmlns:a16="http://schemas.microsoft.com/office/drawing/2014/main" id="{715541E1-4334-D1A9-FABA-2101B3358C07}"/>
              </a:ext>
            </a:extLst>
          </p:cNvPr>
          <p:cNvSpPr>
            <a:spLocks noGrp="1"/>
          </p:cNvSpPr>
          <p:nvPr>
            <p:ph type="body" sz="quarter" idx="12"/>
          </p:nvPr>
        </p:nvSpPr>
        <p:spPr>
          <a:xfrm>
            <a:off x="584200" y="3962400"/>
            <a:ext cx="4978400" cy="246221"/>
          </a:xfrm>
        </p:spPr>
        <p:txBody>
          <a:bodyPr/>
          <a:lstStyle/>
          <a:p>
            <a:r>
              <a:rPr lang="en-US" dirty="0"/>
              <a:t>Subtitle or speaker name</a:t>
            </a:r>
          </a:p>
        </p:txBody>
      </p:sp>
    </p:spTree>
    <p:extLst>
      <p:ext uri="{BB962C8B-B14F-4D97-AF65-F5344CB8AC3E}">
        <p14:creationId xmlns:p14="http://schemas.microsoft.com/office/powerpoint/2010/main" val="113378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ACAD3-FE56-35F2-6441-DF3BBB452F13}"/>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3" name="Text Placeholder 2">
            <a:extLst>
              <a:ext uri="{FF2B5EF4-FFF2-40B4-BE49-F238E27FC236}">
                <a16:creationId xmlns:a16="http://schemas.microsoft.com/office/drawing/2014/main" id="{DFC166C2-0B40-0888-8788-69306A8F8012}"/>
              </a:ext>
            </a:extLst>
          </p:cNvPr>
          <p:cNvSpPr>
            <a:spLocks noGrp="1"/>
          </p:cNvSpPr>
          <p:nvPr>
            <p:ph type="body" sz="quarter" idx="12"/>
          </p:nvPr>
        </p:nvSpPr>
        <p:spPr/>
        <p:txBody>
          <a:bodyPr/>
          <a:lstStyle/>
          <a:p>
            <a:r>
              <a:rPr lang="en-US" dirty="0"/>
              <a:t>Subtitle or speaker name</a:t>
            </a:r>
          </a:p>
        </p:txBody>
      </p:sp>
    </p:spTree>
    <p:extLst>
      <p:ext uri="{BB962C8B-B14F-4D97-AF65-F5344CB8AC3E}">
        <p14:creationId xmlns:p14="http://schemas.microsoft.com/office/powerpoint/2010/main" val="230120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C747E-3EF0-6C50-1E18-F00C078FD677}"/>
              </a:ext>
            </a:extLst>
          </p:cNvPr>
          <p:cNvSpPr>
            <a:spLocks noGrp="1"/>
          </p:cNvSpPr>
          <p:nvPr>
            <p:ph type="title"/>
          </p:nvPr>
        </p:nvSpPr>
        <p:spPr/>
        <p:txBody>
          <a:bodyPr/>
          <a:lstStyle/>
          <a:p>
            <a:r>
              <a:rPr lang="en-US" dirty="0"/>
              <a:t>Event name or </a:t>
            </a:r>
            <a:br>
              <a:rPr lang="en-US" dirty="0"/>
            </a:br>
            <a:r>
              <a:rPr lang="en-US" dirty="0"/>
              <a:t>presentation title</a:t>
            </a:r>
          </a:p>
        </p:txBody>
      </p:sp>
      <p:sp>
        <p:nvSpPr>
          <p:cNvPr id="5" name="Text Placeholder 4">
            <a:extLst>
              <a:ext uri="{FF2B5EF4-FFF2-40B4-BE49-F238E27FC236}">
                <a16:creationId xmlns:a16="http://schemas.microsoft.com/office/drawing/2014/main" id="{715541E1-4334-D1A9-FABA-2101B3358C07}"/>
              </a:ext>
            </a:extLst>
          </p:cNvPr>
          <p:cNvSpPr>
            <a:spLocks noGrp="1"/>
          </p:cNvSpPr>
          <p:nvPr>
            <p:ph type="body" sz="quarter" idx="12"/>
          </p:nvPr>
        </p:nvSpPr>
        <p:spPr/>
        <p:txBody>
          <a:bodyPr/>
          <a:lstStyle/>
          <a:p>
            <a:r>
              <a:rPr lang="en-US" dirty="0"/>
              <a:t>Subtitle or speaker name</a:t>
            </a:r>
          </a:p>
        </p:txBody>
      </p:sp>
    </p:spTree>
    <p:extLst>
      <p:ext uri="{BB962C8B-B14F-4D97-AF65-F5344CB8AC3E}">
        <p14:creationId xmlns:p14="http://schemas.microsoft.com/office/powerpoint/2010/main" val="412933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DFA4-A062-8A80-F7F8-9A5423384E26}"/>
              </a:ext>
            </a:extLst>
          </p:cNvPr>
          <p:cNvSpPr>
            <a:spLocks noGrp="1"/>
          </p:cNvSpPr>
          <p:nvPr>
            <p:ph type="title"/>
          </p:nvPr>
        </p:nvSpPr>
        <p:spPr>
          <a:xfrm>
            <a:off x="584200" y="2302670"/>
            <a:ext cx="4978400" cy="1231106"/>
          </a:xfrm>
        </p:spPr>
        <p:txBody>
          <a:bodyPr/>
          <a:lstStyle/>
          <a:p>
            <a:r>
              <a:rPr lang="en-US" dirty="0"/>
              <a:t>Event name or</a:t>
            </a:r>
            <a:br>
              <a:rPr lang="en-US" dirty="0"/>
            </a:br>
            <a:r>
              <a:rPr lang="en-US" dirty="0"/>
              <a:t>presentation title</a:t>
            </a:r>
          </a:p>
        </p:txBody>
      </p:sp>
      <p:sp>
        <p:nvSpPr>
          <p:cNvPr id="3" name="Text Placeholder 2">
            <a:extLst>
              <a:ext uri="{FF2B5EF4-FFF2-40B4-BE49-F238E27FC236}">
                <a16:creationId xmlns:a16="http://schemas.microsoft.com/office/drawing/2014/main" id="{CE771DEA-3C51-E3E1-73A0-6523A1DA2C85}"/>
              </a:ext>
            </a:extLst>
          </p:cNvPr>
          <p:cNvSpPr>
            <a:spLocks noGrp="1"/>
          </p:cNvSpPr>
          <p:nvPr>
            <p:ph type="body" sz="quarter" idx="12"/>
          </p:nvPr>
        </p:nvSpPr>
        <p:spPr/>
        <p:txBody>
          <a:bodyPr/>
          <a:lstStyle/>
          <a:p>
            <a:r>
              <a:rPr lang="en-US" dirty="0"/>
              <a:t>Subtitle or speaker name </a:t>
            </a:r>
          </a:p>
        </p:txBody>
      </p:sp>
    </p:spTree>
    <p:extLst>
      <p:ext uri="{BB962C8B-B14F-4D97-AF65-F5344CB8AC3E}">
        <p14:creationId xmlns:p14="http://schemas.microsoft.com/office/powerpoint/2010/main" val="328714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a:xfrm>
            <a:off x="585216" y="2309812"/>
            <a:ext cx="3182027" cy="3959225"/>
          </a:xfrm>
        </p:spPr>
        <p:txBody>
          <a:bodyPr/>
          <a:lstStyle/>
          <a:p>
            <a:r>
              <a:rPr lang="en-US" dirty="0"/>
              <a:t>Agenda</a:t>
            </a:r>
          </a:p>
        </p:txBody>
      </p:sp>
      <p:sp>
        <p:nvSpPr>
          <p:cNvPr id="7" name="Text Placeholder 6">
            <a:extLst>
              <a:ext uri="{FF2B5EF4-FFF2-40B4-BE49-F238E27FC236}">
                <a16:creationId xmlns:a16="http://schemas.microsoft.com/office/drawing/2014/main" id="{61F6BD0B-C4D8-42DE-A3A7-50D8219CE639}"/>
              </a:ext>
            </a:extLst>
          </p:cNvPr>
          <p:cNvSpPr>
            <a:spLocks noGrp="1"/>
          </p:cNvSpPr>
          <p:nvPr>
            <p:ph type="body" sz="quarter" idx="11"/>
          </p:nvPr>
        </p:nvSpPr>
        <p:spPr>
          <a:xfrm>
            <a:off x="4356100" y="2309812"/>
            <a:ext cx="7253288" cy="3959223"/>
          </a:xfrm>
        </p:spPr>
        <p:txBody>
          <a:bodyPr/>
          <a:lstStyle/>
          <a:p>
            <a:r>
              <a:rPr lang="en-US" dirty="0"/>
              <a:t>Click to add text</a:t>
            </a:r>
          </a:p>
        </p:txBody>
      </p:sp>
      <p:sp>
        <p:nvSpPr>
          <p:cNvPr id="2" name="TextBox 1">
            <a:extLst>
              <a:ext uri="{FF2B5EF4-FFF2-40B4-BE49-F238E27FC236}">
                <a16:creationId xmlns:a16="http://schemas.microsoft.com/office/drawing/2014/main" id="{2557C88D-F495-F8C8-43C2-1596DA9306C2}"/>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4178565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71B14A-6E78-03E4-8DE9-EE2546D34A17}"/>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2F82DCAD-7088-B01F-6F3A-8F2406AF500E}"/>
              </a:ext>
            </a:extLst>
          </p:cNvPr>
          <p:cNvSpPr>
            <a:spLocks noGrp="1"/>
          </p:cNvSpPr>
          <p:nvPr>
            <p:ph type="body" sz="quarter" idx="11"/>
          </p:nvPr>
        </p:nvSpPr>
        <p:spPr>
          <a:xfrm>
            <a:off x="4941888" y="3211969"/>
            <a:ext cx="6667500" cy="430887"/>
          </a:xfrm>
        </p:spPr>
        <p:txBody>
          <a:bodyPr/>
          <a:lstStyle/>
          <a:p>
            <a:r>
              <a:rPr lang="en-US" dirty="0"/>
              <a:t>Click to add text</a:t>
            </a:r>
          </a:p>
        </p:txBody>
      </p:sp>
      <p:sp>
        <p:nvSpPr>
          <p:cNvPr id="2" name="TextBox 1">
            <a:extLst>
              <a:ext uri="{FF2B5EF4-FFF2-40B4-BE49-F238E27FC236}">
                <a16:creationId xmlns:a16="http://schemas.microsoft.com/office/drawing/2014/main" id="{CD91FA9C-18AA-AD3A-1732-8EB09F6BD9DC}"/>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15078191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DDD6D6-8DC6-CB3B-1E05-7209E452F4D9}"/>
              </a:ext>
            </a:extLst>
          </p:cNvPr>
          <p:cNvSpPr>
            <a:spLocks noGrp="1"/>
          </p:cNvSpPr>
          <p:nvPr>
            <p:ph type="title"/>
          </p:nvPr>
        </p:nvSpPr>
        <p:spPr>
          <a:xfrm>
            <a:off x="588263" y="457200"/>
            <a:ext cx="11018520" cy="553998"/>
          </a:xfrm>
        </p:spPr>
        <p:txBody>
          <a:bodyPr/>
          <a:lstStyle/>
          <a:p>
            <a:r>
              <a:rPr lang="en-US" dirty="0"/>
              <a:t>Agenda</a:t>
            </a:r>
          </a:p>
        </p:txBody>
      </p:sp>
      <p:sp>
        <p:nvSpPr>
          <p:cNvPr id="7" name="Text Placeholder 6">
            <a:extLst>
              <a:ext uri="{FF2B5EF4-FFF2-40B4-BE49-F238E27FC236}">
                <a16:creationId xmlns:a16="http://schemas.microsoft.com/office/drawing/2014/main" id="{379CEE0A-7EDB-60F2-96C7-48025D3776A2}"/>
              </a:ext>
            </a:extLst>
          </p:cNvPr>
          <p:cNvSpPr>
            <a:spLocks noGrp="1"/>
          </p:cNvSpPr>
          <p:nvPr>
            <p:ph type="body" sz="quarter" idx="16"/>
          </p:nvPr>
        </p:nvSpPr>
        <p:spPr>
          <a:xfrm>
            <a:off x="584200" y="1438275"/>
            <a:ext cx="2532063" cy="615553"/>
          </a:xfrm>
        </p:spPr>
        <p:txBody>
          <a:bodyPr/>
          <a:lstStyle/>
          <a:p>
            <a:r>
              <a:rPr lang="en-US" dirty="0"/>
              <a:t>Section 1</a:t>
            </a:r>
          </a:p>
        </p:txBody>
      </p:sp>
      <p:sp>
        <p:nvSpPr>
          <p:cNvPr id="5" name="Text Placeholder 4">
            <a:extLst>
              <a:ext uri="{FF2B5EF4-FFF2-40B4-BE49-F238E27FC236}">
                <a16:creationId xmlns:a16="http://schemas.microsoft.com/office/drawing/2014/main" id="{CE16FBBE-61CC-E91A-58B4-2851DA0606B0}"/>
              </a:ext>
            </a:extLst>
          </p:cNvPr>
          <p:cNvSpPr>
            <a:spLocks noGrp="1"/>
          </p:cNvSpPr>
          <p:nvPr>
            <p:ph type="body" sz="quarter" idx="4294967295"/>
          </p:nvPr>
        </p:nvSpPr>
        <p:spPr>
          <a:xfrm>
            <a:off x="584200" y="2283115"/>
            <a:ext cx="2532063" cy="1083374"/>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8" name="Text Placeholder 7">
            <a:extLst>
              <a:ext uri="{FF2B5EF4-FFF2-40B4-BE49-F238E27FC236}">
                <a16:creationId xmlns:a16="http://schemas.microsoft.com/office/drawing/2014/main" id="{11C3EE09-5DED-8E46-9E05-8D30E1FFCEA0}"/>
              </a:ext>
            </a:extLst>
          </p:cNvPr>
          <p:cNvSpPr>
            <a:spLocks noGrp="1"/>
          </p:cNvSpPr>
          <p:nvPr>
            <p:ph type="body" sz="quarter" idx="17"/>
          </p:nvPr>
        </p:nvSpPr>
        <p:spPr>
          <a:xfrm>
            <a:off x="3413125" y="1438275"/>
            <a:ext cx="2533650" cy="615553"/>
          </a:xfrm>
        </p:spPr>
        <p:txBody>
          <a:bodyPr/>
          <a:lstStyle/>
          <a:p>
            <a:r>
              <a:rPr lang="en-US" dirty="0"/>
              <a:t>Section 2</a:t>
            </a:r>
          </a:p>
        </p:txBody>
      </p:sp>
      <p:sp>
        <p:nvSpPr>
          <p:cNvPr id="6" name="Text Placeholder 5">
            <a:extLst>
              <a:ext uri="{FF2B5EF4-FFF2-40B4-BE49-F238E27FC236}">
                <a16:creationId xmlns:a16="http://schemas.microsoft.com/office/drawing/2014/main" id="{1ED5E340-6BF1-81B5-7B7D-2DDFC375C27C}"/>
              </a:ext>
            </a:extLst>
          </p:cNvPr>
          <p:cNvSpPr>
            <a:spLocks noGrp="1"/>
          </p:cNvSpPr>
          <p:nvPr>
            <p:ph type="body" sz="quarter" idx="4294967295"/>
          </p:nvPr>
        </p:nvSpPr>
        <p:spPr>
          <a:xfrm>
            <a:off x="3413125" y="2276475"/>
            <a:ext cx="2532063" cy="1083374"/>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9" name="Text Placeholder 8">
            <a:extLst>
              <a:ext uri="{FF2B5EF4-FFF2-40B4-BE49-F238E27FC236}">
                <a16:creationId xmlns:a16="http://schemas.microsoft.com/office/drawing/2014/main" id="{71C32FC2-4BE9-49EB-D0C0-EA8BCCCDCE0A}"/>
              </a:ext>
            </a:extLst>
          </p:cNvPr>
          <p:cNvSpPr>
            <a:spLocks noGrp="1"/>
          </p:cNvSpPr>
          <p:nvPr>
            <p:ph type="body" sz="quarter" idx="18"/>
          </p:nvPr>
        </p:nvSpPr>
        <p:spPr>
          <a:xfrm>
            <a:off x="6244208" y="1438275"/>
            <a:ext cx="2532063" cy="615553"/>
          </a:xfrm>
        </p:spPr>
        <p:txBody>
          <a:bodyPr/>
          <a:lstStyle/>
          <a:p>
            <a:r>
              <a:rPr lang="en-US" dirty="0"/>
              <a:t>Section 3</a:t>
            </a:r>
          </a:p>
        </p:txBody>
      </p:sp>
      <p:sp>
        <p:nvSpPr>
          <p:cNvPr id="10" name="Text Placeholder 9">
            <a:extLst>
              <a:ext uri="{FF2B5EF4-FFF2-40B4-BE49-F238E27FC236}">
                <a16:creationId xmlns:a16="http://schemas.microsoft.com/office/drawing/2014/main" id="{733D0720-0CA6-9532-4A7F-4C2D1FE30229}"/>
              </a:ext>
            </a:extLst>
          </p:cNvPr>
          <p:cNvSpPr>
            <a:spLocks noGrp="1"/>
          </p:cNvSpPr>
          <p:nvPr>
            <p:ph type="body" sz="quarter" idx="4294967295"/>
          </p:nvPr>
        </p:nvSpPr>
        <p:spPr>
          <a:xfrm>
            <a:off x="6244208" y="2283115"/>
            <a:ext cx="2532063" cy="1083374"/>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11" name="Text Placeholder 10">
            <a:extLst>
              <a:ext uri="{FF2B5EF4-FFF2-40B4-BE49-F238E27FC236}">
                <a16:creationId xmlns:a16="http://schemas.microsoft.com/office/drawing/2014/main" id="{5661CC3F-B548-BE06-B605-B66E384B3523}"/>
              </a:ext>
            </a:extLst>
          </p:cNvPr>
          <p:cNvSpPr>
            <a:spLocks noGrp="1"/>
          </p:cNvSpPr>
          <p:nvPr>
            <p:ph type="body" sz="quarter" idx="20"/>
          </p:nvPr>
        </p:nvSpPr>
        <p:spPr>
          <a:xfrm>
            <a:off x="9073133" y="1438275"/>
            <a:ext cx="2533650" cy="615553"/>
          </a:xfrm>
        </p:spPr>
        <p:txBody>
          <a:bodyPr/>
          <a:lstStyle/>
          <a:p>
            <a:r>
              <a:rPr lang="en-US" dirty="0"/>
              <a:t>Section 4</a:t>
            </a:r>
          </a:p>
        </p:txBody>
      </p:sp>
      <p:sp>
        <p:nvSpPr>
          <p:cNvPr id="12" name="Text Placeholder 11">
            <a:extLst>
              <a:ext uri="{FF2B5EF4-FFF2-40B4-BE49-F238E27FC236}">
                <a16:creationId xmlns:a16="http://schemas.microsoft.com/office/drawing/2014/main" id="{E5A0D2C7-8565-4CC0-2F06-5481448DF3BC}"/>
              </a:ext>
            </a:extLst>
          </p:cNvPr>
          <p:cNvSpPr>
            <a:spLocks noGrp="1"/>
          </p:cNvSpPr>
          <p:nvPr>
            <p:ph type="body" sz="quarter" idx="4294967295"/>
          </p:nvPr>
        </p:nvSpPr>
        <p:spPr>
          <a:xfrm>
            <a:off x="9073133" y="2276475"/>
            <a:ext cx="2532063" cy="1083374"/>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2" name="TextBox 1">
            <a:extLst>
              <a:ext uri="{FF2B5EF4-FFF2-40B4-BE49-F238E27FC236}">
                <a16:creationId xmlns:a16="http://schemas.microsoft.com/office/drawing/2014/main" id="{94CC3C00-EE7B-3514-DD09-F79F5E9CD326}"/>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173976425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0A21DE-8185-04EF-F25E-6B58DA9D64B1}"/>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429826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A4D22-1CC7-670B-F33D-A8CFEA1AE55F}"/>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359746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CA1C6-A826-2135-F5FC-20F6AE026E10}"/>
              </a:ext>
            </a:extLst>
          </p:cNvPr>
          <p:cNvSpPr>
            <a:spLocks noGrp="1"/>
          </p:cNvSpPr>
          <p:nvPr>
            <p:ph type="title"/>
          </p:nvPr>
        </p:nvSpPr>
        <p:spPr>
          <a:xfrm>
            <a:off x="585788" y="3089672"/>
            <a:ext cx="9144000" cy="615553"/>
          </a:xfrm>
        </p:spPr>
        <p:txBody>
          <a:bodyPr/>
          <a:lstStyle/>
          <a:p>
            <a:r>
              <a:rPr lang="en-US" dirty="0"/>
              <a:t>Section title</a:t>
            </a:r>
          </a:p>
        </p:txBody>
      </p:sp>
    </p:spTree>
    <p:extLst>
      <p:ext uri="{BB962C8B-B14F-4D97-AF65-F5344CB8AC3E}">
        <p14:creationId xmlns:p14="http://schemas.microsoft.com/office/powerpoint/2010/main" val="5089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D5344D-DF6D-C822-47BC-8F1C6CAF769C}"/>
              </a:ext>
            </a:extLst>
          </p:cNvPr>
          <p:cNvSpPr>
            <a:spLocks noGrp="1"/>
          </p:cNvSpPr>
          <p:nvPr>
            <p:ph type="title"/>
          </p:nvPr>
        </p:nvSpPr>
        <p:spPr>
          <a:xfrm>
            <a:off x="585216" y="3090446"/>
            <a:ext cx="9144000" cy="615553"/>
          </a:xfrm>
        </p:spPr>
        <p:txBody>
          <a:bodyPr/>
          <a:lstStyle/>
          <a:p>
            <a:r>
              <a:rPr lang="en-US" dirty="0"/>
              <a:t>Section title</a:t>
            </a:r>
          </a:p>
        </p:txBody>
      </p:sp>
    </p:spTree>
    <p:extLst>
      <p:ext uri="{BB962C8B-B14F-4D97-AF65-F5344CB8AC3E}">
        <p14:creationId xmlns:p14="http://schemas.microsoft.com/office/powerpoint/2010/main" val="3181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C4B7A5-FF65-E1DB-C4BC-5B7D14B7836B}"/>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6191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B529-875C-9492-ACA4-A9A834C2DB59}"/>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4292465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C4B7A5-FF65-E1DB-C4BC-5B7D14B7836B}"/>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357166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B653-2536-5267-5110-0B544A6EB584}"/>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160246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DF16-C780-5C6E-56CC-C7C8FEF0324C}"/>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3868487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1D58-EEE3-6C98-6A7E-F44C31AD0165}"/>
              </a:ext>
            </a:extLst>
          </p:cNvPr>
          <p:cNvSpPr>
            <a:spLocks noGrp="1"/>
          </p:cNvSpPr>
          <p:nvPr>
            <p:ph type="title"/>
          </p:nvPr>
        </p:nvSpPr>
        <p:spPr>
          <a:xfrm>
            <a:off x="585216" y="3152001"/>
            <a:ext cx="9144000" cy="553998"/>
          </a:xfrm>
        </p:spPr>
        <p:txBody>
          <a:bodyPr/>
          <a:lstStyle/>
          <a:p>
            <a:r>
              <a:rPr lang="en-US" dirty="0"/>
              <a:t>Section title</a:t>
            </a:r>
          </a:p>
        </p:txBody>
      </p:sp>
    </p:spTree>
    <p:extLst>
      <p:ext uri="{BB962C8B-B14F-4D97-AF65-F5344CB8AC3E}">
        <p14:creationId xmlns:p14="http://schemas.microsoft.com/office/powerpoint/2010/main" val="88878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0A21DE-8185-04EF-F25E-6B58DA9D64B1}"/>
              </a:ext>
            </a:extLst>
          </p:cNvPr>
          <p:cNvSpPr>
            <a:spLocks noGrp="1"/>
          </p:cNvSpPr>
          <p:nvPr>
            <p:ph type="title"/>
          </p:nvPr>
        </p:nvSpPr>
        <p:spPr>
          <a:xfrm>
            <a:off x="585216" y="2916268"/>
            <a:ext cx="9144000" cy="615553"/>
          </a:xfrm>
        </p:spPr>
        <p:txBody>
          <a:bodyPr/>
          <a:lstStyle/>
          <a:p>
            <a:r>
              <a:rPr lang="en-US" dirty="0"/>
              <a:t>Demo title</a:t>
            </a:r>
          </a:p>
        </p:txBody>
      </p:sp>
      <p:sp>
        <p:nvSpPr>
          <p:cNvPr id="4" name="Text Placeholder 3">
            <a:extLst>
              <a:ext uri="{FF2B5EF4-FFF2-40B4-BE49-F238E27FC236}">
                <a16:creationId xmlns:a16="http://schemas.microsoft.com/office/drawing/2014/main" id="{A4D81FC8-EC62-9857-9161-CC8BC6424324}"/>
              </a:ext>
            </a:extLst>
          </p:cNvPr>
          <p:cNvSpPr>
            <a:spLocks noGrp="1"/>
          </p:cNvSpPr>
          <p:nvPr>
            <p:ph type="body" sz="quarter" idx="12"/>
          </p:nvPr>
        </p:nvSpPr>
        <p:spPr/>
        <p:txBody>
          <a:bodyPr/>
          <a:lstStyle/>
          <a:p>
            <a:r>
              <a:rPr lang="en-US" dirty="0"/>
              <a:t>Speaker name</a:t>
            </a:r>
          </a:p>
        </p:txBody>
      </p:sp>
    </p:spTree>
    <p:extLst>
      <p:ext uri="{BB962C8B-B14F-4D97-AF65-F5344CB8AC3E}">
        <p14:creationId xmlns:p14="http://schemas.microsoft.com/office/powerpoint/2010/main" val="143963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E28BDC1-DC7E-FBB7-1C69-DD85DFBEAB1B}"/>
              </a:ext>
            </a:extLst>
          </p:cNvPr>
          <p:cNvSpPr>
            <a:spLocks noGrp="1"/>
          </p:cNvSpPr>
          <p:nvPr>
            <p:ph type="title"/>
          </p:nvPr>
        </p:nvSpPr>
        <p:spPr/>
        <p:txBody>
          <a:bodyPr/>
          <a:lstStyle/>
          <a:p>
            <a:r>
              <a:rPr lang="en-US" dirty="0"/>
              <a:t>Chart design</a:t>
            </a:r>
          </a:p>
        </p:txBody>
      </p:sp>
      <p:graphicFrame>
        <p:nvGraphicFramePr>
          <p:cNvPr id="12" name="Chart 11" descr="Pie chart example">
            <a:extLst>
              <a:ext uri="{FF2B5EF4-FFF2-40B4-BE49-F238E27FC236}">
                <a16:creationId xmlns:a16="http://schemas.microsoft.com/office/drawing/2014/main" id="{9C6B25E1-D5CD-47D4-E78A-1ADAFA294811}"/>
              </a:ext>
            </a:extLst>
          </p:cNvPr>
          <p:cNvGraphicFramePr/>
          <p:nvPr>
            <p:extLst>
              <p:ext uri="{D42A27DB-BD31-4B8C-83A1-F6EECF244321}">
                <p14:modId xmlns:p14="http://schemas.microsoft.com/office/powerpoint/2010/main" val="1145892564"/>
              </p:ext>
            </p:extLst>
          </p:nvPr>
        </p:nvGraphicFramePr>
        <p:xfrm>
          <a:off x="584199" y="1676400"/>
          <a:ext cx="4199919" cy="39242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descr="Bar chart example">
            <a:extLst>
              <a:ext uri="{FF2B5EF4-FFF2-40B4-BE49-F238E27FC236}">
                <a16:creationId xmlns:a16="http://schemas.microsoft.com/office/drawing/2014/main" id="{259E812F-2BF3-52CD-DFD0-A627A24E8D3A}"/>
              </a:ext>
            </a:extLst>
          </p:cNvPr>
          <p:cNvGraphicFramePr/>
          <p:nvPr>
            <p:extLst>
              <p:ext uri="{D42A27DB-BD31-4B8C-83A1-F6EECF244321}">
                <p14:modId xmlns:p14="http://schemas.microsoft.com/office/powerpoint/2010/main" val="4146770079"/>
              </p:ext>
            </p:extLst>
          </p:nvPr>
        </p:nvGraphicFramePr>
        <p:xfrm>
          <a:off x="4913884" y="1676400"/>
          <a:ext cx="6692899" cy="4093633"/>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D65D49DC-00C9-C9FB-9E41-322A7E6EE16B}"/>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163472870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7498C4-73FE-C194-C6B8-38F2A0E93B77}"/>
              </a:ext>
            </a:extLst>
          </p:cNvPr>
          <p:cNvSpPr>
            <a:spLocks noGrp="1"/>
          </p:cNvSpPr>
          <p:nvPr>
            <p:ph type="title"/>
          </p:nvPr>
        </p:nvSpPr>
        <p:spPr>
          <a:xfrm>
            <a:off x="588263" y="457200"/>
            <a:ext cx="11018520" cy="553998"/>
          </a:xfrm>
        </p:spPr>
        <p:txBody>
          <a:bodyPr/>
          <a:lstStyle/>
          <a:p>
            <a:r>
              <a:rPr lang="en-US" dirty="0"/>
              <a:t>Quote slide</a:t>
            </a:r>
          </a:p>
        </p:txBody>
      </p:sp>
      <p:sp>
        <p:nvSpPr>
          <p:cNvPr id="5" name="Text Placeholder 4">
            <a:extLst>
              <a:ext uri="{FF2B5EF4-FFF2-40B4-BE49-F238E27FC236}">
                <a16:creationId xmlns:a16="http://schemas.microsoft.com/office/drawing/2014/main" id="{2437C7D2-3816-1D28-EB58-0C6286AD1921}"/>
              </a:ext>
            </a:extLst>
          </p:cNvPr>
          <p:cNvSpPr>
            <a:spLocks noGrp="1"/>
          </p:cNvSpPr>
          <p:nvPr>
            <p:ph type="body" sz="quarter" idx="17"/>
          </p:nvPr>
        </p:nvSpPr>
        <p:spPr>
          <a:xfrm>
            <a:off x="1245931" y="3206751"/>
            <a:ext cx="2706480" cy="1477328"/>
          </a:xfrm>
        </p:spPr>
        <p:txBody>
          <a:bodyPr/>
          <a:lstStyle/>
          <a:p>
            <a:r>
              <a:rPr lang="en-US" dirty="0"/>
              <a:t>Quote text goes here”</a:t>
            </a:r>
          </a:p>
        </p:txBody>
      </p:sp>
      <p:sp>
        <p:nvSpPr>
          <p:cNvPr id="7" name="Text Placeholder 6">
            <a:extLst>
              <a:ext uri="{FF2B5EF4-FFF2-40B4-BE49-F238E27FC236}">
                <a16:creationId xmlns:a16="http://schemas.microsoft.com/office/drawing/2014/main" id="{9B083426-98DC-2B02-4E65-D4B0438AA9FD}"/>
              </a:ext>
            </a:extLst>
          </p:cNvPr>
          <p:cNvSpPr>
            <a:spLocks noGrp="1"/>
          </p:cNvSpPr>
          <p:nvPr>
            <p:ph type="body" sz="quarter" idx="12"/>
          </p:nvPr>
        </p:nvSpPr>
        <p:spPr>
          <a:xfrm>
            <a:off x="1245931" y="4963876"/>
            <a:ext cx="2706480" cy="246221"/>
          </a:xfrm>
        </p:spPr>
        <p:txBody>
          <a:bodyPr/>
          <a:lstStyle/>
          <a:p>
            <a:r>
              <a:rPr lang="en-US" dirty="0"/>
              <a:t>Quote author</a:t>
            </a:r>
          </a:p>
        </p:txBody>
      </p:sp>
      <p:sp>
        <p:nvSpPr>
          <p:cNvPr id="8" name="Picture Placeholder 7" descr="Picture placeholder&#10;">
            <a:extLst>
              <a:ext uri="{FF2B5EF4-FFF2-40B4-BE49-F238E27FC236}">
                <a16:creationId xmlns:a16="http://schemas.microsoft.com/office/drawing/2014/main" id="{2253B78A-5C87-B91D-D56C-A0476FF24A9E}"/>
              </a:ext>
            </a:extLst>
          </p:cNvPr>
          <p:cNvSpPr>
            <a:spLocks noGrp="1"/>
          </p:cNvSpPr>
          <p:nvPr>
            <p:ph type="pic" sz="quarter" idx="14"/>
          </p:nvPr>
        </p:nvSpPr>
        <p:spPr/>
        <p:txBody>
          <a:bodyPr/>
          <a:lstStyle/>
          <a:p>
            <a:endParaRPr lang="en-US"/>
          </a:p>
        </p:txBody>
      </p:sp>
    </p:spTree>
    <p:extLst>
      <p:ext uri="{BB962C8B-B14F-4D97-AF65-F5344CB8AC3E}">
        <p14:creationId xmlns:p14="http://schemas.microsoft.com/office/powerpoint/2010/main" val="386138700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12B20F-04A2-307C-C095-8F4C46170979}"/>
              </a:ext>
            </a:extLst>
          </p:cNvPr>
          <p:cNvSpPr>
            <a:spLocks noGrp="1"/>
          </p:cNvSpPr>
          <p:nvPr>
            <p:ph type="title"/>
          </p:nvPr>
        </p:nvSpPr>
        <p:spPr>
          <a:xfrm>
            <a:off x="588263" y="2896801"/>
            <a:ext cx="3590037" cy="553998"/>
          </a:xfrm>
        </p:spPr>
        <p:txBody>
          <a:bodyPr/>
          <a:lstStyle/>
          <a:p>
            <a:r>
              <a:rPr lang="en-US" b="0" dirty="0"/>
              <a:t>Screenshot slide</a:t>
            </a:r>
          </a:p>
        </p:txBody>
      </p:sp>
      <p:sp>
        <p:nvSpPr>
          <p:cNvPr id="6" name="Picture Placeholder 5" descr="Picture placeholder">
            <a:extLst>
              <a:ext uri="{FF2B5EF4-FFF2-40B4-BE49-F238E27FC236}">
                <a16:creationId xmlns:a16="http://schemas.microsoft.com/office/drawing/2014/main" id="{1F5E30D4-5F19-0D06-0E11-DE8220D49951}"/>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88053897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0EB7A28-F10A-A597-0012-0645B6291ED9}"/>
              </a:ext>
            </a:extLst>
          </p:cNvPr>
          <p:cNvSpPr>
            <a:spLocks noGrp="1"/>
          </p:cNvSpPr>
          <p:nvPr>
            <p:ph type="title"/>
          </p:nvPr>
        </p:nvSpPr>
        <p:spPr/>
        <p:txBody>
          <a:bodyPr/>
          <a:lstStyle/>
          <a:p>
            <a:r>
              <a:rPr lang="en-US" dirty="0"/>
              <a:t>Screenshot slide</a:t>
            </a:r>
          </a:p>
        </p:txBody>
      </p:sp>
      <p:sp>
        <p:nvSpPr>
          <p:cNvPr id="11" name="Content Placeholder 10">
            <a:extLst>
              <a:ext uri="{FF2B5EF4-FFF2-40B4-BE49-F238E27FC236}">
                <a16:creationId xmlns:a16="http://schemas.microsoft.com/office/drawing/2014/main" id="{4EC2F30D-B7F4-15F9-EF85-3AFB38E3AE0C}"/>
              </a:ext>
            </a:extLst>
          </p:cNvPr>
          <p:cNvSpPr>
            <a:spLocks noGrp="1"/>
          </p:cNvSpPr>
          <p:nvPr>
            <p:ph sz="quarter" idx="12"/>
          </p:nvPr>
        </p:nvSpPr>
        <p:spPr>
          <a:xfrm>
            <a:off x="584200" y="1435100"/>
            <a:ext cx="5211763" cy="430887"/>
          </a:xfrm>
        </p:spPr>
        <p:txBody>
          <a:bodyPr/>
          <a:lstStyle/>
          <a:p>
            <a:r>
              <a:rPr lang="en-US" dirty="0"/>
              <a:t>Text here</a:t>
            </a:r>
          </a:p>
        </p:txBody>
      </p:sp>
      <p:sp>
        <p:nvSpPr>
          <p:cNvPr id="10" name="Picture Placeholder 9" descr="Picture placeholder">
            <a:extLst>
              <a:ext uri="{FF2B5EF4-FFF2-40B4-BE49-F238E27FC236}">
                <a16:creationId xmlns:a16="http://schemas.microsoft.com/office/drawing/2014/main" id="{4E241552-A003-84E0-1C33-323934472185}"/>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0270077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CDD781-CFEB-FD06-315F-E75463D7915A}"/>
              </a:ext>
            </a:extLst>
          </p:cNvPr>
          <p:cNvSpPr>
            <a:spLocks noGrp="1"/>
          </p:cNvSpPr>
          <p:nvPr>
            <p:ph type="title"/>
          </p:nvPr>
        </p:nvSpPr>
        <p:spPr>
          <a:xfrm>
            <a:off x="588263" y="457200"/>
            <a:ext cx="4910837" cy="1107996"/>
          </a:xfrm>
        </p:spPr>
        <p:txBody>
          <a:bodyPr/>
          <a:lstStyle/>
          <a:p>
            <a:r>
              <a:rPr lang="en-US" dirty="0"/>
              <a:t>Photo slide</a:t>
            </a:r>
          </a:p>
        </p:txBody>
      </p:sp>
      <p:sp>
        <p:nvSpPr>
          <p:cNvPr id="6" name="Content Placeholder 5">
            <a:extLst>
              <a:ext uri="{FF2B5EF4-FFF2-40B4-BE49-F238E27FC236}">
                <a16:creationId xmlns:a16="http://schemas.microsoft.com/office/drawing/2014/main" id="{9601582F-596D-BDE2-4239-20915C8FFC21}"/>
              </a:ext>
            </a:extLst>
          </p:cNvPr>
          <p:cNvSpPr>
            <a:spLocks noGrp="1"/>
          </p:cNvSpPr>
          <p:nvPr>
            <p:ph sz="quarter" idx="12"/>
          </p:nvPr>
        </p:nvSpPr>
        <p:spPr>
          <a:xfrm>
            <a:off x="584201" y="1816100"/>
            <a:ext cx="4910838" cy="1612749"/>
          </a:xfrm>
        </p:spPr>
        <p:txBody>
          <a:bodyPr/>
          <a:lstStyle/>
          <a:p>
            <a:r>
              <a:rPr lang="en-US" dirty="0"/>
              <a:t>Text here</a:t>
            </a:r>
          </a:p>
        </p:txBody>
      </p:sp>
      <p:sp>
        <p:nvSpPr>
          <p:cNvPr id="7" name="Picture Placeholder 6" descr="Picture placeholder">
            <a:extLst>
              <a:ext uri="{FF2B5EF4-FFF2-40B4-BE49-F238E27FC236}">
                <a16:creationId xmlns:a16="http://schemas.microsoft.com/office/drawing/2014/main" id="{1F79A89F-B9BD-3E62-B101-90DA68D85EFC}"/>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56310457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9D57E4-019C-2D50-BE4C-B25E4C21C62B}"/>
              </a:ext>
            </a:extLst>
          </p:cNvPr>
          <p:cNvSpPr>
            <a:spLocks noGrp="1"/>
          </p:cNvSpPr>
          <p:nvPr>
            <p:ph type="title"/>
          </p:nvPr>
        </p:nvSpPr>
        <p:spPr>
          <a:xfrm>
            <a:off x="588263" y="457200"/>
            <a:ext cx="4910837" cy="1107996"/>
          </a:xfrm>
        </p:spPr>
        <p:txBody>
          <a:bodyPr/>
          <a:lstStyle/>
          <a:p>
            <a:r>
              <a:rPr lang="en-US" dirty="0"/>
              <a:t>Photo slide</a:t>
            </a:r>
          </a:p>
        </p:txBody>
      </p:sp>
      <p:sp>
        <p:nvSpPr>
          <p:cNvPr id="7" name="Content Placeholder 6">
            <a:extLst>
              <a:ext uri="{FF2B5EF4-FFF2-40B4-BE49-F238E27FC236}">
                <a16:creationId xmlns:a16="http://schemas.microsoft.com/office/drawing/2014/main" id="{685AA782-12F2-8BFA-4C55-8C49AF088FA8}"/>
              </a:ext>
            </a:extLst>
          </p:cNvPr>
          <p:cNvSpPr>
            <a:spLocks noGrp="1"/>
          </p:cNvSpPr>
          <p:nvPr>
            <p:ph sz="quarter" idx="12"/>
          </p:nvPr>
        </p:nvSpPr>
        <p:spPr>
          <a:xfrm>
            <a:off x="584201" y="1816100"/>
            <a:ext cx="4910838" cy="1612749"/>
          </a:xfrm>
        </p:spPr>
        <p:txBody>
          <a:bodyPr/>
          <a:lstStyle/>
          <a:p>
            <a:r>
              <a:rPr lang="en-US" dirty="0"/>
              <a:t>Text here</a:t>
            </a:r>
          </a:p>
        </p:txBody>
      </p:sp>
      <p:sp>
        <p:nvSpPr>
          <p:cNvPr id="4" name="Picture Placeholder 3" descr="Picture placeholder">
            <a:extLst>
              <a:ext uri="{FF2B5EF4-FFF2-40B4-BE49-F238E27FC236}">
                <a16:creationId xmlns:a16="http://schemas.microsoft.com/office/drawing/2014/main" id="{0FDF7EB9-36CF-6525-9461-B35165F8A23C}"/>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69324317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3" y="457200"/>
            <a:ext cx="11018520" cy="553998"/>
          </a:xfrm>
        </p:spPr>
        <p:txBody>
          <a:bodyPr/>
          <a:lstStyle/>
          <a:p>
            <a:r>
              <a:rPr lang="en-US" dirty="0"/>
              <a:t>Text layout with bulleted text</a:t>
            </a:r>
          </a:p>
        </p:txBody>
      </p:sp>
      <p:sp>
        <p:nvSpPr>
          <p:cNvPr id="6" name="Text Placeholder 5"/>
          <p:cNvSpPr>
            <a:spLocks noGrp="1"/>
          </p:cNvSpPr>
          <p:nvPr>
            <p:ph sz="quarter" idx="10"/>
          </p:nvPr>
        </p:nvSpPr>
        <p:spPr>
          <a:xfrm>
            <a:off x="584200" y="1435100"/>
            <a:ext cx="11018838" cy="1172629"/>
          </a:xfrm>
        </p:spPr>
        <p:txBody>
          <a:bodyPr/>
          <a:lstStyle/>
          <a:p>
            <a:r>
              <a:rPr lang="en-US" dirty="0"/>
              <a:t>Learn how to adjust list levels</a:t>
            </a:r>
          </a:p>
          <a:p>
            <a:r>
              <a:rPr lang="en-US" dirty="0"/>
              <a:t>Follow the steps on the right</a:t>
            </a:r>
          </a:p>
        </p:txBody>
      </p:sp>
      <p:sp>
        <p:nvSpPr>
          <p:cNvPr id="2" name="Rectangle 1">
            <a:extLst>
              <a:ext uri="{FF2B5EF4-FFF2-40B4-BE49-F238E27FC236}">
                <a16:creationId xmlns:a16="http://schemas.microsoft.com/office/drawing/2014/main" id="{2BD8AD9E-D8D2-4CB4-B833-3F7981BFC169}"/>
              </a:ext>
              <a:ext uri="{C183D7F6-B498-43B3-948B-1728B52AA6E4}">
                <adec:decorative xmlns:adec="http://schemas.microsoft.com/office/drawing/2017/decorative" val="1"/>
              </a:ext>
            </a:extLst>
          </p:cNvPr>
          <p:cNvSpPr/>
          <p:nvPr/>
        </p:nvSpPr>
        <p:spPr bwMode="auto">
          <a:xfrm>
            <a:off x="6672263" y="1435100"/>
            <a:ext cx="4931473" cy="4833938"/>
          </a:xfrm>
          <a:prstGeom prst="rect">
            <a:avLst/>
          </a:prstGeom>
          <a:solidFill>
            <a:schemeClr val="tx1">
              <a:alpha val="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3" name="Picture 3" descr="Screenshot of Decrease List level and Increase List Level menu">
            <a:extLst>
              <a:ext uri="{FF2B5EF4-FFF2-40B4-BE49-F238E27FC236}">
                <a16:creationId xmlns:a16="http://schemas.microsoft.com/office/drawing/2014/main" id="{7CDDF9E7-F878-41F2-8971-7CB55E6DC2E6}"/>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6972422" y="1725179"/>
            <a:ext cx="4319750" cy="962889"/>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052A24BB-6642-429C-9613-B0B1DB310251}"/>
              </a:ext>
            </a:extLst>
          </p:cNvPr>
          <p:cNvSpPr/>
          <p:nvPr/>
        </p:nvSpPr>
        <p:spPr bwMode="auto">
          <a:xfrm>
            <a:off x="6672263" y="2688068"/>
            <a:ext cx="4931473" cy="37302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92608" tIns="292608" rIns="292608" bIns="292608" numCol="1" spcCol="0" rtlCol="0" fromWordArt="0" anchor="t" anchorCtr="0" forceAA="0" compatLnSpc="1">
            <a:prstTxWarp prst="textNoShape">
              <a:avLst/>
            </a:prstTxWarp>
            <a:spAutoFit/>
          </a:bodyPr>
          <a:lstStyle/>
          <a:p>
            <a:pPr defTabSz="932472" fontAlgn="base">
              <a:spcBef>
                <a:spcPts val="1200"/>
              </a:spcBef>
              <a:spcAft>
                <a:spcPts val="1200"/>
              </a:spcAft>
            </a:pPr>
            <a:r>
              <a:rPr lang="en-US" sz="1200" dirty="0">
                <a:solidFill>
                  <a:schemeClr val="tx1"/>
                </a:solidFill>
                <a:ea typeface="Segoe UI" panose="020B0502040204020203" pitchFamily="34" charset="0"/>
                <a:cs typeface="Segoe UI" panose="020B0502040204020203" pitchFamily="34" charset="0"/>
              </a:rPr>
              <a:t>Use the “</a:t>
            </a:r>
            <a:r>
              <a:rPr lang="en-US" sz="1200" b="1" dirty="0">
                <a:solidFill>
                  <a:schemeClr val="tx1"/>
                </a:solidFill>
                <a:ea typeface="Segoe UI" panose="020B0502040204020203" pitchFamily="34" charset="0"/>
                <a:cs typeface="Segoe UI" panose="020B0502040204020203" pitchFamily="34" charset="0"/>
              </a:rPr>
              <a:t>Decrease List Level</a:t>
            </a:r>
            <a:r>
              <a:rPr lang="en-US" sz="1200" dirty="0">
                <a:solidFill>
                  <a:schemeClr val="tx1"/>
                </a:solidFill>
                <a:ea typeface="Segoe UI" panose="020B0502040204020203" pitchFamily="34" charset="0"/>
                <a:cs typeface="Segoe UI" panose="020B0502040204020203" pitchFamily="34" charset="0"/>
              </a:rPr>
              <a:t>” and “</a:t>
            </a:r>
            <a:r>
              <a:rPr lang="en-US" sz="1200" b="1" dirty="0">
                <a:solidFill>
                  <a:schemeClr val="tx1"/>
                </a:solidFill>
                <a:ea typeface="Segoe UI" panose="020B0502040204020203" pitchFamily="34" charset="0"/>
                <a:cs typeface="Segoe UI" panose="020B0502040204020203" pitchFamily="34" charset="0"/>
              </a:rPr>
              <a:t>Increase List Level</a:t>
            </a:r>
            <a:r>
              <a:rPr lang="en-US" sz="1200" dirty="0">
                <a:solidFill>
                  <a:schemeClr val="tx1"/>
                </a:solidFill>
                <a:ea typeface="Segoe UI" panose="020B0502040204020203" pitchFamily="34" charset="0"/>
                <a:cs typeface="Segoe UI" panose="020B0502040204020203" pitchFamily="34" charset="0"/>
              </a:rPr>
              <a:t>” tools on the </a:t>
            </a:r>
            <a:r>
              <a:rPr lang="en-US" sz="1200" b="1" dirty="0">
                <a:solidFill>
                  <a:schemeClr val="tx1"/>
                </a:solidFill>
                <a:ea typeface="Segoe UI" panose="020B0502040204020203" pitchFamily="34" charset="0"/>
                <a:cs typeface="Segoe UI" panose="020B0502040204020203" pitchFamily="34" charset="0"/>
              </a:rPr>
              <a:t>Home</a:t>
            </a:r>
            <a:r>
              <a:rPr lang="en-US" sz="1200" dirty="0">
                <a:solidFill>
                  <a:schemeClr val="tx1"/>
                </a:solidFill>
                <a:ea typeface="Segoe UI" panose="020B0502040204020203" pitchFamily="34" charset="0"/>
                <a:cs typeface="Segoe UI" panose="020B0502040204020203" pitchFamily="34" charset="0"/>
              </a:rPr>
              <a:t> menu to change text levels.</a:t>
            </a:r>
          </a:p>
          <a:p>
            <a:pPr defTabSz="932472" fontAlgn="base">
              <a:spcBef>
                <a:spcPts val="1200"/>
              </a:spcBef>
              <a:spcAft>
                <a:spcPct val="0"/>
              </a:spcAft>
            </a:pPr>
            <a:r>
              <a:rPr lang="en-US" sz="1200" b="1" dirty="0">
                <a:solidFill>
                  <a:schemeClr val="tx1"/>
                </a:solidFill>
                <a:ea typeface="Segoe UI" panose="020B0502040204020203" pitchFamily="34" charset="0"/>
                <a:cs typeface="Segoe UI" panose="020B0502040204020203" pitchFamily="34" charset="0"/>
              </a:rPr>
              <a:t>Try this:  </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Place your cursor in the line of text that says “Segoe UI, size 20pt for second level”</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Next click the Home tab, and then on the “</a:t>
            </a:r>
            <a:r>
              <a:rPr lang="en-US" sz="1200" b="1" dirty="0">
                <a:solidFill>
                  <a:schemeClr val="tx1"/>
                </a:solidFill>
                <a:cs typeface="Segoe UI" panose="020B0502040204020203" pitchFamily="34" charset="0"/>
              </a:rPr>
              <a:t>Decrease List level</a:t>
            </a:r>
            <a:r>
              <a:rPr lang="en-US" sz="1200" dirty="0">
                <a:solidFill>
                  <a:schemeClr val="tx1"/>
                </a:solidFill>
                <a:ea typeface="Segoe UI" panose="020B0502040204020203" pitchFamily="34" charset="0"/>
                <a:cs typeface="Segoe UI" panose="020B0502040204020203" pitchFamily="34" charset="0"/>
              </a:rPr>
              <a:t>” tool. Notice how the line moves up one level.</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Now try placing your cursor in one of the top  “Main topic…” line of text. Click the “</a:t>
            </a:r>
            <a:r>
              <a:rPr lang="en-US" sz="1200" b="1" dirty="0">
                <a:solidFill>
                  <a:schemeClr val="tx1"/>
                </a:solidFill>
                <a:cs typeface="Segoe UI" panose="020B0502040204020203" pitchFamily="34" charset="0"/>
              </a:rPr>
              <a:t>Increase List Level</a:t>
            </a:r>
            <a:r>
              <a:rPr lang="en-US" sz="1200" dirty="0">
                <a:solidFill>
                  <a:schemeClr val="tx1"/>
                </a:solidFill>
                <a:ea typeface="Segoe UI" panose="020B0502040204020203" pitchFamily="34" charset="0"/>
                <a:cs typeface="Segoe UI" panose="020B0502040204020203" pitchFamily="34" charset="0"/>
              </a:rPr>
              <a:t>” tool and see how the text is pushed in one level.</a:t>
            </a:r>
          </a:p>
          <a:p>
            <a:pPr defTabSz="932472" fontAlgn="base">
              <a:spcBef>
                <a:spcPts val="1200"/>
              </a:spcBef>
              <a:spcAft>
                <a:spcPct val="0"/>
              </a:spcAft>
            </a:pPr>
            <a:r>
              <a:rPr lang="en-US" sz="1200" dirty="0">
                <a:solidFill>
                  <a:schemeClr val="tx1"/>
                </a:solidFill>
                <a:ea typeface="Segoe UI" panose="020B0502040204020203" pitchFamily="34" charset="0"/>
                <a:cs typeface="Segoe UI" panose="020B0502040204020203" pitchFamily="34" charset="0"/>
              </a:rPr>
              <a:t>Use these 2 tools to adjust your text levels as you work</a:t>
            </a:r>
          </a:p>
        </p:txBody>
      </p:sp>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3F9AB6-5070-BE5A-2D17-8CF634A80A77}"/>
              </a:ext>
            </a:extLst>
          </p:cNvPr>
          <p:cNvSpPr>
            <a:spLocks noGrp="1"/>
          </p:cNvSpPr>
          <p:nvPr>
            <p:ph type="title"/>
          </p:nvPr>
        </p:nvSpPr>
        <p:spPr>
          <a:xfrm>
            <a:off x="588263" y="457200"/>
            <a:ext cx="11018520" cy="553998"/>
          </a:xfrm>
        </p:spPr>
        <p:txBody>
          <a:bodyPr/>
          <a:lstStyle/>
          <a:p>
            <a:r>
              <a:rPr lang="en-US" dirty="0"/>
              <a:t>Text layout with bullet points</a:t>
            </a:r>
          </a:p>
        </p:txBody>
      </p:sp>
      <p:sp>
        <p:nvSpPr>
          <p:cNvPr id="5" name="Content Placeholder 4">
            <a:extLst>
              <a:ext uri="{FF2B5EF4-FFF2-40B4-BE49-F238E27FC236}">
                <a16:creationId xmlns:a16="http://schemas.microsoft.com/office/drawing/2014/main" id="{2DD72471-E7B8-51DA-B4CF-21A6AD480684}"/>
              </a:ext>
            </a:extLst>
          </p:cNvPr>
          <p:cNvSpPr>
            <a:spLocks noGrp="1"/>
          </p:cNvSpPr>
          <p:nvPr>
            <p:ph sz="quarter" idx="10"/>
          </p:nvPr>
        </p:nvSpPr>
        <p:spPr>
          <a:xfrm>
            <a:off x="584200" y="1435100"/>
            <a:ext cx="11018838" cy="1172629"/>
          </a:xfrm>
        </p:spPr>
        <p:txBody>
          <a:bodyPr/>
          <a:lstStyle/>
          <a:p>
            <a:r>
              <a:rPr lang="en-US" dirty="0"/>
              <a:t>Main topic: Segoe Sans Text, size 28pt</a:t>
            </a:r>
          </a:p>
          <a:p>
            <a:pPr lvl="1"/>
            <a:r>
              <a:rPr lang="en-US" dirty="0"/>
              <a:t>Segoe Sans Text, size 20pt for second level</a:t>
            </a:r>
          </a:p>
          <a:p>
            <a:pPr lvl="2"/>
            <a:r>
              <a:rPr lang="en-US" dirty="0"/>
              <a:t>Segoe Sans Text, size 16pt for third level</a:t>
            </a:r>
          </a:p>
        </p:txBody>
      </p:sp>
      <p:sp>
        <p:nvSpPr>
          <p:cNvPr id="2" name="TextBox 1">
            <a:extLst>
              <a:ext uri="{FF2B5EF4-FFF2-40B4-BE49-F238E27FC236}">
                <a16:creationId xmlns:a16="http://schemas.microsoft.com/office/drawing/2014/main" id="{DEEC2BDA-5E02-EBC8-423A-4451DAE5984B}"/>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313094409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3" y="457200"/>
            <a:ext cx="11018520" cy="553998"/>
          </a:xfrm>
        </p:spPr>
        <p:txBody>
          <a:bodyPr/>
          <a:lstStyle/>
          <a:p>
            <a:r>
              <a:rPr lang="en-US" dirty="0"/>
              <a:t>Text layout without bullet points</a:t>
            </a:r>
          </a:p>
        </p:txBody>
      </p:sp>
      <p:sp>
        <p:nvSpPr>
          <p:cNvPr id="6" name="Text Placeholder 5"/>
          <p:cNvSpPr>
            <a:spLocks noGrp="1"/>
          </p:cNvSpPr>
          <p:nvPr>
            <p:ph sz="quarter" idx="10"/>
          </p:nvPr>
        </p:nvSpPr>
        <p:spPr>
          <a:xfrm>
            <a:off x="584200" y="1435100"/>
            <a:ext cx="11018838" cy="1172629"/>
          </a:xfrm>
        </p:spPr>
        <p:txBody>
          <a:bodyPr/>
          <a:lstStyle/>
          <a:p>
            <a:r>
              <a:rPr lang="en-US" dirty="0"/>
              <a:t>Main topic: Segoe Sans Text, size 28pt</a:t>
            </a:r>
          </a:p>
          <a:p>
            <a:pPr lvl="1"/>
            <a:r>
              <a:rPr lang="en-US" dirty="0"/>
              <a:t>Segoe Sans Text, size 20pt for second level</a:t>
            </a:r>
          </a:p>
          <a:p>
            <a:pPr lvl="2"/>
            <a:r>
              <a:rPr lang="en-US" dirty="0"/>
              <a:t>Segoe Sans Text, size 16pt for third level</a:t>
            </a:r>
          </a:p>
        </p:txBody>
      </p:sp>
      <p:sp>
        <p:nvSpPr>
          <p:cNvPr id="2" name="TextBox 1">
            <a:extLst>
              <a:ext uri="{FF2B5EF4-FFF2-40B4-BE49-F238E27FC236}">
                <a16:creationId xmlns:a16="http://schemas.microsoft.com/office/drawing/2014/main" id="{AE2D7DCA-832C-9FE0-7BFD-8EE96653B901}"/>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3957722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dirty="0"/>
              <a:t>Two text columns with subheads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4200" y="1436688"/>
            <a:ext cx="5219700" cy="430887"/>
          </a:xfrm>
        </p:spPr>
        <p:txBody>
          <a:bodyPr/>
          <a:lstStyle/>
          <a:p>
            <a:r>
              <a:rPr lang="en-US" dirty="0"/>
              <a:t>Add a subhead here</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084388"/>
            <a:ext cx="5219700" cy="1111073"/>
          </a:xfrm>
        </p:spPr>
        <p:txBody>
          <a:bodyPr/>
          <a:lstStyle/>
          <a:p>
            <a:r>
              <a:rPr lang="en-US" dirty="0"/>
              <a:t>This placeholder is designed with bulleted text</a:t>
            </a:r>
          </a:p>
          <a:p>
            <a:r>
              <a:rPr lang="en-US" dirty="0"/>
              <a:t>It’s easy to remove bullets </a:t>
            </a:r>
          </a:p>
          <a:p>
            <a:r>
              <a:rPr lang="en-US" dirty="0"/>
              <a:t>Select the text, then on the Home menu, click the bullet list icon</a:t>
            </a:r>
          </a:p>
        </p:txBody>
      </p:sp>
      <p:sp>
        <p:nvSpPr>
          <p:cNvPr id="12" name="Text Placeholder 11">
            <a:extLst>
              <a:ext uri="{FF2B5EF4-FFF2-40B4-BE49-F238E27FC236}">
                <a16:creationId xmlns:a16="http://schemas.microsoft.com/office/drawing/2014/main" id="{3080DA2C-210D-4425-AD02-4BE53C4F28FA}"/>
              </a:ext>
            </a:extLst>
          </p:cNvPr>
          <p:cNvSpPr>
            <a:spLocks noGrp="1"/>
          </p:cNvSpPr>
          <p:nvPr>
            <p:ph type="body" sz="quarter" idx="17"/>
          </p:nvPr>
        </p:nvSpPr>
        <p:spPr>
          <a:xfrm>
            <a:off x="6397625" y="1436688"/>
            <a:ext cx="5219700" cy="430887"/>
          </a:xfrm>
        </p:spPr>
        <p:txBody>
          <a:bodyPr/>
          <a:lstStyle/>
          <a:p>
            <a:r>
              <a:rPr lang="en-US" dirty="0"/>
              <a:t>Add a second subhead here</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8"/>
          </p:nvPr>
        </p:nvSpPr>
        <p:spPr>
          <a:xfrm>
            <a:off x="6387083" y="2084388"/>
            <a:ext cx="5219700" cy="1111073"/>
          </a:xfrm>
        </p:spPr>
        <p:txBody>
          <a:bodyPr/>
          <a:lstStyle/>
          <a:p>
            <a:r>
              <a:rPr lang="en-US" dirty="0"/>
              <a:t>Keep the top edge of text blocks aligned</a:t>
            </a:r>
          </a:p>
          <a:p>
            <a:r>
              <a:rPr lang="en-US" dirty="0"/>
              <a:t>More text</a:t>
            </a:r>
          </a:p>
          <a:p>
            <a:r>
              <a:rPr lang="en-US" dirty="0"/>
              <a:t>More text</a:t>
            </a:r>
          </a:p>
        </p:txBody>
      </p:sp>
      <p:sp>
        <p:nvSpPr>
          <p:cNvPr id="2" name="TextBox 1">
            <a:extLst>
              <a:ext uri="{FF2B5EF4-FFF2-40B4-BE49-F238E27FC236}">
                <a16:creationId xmlns:a16="http://schemas.microsoft.com/office/drawing/2014/main" id="{9CADCCF6-142A-BBFD-99C8-E1EC160ABAC6}"/>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4237014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dirty="0"/>
              <a:t>Three text columns with subheads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5217" y="1438275"/>
            <a:ext cx="3264408" cy="677108"/>
          </a:xfrm>
        </p:spPr>
        <p:txBody>
          <a:bodyPr/>
          <a:lstStyle/>
          <a:p>
            <a:r>
              <a:rPr lang="en-US" dirty="0"/>
              <a:t>Space for a two-line subhead here</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5217" y="2390775"/>
            <a:ext cx="3264408" cy="1320361"/>
          </a:xfrm>
        </p:spPr>
        <p:txBody>
          <a:bodyPr/>
          <a:lstStyle/>
          <a:p>
            <a:r>
              <a:rPr lang="en-US" dirty="0"/>
              <a:t>This placeholder is designed with bulleted text</a:t>
            </a:r>
          </a:p>
          <a:p>
            <a:r>
              <a:rPr lang="en-US" dirty="0"/>
              <a:t>It’s easy to add bullets</a:t>
            </a:r>
          </a:p>
          <a:p>
            <a:r>
              <a:rPr lang="en-US" dirty="0"/>
              <a:t>Select the text, then on the Home menu, click the bullet list icon</a:t>
            </a:r>
          </a:p>
        </p:txBody>
      </p:sp>
      <p:sp>
        <p:nvSpPr>
          <p:cNvPr id="7" name="Text Placeholder 6">
            <a:extLst>
              <a:ext uri="{FF2B5EF4-FFF2-40B4-BE49-F238E27FC236}">
                <a16:creationId xmlns:a16="http://schemas.microsoft.com/office/drawing/2014/main" id="{72586467-7936-4E76-9180-189FF966B546}"/>
              </a:ext>
            </a:extLst>
          </p:cNvPr>
          <p:cNvSpPr>
            <a:spLocks noGrp="1"/>
          </p:cNvSpPr>
          <p:nvPr>
            <p:ph type="body" sz="quarter" idx="17"/>
          </p:nvPr>
        </p:nvSpPr>
        <p:spPr>
          <a:xfrm>
            <a:off x="4463796" y="1438275"/>
            <a:ext cx="3264408" cy="677108"/>
          </a:xfrm>
        </p:spPr>
        <p:txBody>
          <a:bodyPr/>
          <a:lstStyle/>
          <a:p>
            <a:r>
              <a:rPr lang="en-US" dirty="0"/>
              <a:t>Wrap short </a:t>
            </a:r>
          </a:p>
          <a:p>
            <a:r>
              <a:rPr lang="en-US" dirty="0"/>
              <a:t>subheads</a:t>
            </a:r>
          </a:p>
        </p:txBody>
      </p:sp>
      <p:sp>
        <p:nvSpPr>
          <p:cNvPr id="14" name="Text Placeholder 13">
            <a:extLst>
              <a:ext uri="{FF2B5EF4-FFF2-40B4-BE49-F238E27FC236}">
                <a16:creationId xmlns:a16="http://schemas.microsoft.com/office/drawing/2014/main" id="{12F57858-903C-46A9-9906-73E81D0FC7B7}"/>
              </a:ext>
            </a:extLst>
          </p:cNvPr>
          <p:cNvSpPr>
            <a:spLocks noGrp="1"/>
          </p:cNvSpPr>
          <p:nvPr>
            <p:ph type="body" sz="quarter" idx="18"/>
          </p:nvPr>
        </p:nvSpPr>
        <p:spPr>
          <a:xfrm>
            <a:off x="8342375" y="1438275"/>
            <a:ext cx="3264408" cy="677108"/>
          </a:xfrm>
        </p:spPr>
        <p:txBody>
          <a:bodyPr/>
          <a:lstStyle/>
          <a:p>
            <a:r>
              <a:rPr lang="en-US" dirty="0"/>
              <a:t>Adjust lower text </a:t>
            </a:r>
            <a:br>
              <a:rPr lang="en-US" dirty="0"/>
            </a:br>
            <a:r>
              <a:rPr lang="en-US" dirty="0"/>
              <a:t>blocks up or down</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9"/>
          </p:nvPr>
        </p:nvSpPr>
        <p:spPr>
          <a:xfrm>
            <a:off x="4463796" y="2390775"/>
            <a:ext cx="3264408" cy="1320361"/>
          </a:xfrm>
        </p:spPr>
        <p:txBody>
          <a:bodyPr/>
          <a:lstStyle/>
          <a:p>
            <a:r>
              <a:rPr lang="en-US" dirty="0"/>
              <a:t>Keep the top edge of text blocks aligned</a:t>
            </a:r>
          </a:p>
          <a:p>
            <a:r>
              <a:rPr lang="en-US" dirty="0"/>
              <a:t>More text</a:t>
            </a:r>
          </a:p>
          <a:p>
            <a:r>
              <a:rPr lang="en-US" dirty="0"/>
              <a:t>More text</a:t>
            </a:r>
          </a:p>
        </p:txBody>
      </p:sp>
      <p:sp>
        <p:nvSpPr>
          <p:cNvPr id="15" name="Text Placeholder 14">
            <a:extLst>
              <a:ext uri="{FF2B5EF4-FFF2-40B4-BE49-F238E27FC236}">
                <a16:creationId xmlns:a16="http://schemas.microsoft.com/office/drawing/2014/main" id="{2FF092BA-E74B-41E0-B979-21F5F7022827}"/>
              </a:ext>
            </a:extLst>
          </p:cNvPr>
          <p:cNvSpPr>
            <a:spLocks noGrp="1"/>
          </p:cNvSpPr>
          <p:nvPr>
            <p:ph type="body" sz="quarter" idx="20"/>
          </p:nvPr>
        </p:nvSpPr>
        <p:spPr>
          <a:xfrm>
            <a:off x="8342375" y="2390775"/>
            <a:ext cx="3264408" cy="1320361"/>
          </a:xfrm>
        </p:spPr>
        <p:txBody>
          <a:bodyPr/>
          <a:lstStyle/>
          <a:p>
            <a:r>
              <a:rPr lang="en-US" dirty="0"/>
              <a:t>Keep the top edge of text blocks aligned</a:t>
            </a:r>
          </a:p>
          <a:p>
            <a:r>
              <a:rPr lang="en-US" dirty="0"/>
              <a:t>More text</a:t>
            </a:r>
          </a:p>
          <a:p>
            <a:r>
              <a:rPr lang="en-US" dirty="0"/>
              <a:t>More text</a:t>
            </a:r>
          </a:p>
        </p:txBody>
      </p:sp>
      <p:sp>
        <p:nvSpPr>
          <p:cNvPr id="2" name="TextBox 1">
            <a:extLst>
              <a:ext uri="{FF2B5EF4-FFF2-40B4-BE49-F238E27FC236}">
                <a16:creationId xmlns:a16="http://schemas.microsoft.com/office/drawing/2014/main" id="{9B20A841-AC82-EBE0-1F85-64ACB56645EB}"/>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289353814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a:t>Four text columns with subheads</a:t>
            </a:r>
            <a:endParaRPr lang="en-US" dirty="0"/>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4200" y="1438275"/>
            <a:ext cx="2532063" cy="553998"/>
          </a:xfrm>
        </p:spPr>
        <p:txBody>
          <a:bodyPr/>
          <a:lstStyle/>
          <a:p>
            <a:r>
              <a:rPr lang="en-US"/>
              <a:t>Space for a two-line subhead here</a:t>
            </a:r>
            <a:endParaRPr lang="en-US" dirty="0"/>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283115"/>
            <a:ext cx="2532063" cy="1221873"/>
          </a:xfrm>
        </p:spPr>
        <p:txBody>
          <a:bodyPr/>
          <a:lstStyle/>
          <a:p>
            <a:r>
              <a:rPr lang="en-US" dirty="0"/>
              <a:t>This placeholder is designed with bulleted text</a:t>
            </a:r>
          </a:p>
          <a:p>
            <a:r>
              <a:rPr lang="en-US" dirty="0"/>
              <a:t>It’s easy to remove bullets</a:t>
            </a:r>
          </a:p>
          <a:p>
            <a:r>
              <a:rPr lang="en-US" dirty="0"/>
              <a:t>Select the text, then on the Home menu, click the bullet list icon</a:t>
            </a:r>
          </a:p>
        </p:txBody>
      </p:sp>
      <p:sp>
        <p:nvSpPr>
          <p:cNvPr id="7" name="Text Placeholder 6">
            <a:extLst>
              <a:ext uri="{FF2B5EF4-FFF2-40B4-BE49-F238E27FC236}">
                <a16:creationId xmlns:a16="http://schemas.microsoft.com/office/drawing/2014/main" id="{72586467-7936-4E76-9180-189FF966B546}"/>
              </a:ext>
            </a:extLst>
          </p:cNvPr>
          <p:cNvSpPr>
            <a:spLocks noGrp="1"/>
          </p:cNvSpPr>
          <p:nvPr>
            <p:ph type="body" sz="quarter" idx="17"/>
          </p:nvPr>
        </p:nvSpPr>
        <p:spPr>
          <a:xfrm>
            <a:off x="3413125" y="1438275"/>
            <a:ext cx="2533650" cy="647870"/>
          </a:xfrm>
        </p:spPr>
        <p:txBody>
          <a:bodyPr/>
          <a:lstStyle/>
          <a:p>
            <a:pPr marL="0" indent="0">
              <a:buNone/>
            </a:pPr>
            <a:r>
              <a:rPr lang="en-US" dirty="0"/>
              <a:t>Wrap short </a:t>
            </a:r>
          </a:p>
          <a:p>
            <a:pPr marL="0" indent="0">
              <a:buNone/>
            </a:pPr>
            <a:r>
              <a:rPr lang="en-US" dirty="0"/>
              <a:t>subheads</a:t>
            </a:r>
          </a:p>
        </p:txBody>
      </p:sp>
      <p:sp>
        <p:nvSpPr>
          <p:cNvPr id="14" name="Text Placeholder 13">
            <a:extLst>
              <a:ext uri="{FF2B5EF4-FFF2-40B4-BE49-F238E27FC236}">
                <a16:creationId xmlns:a16="http://schemas.microsoft.com/office/drawing/2014/main" id="{12F57858-903C-46A9-9906-73E81D0FC7B7}"/>
              </a:ext>
            </a:extLst>
          </p:cNvPr>
          <p:cNvSpPr>
            <a:spLocks noGrp="1"/>
          </p:cNvSpPr>
          <p:nvPr>
            <p:ph type="body" sz="quarter" idx="18"/>
          </p:nvPr>
        </p:nvSpPr>
        <p:spPr>
          <a:xfrm>
            <a:off x="6244208" y="1438275"/>
            <a:ext cx="2532063" cy="553998"/>
          </a:xfrm>
        </p:spPr>
        <p:txBody>
          <a:bodyPr/>
          <a:lstStyle/>
          <a:p>
            <a:pPr marL="0" indent="0">
              <a:buNone/>
            </a:pPr>
            <a:r>
              <a:rPr lang="en-US" dirty="0"/>
              <a:t>Consistent line </a:t>
            </a:r>
            <a:br>
              <a:rPr lang="en-US" dirty="0"/>
            </a:br>
            <a:r>
              <a:rPr lang="en-US" dirty="0"/>
              <a:t>wraps look better</a:t>
            </a:r>
          </a:p>
        </p:txBody>
      </p:sp>
      <p:sp>
        <p:nvSpPr>
          <p:cNvPr id="16" name="Text Placeholder 15">
            <a:extLst>
              <a:ext uri="{FF2B5EF4-FFF2-40B4-BE49-F238E27FC236}">
                <a16:creationId xmlns:a16="http://schemas.microsoft.com/office/drawing/2014/main" id="{3BD63C8E-5E9F-481E-B5AB-59481AA4EE2D}"/>
              </a:ext>
            </a:extLst>
          </p:cNvPr>
          <p:cNvSpPr>
            <a:spLocks noGrp="1"/>
          </p:cNvSpPr>
          <p:nvPr>
            <p:ph type="body" sz="quarter" idx="20"/>
          </p:nvPr>
        </p:nvSpPr>
        <p:spPr>
          <a:xfrm>
            <a:off x="9070975" y="1438275"/>
            <a:ext cx="2533650" cy="553998"/>
          </a:xfrm>
        </p:spPr>
        <p:txBody>
          <a:bodyPr/>
          <a:lstStyle/>
          <a:p>
            <a:pPr marL="0" indent="0">
              <a:buNone/>
            </a:pPr>
            <a:r>
              <a:rPr lang="en-US" dirty="0"/>
              <a:t>Adjust lower text up or down as needed</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21"/>
          </p:nvPr>
        </p:nvSpPr>
        <p:spPr>
          <a:xfrm>
            <a:off x="3413125" y="2283115"/>
            <a:ext cx="2532063" cy="1221873"/>
          </a:xfrm>
        </p:spPr>
        <p:txBody>
          <a:bodyPr/>
          <a:lstStyle/>
          <a:p>
            <a:r>
              <a:rPr lang="en-US"/>
              <a:t>Keep the top edge of text blocks aligned</a:t>
            </a:r>
          </a:p>
          <a:p>
            <a:r>
              <a:rPr lang="en-US"/>
              <a:t>More text</a:t>
            </a:r>
          </a:p>
          <a:p>
            <a:r>
              <a:rPr lang="en-US"/>
              <a:t>More text</a:t>
            </a:r>
            <a:endParaRPr lang="en-US" dirty="0"/>
          </a:p>
        </p:txBody>
      </p:sp>
      <p:sp>
        <p:nvSpPr>
          <p:cNvPr id="15" name="Text Placeholder 14">
            <a:extLst>
              <a:ext uri="{FF2B5EF4-FFF2-40B4-BE49-F238E27FC236}">
                <a16:creationId xmlns:a16="http://schemas.microsoft.com/office/drawing/2014/main" id="{2FF092BA-E74B-41E0-B979-21F5F7022827}"/>
              </a:ext>
            </a:extLst>
          </p:cNvPr>
          <p:cNvSpPr>
            <a:spLocks noGrp="1"/>
          </p:cNvSpPr>
          <p:nvPr>
            <p:ph type="body" sz="quarter" idx="22"/>
          </p:nvPr>
        </p:nvSpPr>
        <p:spPr>
          <a:xfrm>
            <a:off x="6242050" y="2283115"/>
            <a:ext cx="2532063" cy="1221873"/>
          </a:xfrm>
        </p:spPr>
        <p:txBody>
          <a:bodyPr/>
          <a:lstStyle/>
          <a:p>
            <a:r>
              <a:rPr lang="en-US" dirty="0"/>
              <a:t>Keep the top edge of text blocks aligned</a:t>
            </a:r>
          </a:p>
          <a:p>
            <a:r>
              <a:rPr lang="en-US" dirty="0"/>
              <a:t>More text</a:t>
            </a:r>
          </a:p>
          <a:p>
            <a:r>
              <a:rPr lang="en-US" dirty="0"/>
              <a:t>More text</a:t>
            </a:r>
          </a:p>
        </p:txBody>
      </p:sp>
      <p:sp>
        <p:nvSpPr>
          <p:cNvPr id="17" name="Text Placeholder 16">
            <a:extLst>
              <a:ext uri="{FF2B5EF4-FFF2-40B4-BE49-F238E27FC236}">
                <a16:creationId xmlns:a16="http://schemas.microsoft.com/office/drawing/2014/main" id="{3D3596B4-05D2-428D-BC8E-D18CB32B42AF}"/>
              </a:ext>
            </a:extLst>
          </p:cNvPr>
          <p:cNvSpPr>
            <a:spLocks noGrp="1"/>
          </p:cNvSpPr>
          <p:nvPr>
            <p:ph type="body" sz="quarter" idx="23"/>
          </p:nvPr>
        </p:nvSpPr>
        <p:spPr>
          <a:xfrm>
            <a:off x="9070975" y="2283115"/>
            <a:ext cx="2532063" cy="1221873"/>
          </a:xfrm>
        </p:spPr>
        <p:txBody>
          <a:bodyPr/>
          <a:lstStyle/>
          <a:p>
            <a:r>
              <a:rPr lang="en-US"/>
              <a:t>Keep the top edge of text blocks aligned</a:t>
            </a:r>
          </a:p>
          <a:p>
            <a:r>
              <a:rPr lang="en-US"/>
              <a:t>More text</a:t>
            </a:r>
          </a:p>
          <a:p>
            <a:r>
              <a:rPr lang="en-US"/>
              <a:t>More text</a:t>
            </a:r>
            <a:endParaRPr lang="en-US" dirty="0"/>
          </a:p>
        </p:txBody>
      </p:sp>
      <p:sp>
        <p:nvSpPr>
          <p:cNvPr id="2" name="TextBox 1">
            <a:extLst>
              <a:ext uri="{FF2B5EF4-FFF2-40B4-BE49-F238E27FC236}">
                <a16:creationId xmlns:a16="http://schemas.microsoft.com/office/drawing/2014/main" id="{D1767DEA-9EFD-1621-B036-CC9C7F9D0B82}"/>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51079335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a:xfrm>
            <a:off x="588263" y="2016203"/>
            <a:ext cx="4158362" cy="1107996"/>
          </a:xfrm>
        </p:spPr>
        <p:txBody>
          <a:bodyPr/>
          <a:lstStyle/>
          <a:p>
            <a:r>
              <a:rPr lang="en-US" dirty="0"/>
              <a:t>Title square photo layout</a:t>
            </a:r>
          </a:p>
        </p:txBody>
      </p:sp>
      <p:sp>
        <p:nvSpPr>
          <p:cNvPr id="3" name="Text Placeholder 2">
            <a:extLst>
              <a:ext uri="{FF2B5EF4-FFF2-40B4-BE49-F238E27FC236}">
                <a16:creationId xmlns:a16="http://schemas.microsoft.com/office/drawing/2014/main" id="{EB03E4EA-274B-4BE4-9A52-00B5B2697A08}"/>
              </a:ext>
            </a:extLst>
          </p:cNvPr>
          <p:cNvSpPr>
            <a:spLocks noGrp="1"/>
          </p:cNvSpPr>
          <p:nvPr>
            <p:ph type="body" sz="quarter" idx="10"/>
          </p:nvPr>
        </p:nvSpPr>
        <p:spPr/>
        <p:txBody>
          <a:bodyPr/>
          <a:lstStyle/>
          <a:p>
            <a:r>
              <a:rPr lang="en-US" dirty="0"/>
              <a:t>Smaller text</a:t>
            </a:r>
          </a:p>
        </p:txBody>
      </p:sp>
      <p:sp>
        <p:nvSpPr>
          <p:cNvPr id="6" name="Picture Placeholder 5" descr="This photo is a 'placeholder' only. Drag or drop your photo here, or click and tap the center to insert a photo.">
            <a:extLst>
              <a:ext uri="{FF2B5EF4-FFF2-40B4-BE49-F238E27FC236}">
                <a16:creationId xmlns:a16="http://schemas.microsoft.com/office/drawing/2014/main" id="{90EC379E-CA6F-458B-BB1A-FE53731504E9}"/>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1490695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p:txBody>
          <a:bodyPr/>
          <a:lstStyle/>
          <a:p>
            <a:r>
              <a:rPr lang="en-US" dirty="0"/>
              <a:t>Square photo layout </a:t>
            </a:r>
          </a:p>
        </p:txBody>
      </p:sp>
      <p:sp>
        <p:nvSpPr>
          <p:cNvPr id="2" name="Picture Placeholder 1" descr="This photo is a 'placeholder' only. Drag or drop your photo here, or click and tap the center to insert a photo.">
            <a:extLst>
              <a:ext uri="{FF2B5EF4-FFF2-40B4-BE49-F238E27FC236}">
                <a16:creationId xmlns:a16="http://schemas.microsoft.com/office/drawing/2014/main" id="{EAE4E439-9990-4EB5-BA7C-DB1E71AEDCD9}"/>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18116659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p:txBody>
          <a:bodyPr/>
          <a:lstStyle/>
          <a:p>
            <a:r>
              <a:rPr lang="en-US"/>
              <a:t>Two photos side-by-side layout</a:t>
            </a:r>
            <a:endParaRPr lang="en-US" dirty="0"/>
          </a:p>
        </p:txBody>
      </p:sp>
      <p:sp>
        <p:nvSpPr>
          <p:cNvPr id="4" name="Text Placeholder 3">
            <a:extLst>
              <a:ext uri="{FF2B5EF4-FFF2-40B4-BE49-F238E27FC236}">
                <a16:creationId xmlns:a16="http://schemas.microsoft.com/office/drawing/2014/main" id="{DBFED5CB-0F60-480C-8DFA-C6BECBE03F8D}"/>
              </a:ext>
            </a:extLst>
          </p:cNvPr>
          <p:cNvSpPr>
            <a:spLocks noGrp="1"/>
          </p:cNvSpPr>
          <p:nvPr>
            <p:ph type="body" sz="quarter" idx="16"/>
          </p:nvPr>
        </p:nvSpPr>
        <p:spPr/>
        <p:txBody>
          <a:bodyPr/>
          <a:lstStyle/>
          <a:p>
            <a:r>
              <a:rPr lang="en-US"/>
              <a:t>Click </a:t>
            </a:r>
            <a:r>
              <a:rPr lang="en-US">
                <a:solidFill>
                  <a:schemeClr val="accent1"/>
                </a:solidFill>
              </a:rPr>
              <a:t>Home &gt; Layout </a:t>
            </a:r>
            <a:r>
              <a:rPr lang="en-US"/>
              <a:t>to find more photo layouts</a:t>
            </a:r>
            <a:endParaRPr lang="en-US" dirty="0"/>
          </a:p>
        </p:txBody>
      </p:sp>
      <p:sp>
        <p:nvSpPr>
          <p:cNvPr id="20" name="Picture Placeholder 19" descr="This photo is a 'placeholder' only. Drag or drop your photo here, or click and tap the center to insert a photo.">
            <a:extLst>
              <a:ext uri="{FF2B5EF4-FFF2-40B4-BE49-F238E27FC236}">
                <a16:creationId xmlns:a16="http://schemas.microsoft.com/office/drawing/2014/main" id="{4C2AF106-638F-4EEC-99B4-EE796C96E11B}"/>
              </a:ext>
            </a:extLst>
          </p:cNvPr>
          <p:cNvSpPr>
            <a:spLocks noGrp="1"/>
          </p:cNvSpPr>
          <p:nvPr>
            <p:ph type="pic" sz="quarter" idx="13"/>
          </p:nvPr>
        </p:nvSpPr>
        <p:spPr/>
        <p:txBody>
          <a:bodyPr/>
          <a:lstStyle/>
          <a:p>
            <a:endParaRPr lang="en-US"/>
          </a:p>
        </p:txBody>
      </p:sp>
      <p:sp>
        <p:nvSpPr>
          <p:cNvPr id="6" name="Text Placeholder 5">
            <a:extLst>
              <a:ext uri="{FF2B5EF4-FFF2-40B4-BE49-F238E27FC236}">
                <a16:creationId xmlns:a16="http://schemas.microsoft.com/office/drawing/2014/main" id="{1B0E91F6-F618-4448-89FB-05078231BEA7}"/>
              </a:ext>
            </a:extLst>
          </p:cNvPr>
          <p:cNvSpPr>
            <a:spLocks noGrp="1"/>
          </p:cNvSpPr>
          <p:nvPr>
            <p:ph type="body" sz="quarter" idx="18"/>
          </p:nvPr>
        </p:nvSpPr>
        <p:spPr/>
        <p:txBody>
          <a:bodyPr/>
          <a:lstStyle/>
          <a:p>
            <a:r>
              <a:rPr lang="en-US"/>
              <a:t>Text placeholder</a:t>
            </a:r>
            <a:endParaRPr lang="en-US" dirty="0"/>
          </a:p>
        </p:txBody>
      </p:sp>
      <p:sp>
        <p:nvSpPr>
          <p:cNvPr id="21" name="Picture Placeholder 20" descr="This photo is a 'placeholder' only. Drag or drop your photo here, or click and tap the center to insert a photo.">
            <a:extLst>
              <a:ext uri="{FF2B5EF4-FFF2-40B4-BE49-F238E27FC236}">
                <a16:creationId xmlns:a16="http://schemas.microsoft.com/office/drawing/2014/main" id="{C3F13AE1-6DF6-44C8-8E77-DE9482E06DC8}"/>
              </a:ext>
            </a:extLst>
          </p:cNvPr>
          <p:cNvSpPr>
            <a:spLocks noGrp="1"/>
          </p:cNvSpPr>
          <p:nvPr>
            <p:ph type="pic" sz="quarter" idx="15"/>
          </p:nvPr>
        </p:nvSpPr>
        <p:spPr/>
        <p:txBody>
          <a:bodyPr/>
          <a:lstStyle/>
          <a:p>
            <a:endParaRPr lang="en-US"/>
          </a:p>
        </p:txBody>
      </p:sp>
      <p:sp>
        <p:nvSpPr>
          <p:cNvPr id="2" name="TextBox 1">
            <a:extLst>
              <a:ext uri="{FF2B5EF4-FFF2-40B4-BE49-F238E27FC236}">
                <a16:creationId xmlns:a16="http://schemas.microsoft.com/office/drawing/2014/main" id="{05C86972-370A-596E-480B-581C74EC4E8E}"/>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426907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B51B6F-A6B6-4C5C-87D8-20DB1C857613}"/>
              </a:ext>
            </a:extLst>
          </p:cNvPr>
          <p:cNvSpPr>
            <a:spLocks noGrp="1"/>
          </p:cNvSpPr>
          <p:nvPr>
            <p:ph type="title"/>
          </p:nvPr>
        </p:nvSpPr>
        <p:spPr>
          <a:xfrm>
            <a:off x="588263" y="457200"/>
            <a:ext cx="11018520" cy="553998"/>
          </a:xfrm>
        </p:spPr>
        <p:txBody>
          <a:bodyPr/>
          <a:lstStyle/>
          <a:p>
            <a:r>
              <a:rPr lang="en-US"/>
              <a:t>Three photos layout</a:t>
            </a:r>
            <a:endParaRPr lang="en-US" dirty="0"/>
          </a:p>
        </p:txBody>
      </p:sp>
      <p:sp>
        <p:nvSpPr>
          <p:cNvPr id="11" name="Text Placeholder 10">
            <a:extLst>
              <a:ext uri="{FF2B5EF4-FFF2-40B4-BE49-F238E27FC236}">
                <a16:creationId xmlns:a16="http://schemas.microsoft.com/office/drawing/2014/main" id="{0CF24D87-8BE8-48F5-A782-AABCF1702CF5}"/>
              </a:ext>
            </a:extLst>
          </p:cNvPr>
          <p:cNvSpPr>
            <a:spLocks noGrp="1"/>
          </p:cNvSpPr>
          <p:nvPr>
            <p:ph type="body" sz="quarter" idx="16"/>
          </p:nvPr>
        </p:nvSpPr>
        <p:spPr>
          <a:xfrm>
            <a:off x="582613" y="5689600"/>
            <a:ext cx="3475037" cy="553998"/>
          </a:xfrm>
        </p:spPr>
        <p:txBody>
          <a:bodyPr/>
          <a:lstStyle/>
          <a:p>
            <a:r>
              <a:rPr lang="en-US" sz="1800"/>
              <a:t>Click </a:t>
            </a:r>
            <a:r>
              <a:rPr lang="en-US" sz="1800">
                <a:solidFill>
                  <a:schemeClr val="accent1"/>
                </a:solidFill>
              </a:rPr>
              <a:t>Home &gt; Layout </a:t>
            </a:r>
            <a:r>
              <a:rPr lang="en-US" sz="1800"/>
              <a:t>to find more photo layouts</a:t>
            </a:r>
            <a:endParaRPr lang="en-US" dirty="0"/>
          </a:p>
        </p:txBody>
      </p:sp>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6B56B57A-5CF7-448F-BC81-137D7A82A0EC}"/>
              </a:ext>
            </a:extLst>
          </p:cNvPr>
          <p:cNvSpPr>
            <a:spLocks noGrp="1"/>
          </p:cNvSpPr>
          <p:nvPr>
            <p:ph type="pic" sz="quarter" idx="13"/>
          </p:nvPr>
        </p:nvSpPr>
        <p:spPr/>
        <p:txBody>
          <a:bodyPr/>
          <a:lstStyle/>
          <a:p>
            <a:endParaRPr lang="en-US"/>
          </a:p>
        </p:txBody>
      </p:sp>
      <p:sp>
        <p:nvSpPr>
          <p:cNvPr id="12" name="Text Placeholder 11">
            <a:extLst>
              <a:ext uri="{FF2B5EF4-FFF2-40B4-BE49-F238E27FC236}">
                <a16:creationId xmlns:a16="http://schemas.microsoft.com/office/drawing/2014/main" id="{42466CB0-8E3A-4B11-BE5B-DB09D902EB09}"/>
              </a:ext>
            </a:extLst>
          </p:cNvPr>
          <p:cNvSpPr>
            <a:spLocks noGrp="1"/>
          </p:cNvSpPr>
          <p:nvPr>
            <p:ph type="body" sz="quarter" idx="17"/>
          </p:nvPr>
        </p:nvSpPr>
        <p:spPr>
          <a:xfrm>
            <a:off x="4358640" y="5689600"/>
            <a:ext cx="3475037" cy="307777"/>
          </a:xfrm>
        </p:spPr>
        <p:txBody>
          <a:bodyPr/>
          <a:lstStyle/>
          <a:p>
            <a:r>
              <a:rPr lang="en-US"/>
              <a:t>Text placeholder</a:t>
            </a:r>
            <a:endParaRPr lang="en-US" dirty="0"/>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A078E6D4-B91A-431C-8C2F-A6FD9891FF29}"/>
              </a:ext>
            </a:extLst>
          </p:cNvPr>
          <p:cNvSpPr>
            <a:spLocks noGrp="1"/>
          </p:cNvSpPr>
          <p:nvPr>
            <p:ph type="pic" sz="quarter" idx="14"/>
          </p:nvPr>
        </p:nvSpPr>
        <p:spPr/>
        <p:txBody>
          <a:bodyPr/>
          <a:lstStyle/>
          <a:p>
            <a:endParaRPr lang="en-US"/>
          </a:p>
        </p:txBody>
      </p:sp>
      <p:sp>
        <p:nvSpPr>
          <p:cNvPr id="13" name="Text Placeholder 12">
            <a:extLst>
              <a:ext uri="{FF2B5EF4-FFF2-40B4-BE49-F238E27FC236}">
                <a16:creationId xmlns:a16="http://schemas.microsoft.com/office/drawing/2014/main" id="{062B81A3-15C0-4615-9103-E530FFE58E9B}"/>
              </a:ext>
            </a:extLst>
          </p:cNvPr>
          <p:cNvSpPr>
            <a:spLocks noGrp="1"/>
          </p:cNvSpPr>
          <p:nvPr>
            <p:ph type="body" sz="quarter" idx="18"/>
          </p:nvPr>
        </p:nvSpPr>
        <p:spPr>
          <a:xfrm>
            <a:off x="8134351" y="5689600"/>
            <a:ext cx="3475037" cy="307777"/>
          </a:xfrm>
        </p:spPr>
        <p:txBody>
          <a:bodyPr/>
          <a:lstStyle/>
          <a:p>
            <a:r>
              <a:rPr lang="en-US"/>
              <a:t>Text placeholder</a:t>
            </a:r>
            <a:endParaRPr lang="en-US" dirty="0"/>
          </a:p>
        </p:txBody>
      </p:sp>
      <p:sp>
        <p:nvSpPr>
          <p:cNvPr id="10" name="Picture Placeholder 9" descr="This photo is a 'placeholder' only. Drag or drop your photo here, or click and tap the center to insert a photo.">
            <a:extLst>
              <a:ext uri="{FF2B5EF4-FFF2-40B4-BE49-F238E27FC236}">
                <a16:creationId xmlns:a16="http://schemas.microsoft.com/office/drawing/2014/main" id="{C3281AC1-12FA-4321-9290-F3FD9C085409}"/>
              </a:ext>
            </a:extLst>
          </p:cNvPr>
          <p:cNvSpPr>
            <a:spLocks noGrp="1"/>
          </p:cNvSpPr>
          <p:nvPr>
            <p:ph type="pic" sz="quarter" idx="15"/>
          </p:nvPr>
        </p:nvSpPr>
        <p:spPr/>
        <p:txBody>
          <a:bodyPr/>
          <a:lstStyle/>
          <a:p>
            <a:endParaRPr lang="en-US"/>
          </a:p>
        </p:txBody>
      </p:sp>
      <p:sp>
        <p:nvSpPr>
          <p:cNvPr id="2" name="TextBox 1">
            <a:extLst>
              <a:ext uri="{FF2B5EF4-FFF2-40B4-BE49-F238E27FC236}">
                <a16:creationId xmlns:a16="http://schemas.microsoft.com/office/drawing/2014/main" id="{F58F235A-A54C-A2AB-493F-AEBA7888835F}"/>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12378158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E6FC63-1669-41F3-A9A6-39B6FB141690}"/>
              </a:ext>
            </a:extLst>
          </p:cNvPr>
          <p:cNvSpPr>
            <a:spLocks noGrp="1"/>
          </p:cNvSpPr>
          <p:nvPr>
            <p:ph type="title"/>
          </p:nvPr>
        </p:nvSpPr>
        <p:spPr/>
        <p:txBody>
          <a:bodyPr/>
          <a:lstStyle/>
          <a:p>
            <a:r>
              <a:rPr lang="en-US"/>
              <a:t>Four photos layout</a:t>
            </a:r>
            <a:endParaRPr lang="en-US" dirty="0"/>
          </a:p>
        </p:txBody>
      </p:sp>
      <p:sp>
        <p:nvSpPr>
          <p:cNvPr id="11" name="Text Placeholder 10">
            <a:extLst>
              <a:ext uri="{FF2B5EF4-FFF2-40B4-BE49-F238E27FC236}">
                <a16:creationId xmlns:a16="http://schemas.microsoft.com/office/drawing/2014/main" id="{A209D23C-50F2-48D6-BAA7-3B9D6572CD44}"/>
              </a:ext>
            </a:extLst>
          </p:cNvPr>
          <p:cNvSpPr>
            <a:spLocks noGrp="1"/>
          </p:cNvSpPr>
          <p:nvPr>
            <p:ph type="body" sz="quarter" idx="16"/>
          </p:nvPr>
        </p:nvSpPr>
        <p:spPr>
          <a:xfrm>
            <a:off x="582613" y="4753938"/>
            <a:ext cx="2532888" cy="553998"/>
          </a:xfrm>
        </p:spPr>
        <p:txBody>
          <a:bodyPr/>
          <a:lstStyle/>
          <a:p>
            <a:r>
              <a:rPr lang="en-US"/>
              <a:t>Click </a:t>
            </a:r>
            <a:r>
              <a:rPr lang="en-US">
                <a:solidFill>
                  <a:schemeClr val="accent1"/>
                </a:solidFill>
              </a:rPr>
              <a:t>Home &gt; Layout </a:t>
            </a:r>
            <a:r>
              <a:rPr lang="en-US"/>
              <a:t>to find more photo layouts</a:t>
            </a:r>
            <a:endParaRPr lang="en-US" dirty="0"/>
          </a:p>
        </p:txBody>
      </p:sp>
      <p:sp>
        <p:nvSpPr>
          <p:cNvPr id="20" name="Picture Placeholder 19" descr="This photo is a 'placeholder' only. Drag or drop your photo here, or click and tap the center to insert a photo.">
            <a:extLst>
              <a:ext uri="{FF2B5EF4-FFF2-40B4-BE49-F238E27FC236}">
                <a16:creationId xmlns:a16="http://schemas.microsoft.com/office/drawing/2014/main" id="{2049E1DB-541D-4841-99DF-7BDAAC55D0D9}"/>
              </a:ext>
            </a:extLst>
          </p:cNvPr>
          <p:cNvSpPr>
            <a:spLocks noGrp="1"/>
          </p:cNvSpPr>
          <p:nvPr>
            <p:ph type="pic" sz="quarter" idx="13"/>
          </p:nvPr>
        </p:nvSpPr>
        <p:spPr/>
        <p:txBody>
          <a:bodyPr/>
          <a:lstStyle/>
          <a:p>
            <a:endParaRPr lang="en-US" dirty="0"/>
          </a:p>
        </p:txBody>
      </p:sp>
      <p:sp>
        <p:nvSpPr>
          <p:cNvPr id="12" name="Text Placeholder 11">
            <a:extLst>
              <a:ext uri="{FF2B5EF4-FFF2-40B4-BE49-F238E27FC236}">
                <a16:creationId xmlns:a16="http://schemas.microsoft.com/office/drawing/2014/main" id="{92F542C4-C40B-41ED-B136-472CCC2DF00E}"/>
              </a:ext>
            </a:extLst>
          </p:cNvPr>
          <p:cNvSpPr>
            <a:spLocks noGrp="1"/>
          </p:cNvSpPr>
          <p:nvPr>
            <p:ph type="body" sz="quarter" idx="17"/>
          </p:nvPr>
        </p:nvSpPr>
        <p:spPr/>
        <p:txBody>
          <a:bodyPr/>
          <a:lstStyle/>
          <a:p>
            <a:r>
              <a:rPr lang="en-US"/>
              <a:t>Text placeholder</a:t>
            </a:r>
            <a:endParaRPr lang="en-US" dirty="0"/>
          </a:p>
        </p:txBody>
      </p:sp>
      <p:sp>
        <p:nvSpPr>
          <p:cNvPr id="21" name="Picture Placeholder 20" descr="This photo is a 'placeholder' only. Drag or drop your photo here, or click and tap the center to insert a photo.">
            <a:extLst>
              <a:ext uri="{FF2B5EF4-FFF2-40B4-BE49-F238E27FC236}">
                <a16:creationId xmlns:a16="http://schemas.microsoft.com/office/drawing/2014/main" id="{A681818B-F8D9-444E-8707-6ADDD37B2150}"/>
              </a:ext>
            </a:extLst>
          </p:cNvPr>
          <p:cNvSpPr>
            <a:spLocks noGrp="1"/>
          </p:cNvSpPr>
          <p:nvPr>
            <p:ph type="pic" sz="quarter" idx="14"/>
          </p:nvPr>
        </p:nvSpPr>
        <p:spPr/>
        <p:txBody>
          <a:bodyPr/>
          <a:lstStyle/>
          <a:p>
            <a:endParaRPr lang="en-US"/>
          </a:p>
        </p:txBody>
      </p:sp>
      <p:sp>
        <p:nvSpPr>
          <p:cNvPr id="13" name="Text Placeholder 12">
            <a:extLst>
              <a:ext uri="{FF2B5EF4-FFF2-40B4-BE49-F238E27FC236}">
                <a16:creationId xmlns:a16="http://schemas.microsoft.com/office/drawing/2014/main" id="{B43BB8B0-C02C-44E6-A828-FE52984E9278}"/>
              </a:ext>
            </a:extLst>
          </p:cNvPr>
          <p:cNvSpPr>
            <a:spLocks noGrp="1"/>
          </p:cNvSpPr>
          <p:nvPr>
            <p:ph type="body" sz="quarter" idx="18"/>
          </p:nvPr>
        </p:nvSpPr>
        <p:spPr/>
        <p:txBody>
          <a:bodyPr/>
          <a:lstStyle/>
          <a:p>
            <a:r>
              <a:rPr lang="en-US"/>
              <a:t>Text placeholder</a:t>
            </a:r>
            <a:endParaRPr lang="en-US" dirty="0"/>
          </a:p>
        </p:txBody>
      </p:sp>
      <p:sp>
        <p:nvSpPr>
          <p:cNvPr id="22" name="Picture Placeholder 21" descr="This photo is a 'placeholder' only. Drag or drop your photo here, or click and tap the center to insert a photo.">
            <a:extLst>
              <a:ext uri="{FF2B5EF4-FFF2-40B4-BE49-F238E27FC236}">
                <a16:creationId xmlns:a16="http://schemas.microsoft.com/office/drawing/2014/main" id="{7A7C9DE3-B502-4843-BD13-228FA6856866}"/>
              </a:ext>
            </a:extLst>
          </p:cNvPr>
          <p:cNvSpPr>
            <a:spLocks noGrp="1"/>
          </p:cNvSpPr>
          <p:nvPr>
            <p:ph type="pic" sz="quarter" idx="15"/>
          </p:nvPr>
        </p:nvSpPr>
        <p:spPr/>
        <p:txBody>
          <a:bodyPr/>
          <a:lstStyle/>
          <a:p>
            <a:endParaRPr lang="en-US"/>
          </a:p>
        </p:txBody>
      </p:sp>
      <p:sp>
        <p:nvSpPr>
          <p:cNvPr id="15" name="Text Placeholder 14">
            <a:extLst>
              <a:ext uri="{FF2B5EF4-FFF2-40B4-BE49-F238E27FC236}">
                <a16:creationId xmlns:a16="http://schemas.microsoft.com/office/drawing/2014/main" id="{4A98B624-6FA8-4859-B87B-A01D7E95DB26}"/>
              </a:ext>
            </a:extLst>
          </p:cNvPr>
          <p:cNvSpPr>
            <a:spLocks noGrp="1"/>
          </p:cNvSpPr>
          <p:nvPr>
            <p:ph type="body" sz="quarter" idx="20"/>
          </p:nvPr>
        </p:nvSpPr>
        <p:spPr/>
        <p:txBody>
          <a:bodyPr/>
          <a:lstStyle/>
          <a:p>
            <a:r>
              <a:rPr lang="en-US"/>
              <a:t>Text placeholder</a:t>
            </a:r>
            <a:endParaRPr lang="en-US" dirty="0"/>
          </a:p>
        </p:txBody>
      </p:sp>
      <p:sp>
        <p:nvSpPr>
          <p:cNvPr id="23" name="Picture Placeholder 22" descr="This photo is a 'placeholder' only. Drag or drop your photo here, or click and tap the center to insert a photo.">
            <a:extLst>
              <a:ext uri="{FF2B5EF4-FFF2-40B4-BE49-F238E27FC236}">
                <a16:creationId xmlns:a16="http://schemas.microsoft.com/office/drawing/2014/main" id="{40D53ACD-897B-4430-8293-4221A7C38F32}"/>
              </a:ext>
            </a:extLst>
          </p:cNvPr>
          <p:cNvSpPr>
            <a:spLocks noGrp="1"/>
          </p:cNvSpPr>
          <p:nvPr>
            <p:ph type="pic" sz="quarter" idx="19"/>
          </p:nvPr>
        </p:nvSpPr>
        <p:spPr/>
        <p:txBody>
          <a:bodyPr/>
          <a:lstStyle/>
          <a:p>
            <a:endParaRPr lang="en-US"/>
          </a:p>
        </p:txBody>
      </p:sp>
      <p:sp>
        <p:nvSpPr>
          <p:cNvPr id="2" name="TextBox 1">
            <a:extLst>
              <a:ext uri="{FF2B5EF4-FFF2-40B4-BE49-F238E27FC236}">
                <a16:creationId xmlns:a16="http://schemas.microsoft.com/office/drawing/2014/main" id="{F8389735-6F39-9B1C-F388-8E165FCF1CD5}"/>
              </a:ext>
            </a:extLst>
          </p:cNvPr>
          <p:cNvSpPr txBox="1"/>
          <p:nvPr/>
        </p:nvSpPr>
        <p:spPr>
          <a:xfrm>
            <a:off x="5116565" y="6577321"/>
            <a:ext cx="195887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300" normalizeH="0" baseline="0" noProof="0">
                <a:ln>
                  <a:noFill/>
                </a:ln>
                <a:solidFill>
                  <a:srgbClr val="000000"/>
                </a:solidFill>
                <a:effectLst/>
                <a:uLnTx/>
                <a:uFillTx/>
                <a:latin typeface="Segoe Sans Text"/>
                <a:ea typeface="+mn-ea"/>
                <a:cs typeface="+mn-cs"/>
              </a:rPr>
              <a:t>MICROSOFT CONFIDENTIAL</a:t>
            </a:r>
          </a:p>
        </p:txBody>
      </p:sp>
    </p:spTree>
    <p:extLst>
      <p:ext uri="{BB962C8B-B14F-4D97-AF65-F5344CB8AC3E}">
        <p14:creationId xmlns:p14="http://schemas.microsoft.com/office/powerpoint/2010/main" val="2334745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descr="This photo is a 'placeholder' only. Drag or drop your photo here, or click and tap the center to insert a photo.">
            <a:extLst>
              <a:ext uri="{FF2B5EF4-FFF2-40B4-BE49-F238E27FC236}">
                <a16:creationId xmlns:a16="http://schemas.microsoft.com/office/drawing/2014/main" id="{1F640E18-D75A-0D15-DE56-54C3978D6462}"/>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E1DF3965-EA1D-4985-BDA2-A46C7FDE1A39}"/>
              </a:ext>
            </a:extLst>
          </p:cNvPr>
          <p:cNvSpPr>
            <a:spLocks noGrp="1"/>
          </p:cNvSpPr>
          <p:nvPr>
            <p:ph type="title"/>
          </p:nvPr>
        </p:nvSpPr>
        <p:spPr/>
        <p:txBody>
          <a:bodyPr/>
          <a:lstStyle/>
          <a:p>
            <a:r>
              <a:rPr lang="en-US" dirty="0"/>
              <a:t>Full bleed photo lower title</a:t>
            </a:r>
          </a:p>
        </p:txBody>
      </p:sp>
    </p:spTree>
    <p:extLst>
      <p:ext uri="{BB962C8B-B14F-4D97-AF65-F5344CB8AC3E}">
        <p14:creationId xmlns:p14="http://schemas.microsoft.com/office/powerpoint/2010/main" val="1122963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Software code layout</a:t>
            </a:r>
          </a:p>
        </p:txBody>
      </p:sp>
      <p:sp>
        <p:nvSpPr>
          <p:cNvPr id="9" name="Text Placeholder 8">
            <a:extLst>
              <a:ext uri="{FF2B5EF4-FFF2-40B4-BE49-F238E27FC236}">
                <a16:creationId xmlns:a16="http://schemas.microsoft.com/office/drawing/2014/main" id="{A7E4170E-63AA-43C4-A6A1-CFD422B79A8C}"/>
              </a:ext>
            </a:extLst>
          </p:cNvPr>
          <p:cNvSpPr>
            <a:spLocks noGrp="1"/>
          </p:cNvSpPr>
          <p:nvPr>
            <p:ph type="body" sz="quarter" idx="13"/>
          </p:nvPr>
        </p:nvSpPr>
        <p:spPr/>
        <p:txBody>
          <a:bodyPr/>
          <a:lstStyle/>
          <a:p>
            <a:r>
              <a:rPr lang="en-US" dirty="0"/>
              <a:t>main.js</a:t>
            </a:r>
          </a:p>
        </p:txBody>
      </p:sp>
      <p:sp>
        <p:nvSpPr>
          <p:cNvPr id="5" name="Text Placeholder 4"/>
          <p:cNvSpPr>
            <a:spLocks noGrp="1"/>
          </p:cNvSpPr>
          <p:nvPr>
            <p:ph type="body" sz="quarter" idx="10"/>
          </p:nvPr>
        </p:nvSpPr>
        <p:spPr/>
        <p:txBody>
          <a:bodyPr/>
          <a:lstStyle/>
          <a:p>
            <a:r>
              <a:rPr lang="en-US" sz="2399" dirty="0">
                <a:solidFill>
                  <a:srgbClr val="0000FF"/>
                </a:solidFill>
              </a:rPr>
              <a:t>async</a:t>
            </a:r>
            <a:r>
              <a:rPr lang="en-US" sz="2399" dirty="0"/>
              <a:t> </a:t>
            </a:r>
            <a:r>
              <a:rPr lang="en-US" sz="2399" dirty="0">
                <a:solidFill>
                  <a:srgbClr val="795E26"/>
                </a:solidFill>
              </a:rPr>
              <a:t>loadHeroes</a:t>
            </a:r>
            <a:r>
              <a:rPr lang="en-US" sz="2399" dirty="0"/>
              <a:t>() {</a:t>
            </a:r>
          </a:p>
          <a:p>
            <a:r>
              <a:rPr lang="en-US" sz="2399" dirty="0"/>
              <a:t>  </a:t>
            </a:r>
            <a:r>
              <a:rPr lang="en-US" sz="2399" dirty="0">
                <a:solidFill>
                  <a:srgbClr val="0000FF"/>
                </a:solidFill>
              </a:rPr>
              <a:t>this</a:t>
            </a:r>
            <a:r>
              <a:rPr lang="en-US" sz="2399" dirty="0"/>
              <a:t>.</a:t>
            </a:r>
            <a:r>
              <a:rPr lang="en-US" sz="2399" dirty="0">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a:solidFill>
                  <a:srgbClr val="0000FF"/>
                </a:solidFill>
              </a:rPr>
              <a:t>this</a:t>
            </a:r>
            <a:r>
              <a:rPr lang="en-US" sz="2399" dirty="0"/>
              <a:t>.</a:t>
            </a:r>
            <a:r>
              <a:rPr lang="en-US" sz="2399" dirty="0">
                <a:solidFill>
                  <a:srgbClr val="795E26"/>
                </a:solidFill>
              </a:rPr>
              <a:t>getHeroesAction</a:t>
            </a:r>
            <a:r>
              <a:rPr lang="en-US" sz="2399" dirty="0"/>
              <a:t>();</a:t>
            </a:r>
          </a:p>
          <a:p>
            <a:r>
              <a:rPr lang="en-US" sz="2399" dirty="0"/>
              <a:t>  </a:t>
            </a:r>
            <a:r>
              <a:rPr lang="en-US" sz="2399" dirty="0">
                <a:solidFill>
                  <a:srgbClr val="0000FF"/>
                </a:solidFill>
              </a:rPr>
              <a:t>this</a:t>
            </a:r>
            <a:r>
              <a:rPr lang="en-US" sz="2399" dirty="0"/>
              <a:t>.</a:t>
            </a:r>
            <a:r>
              <a:rPr lang="en-US" sz="2399" dirty="0">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Tree>
    <p:extLst>
      <p:ext uri="{BB962C8B-B14F-4D97-AF65-F5344CB8AC3E}">
        <p14:creationId xmlns:p14="http://schemas.microsoft.com/office/powerpoint/2010/main" val="31127560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1A18-DCC5-3E49-B09E-446F3A558C8E}"/>
              </a:ext>
            </a:extLst>
          </p:cNvPr>
          <p:cNvSpPr>
            <a:spLocks noGrp="1"/>
          </p:cNvSpPr>
          <p:nvPr>
            <p:ph type="title"/>
          </p:nvPr>
        </p:nvSpPr>
        <p:spPr/>
        <p:txBody>
          <a:bodyPr/>
          <a:lstStyle/>
          <a:p>
            <a:r>
              <a:rPr lang="en-US"/>
              <a:t>Bottom code layout</a:t>
            </a:r>
            <a:endParaRPr lang="en-US" dirty="0"/>
          </a:p>
        </p:txBody>
      </p:sp>
      <p:sp>
        <p:nvSpPr>
          <p:cNvPr id="11" name="Text Placeholder 10">
            <a:extLst>
              <a:ext uri="{FF2B5EF4-FFF2-40B4-BE49-F238E27FC236}">
                <a16:creationId xmlns:a16="http://schemas.microsoft.com/office/drawing/2014/main" id="{07AE3C69-6BB3-A84A-BCA2-E8D1F7781169}"/>
              </a:ext>
            </a:extLst>
          </p:cNvPr>
          <p:cNvSpPr>
            <a:spLocks noGrp="1"/>
          </p:cNvSpPr>
          <p:nvPr>
            <p:ph type="body" sz="quarter" idx="10"/>
          </p:nvPr>
        </p:nvSpPr>
        <p:spPr/>
        <p:txBody>
          <a:bodyPr/>
          <a:lstStyle/>
          <a:p>
            <a:r>
              <a:rPr lang="en-US" dirty="0"/>
              <a:t>Make your important points</a:t>
            </a:r>
          </a:p>
          <a:p>
            <a:r>
              <a:rPr lang="en-US" dirty="0"/>
              <a:t>Paste the code in the bottom section</a:t>
            </a:r>
          </a:p>
          <a:p>
            <a:r>
              <a:rPr lang="en-US" dirty="0"/>
              <a:t>Or paste from VS or VS Code using default light theme</a:t>
            </a:r>
          </a:p>
        </p:txBody>
      </p:sp>
      <p:sp>
        <p:nvSpPr>
          <p:cNvPr id="9" name="Text Placeholder 8">
            <a:extLst>
              <a:ext uri="{FF2B5EF4-FFF2-40B4-BE49-F238E27FC236}">
                <a16:creationId xmlns:a16="http://schemas.microsoft.com/office/drawing/2014/main" id="{C65D9877-6838-9E47-886F-26028339CB93}"/>
              </a:ext>
            </a:extLst>
          </p:cNvPr>
          <p:cNvSpPr>
            <a:spLocks noGrp="1"/>
          </p:cNvSpPr>
          <p:nvPr>
            <p:ph type="body" sz="quarter" idx="13"/>
          </p:nvPr>
        </p:nvSpPr>
        <p:spPr/>
        <p:txBody>
          <a:bodyPr/>
          <a:lstStyle/>
          <a:p>
            <a:r>
              <a:rPr lang="en-US"/>
              <a:t>main.js</a:t>
            </a:r>
          </a:p>
        </p:txBody>
      </p:sp>
      <p:sp>
        <p:nvSpPr>
          <p:cNvPr id="8" name="Text Placeholder 7">
            <a:extLst>
              <a:ext uri="{FF2B5EF4-FFF2-40B4-BE49-F238E27FC236}">
                <a16:creationId xmlns:a16="http://schemas.microsoft.com/office/drawing/2014/main" id="{D356C9A3-B156-574B-B2DF-9FCF81A25E87}"/>
              </a:ext>
            </a:extLst>
          </p:cNvPr>
          <p:cNvSpPr>
            <a:spLocks noGrp="1"/>
          </p:cNvSpPr>
          <p:nvPr>
            <p:ph type="body" sz="quarter" idx="11"/>
          </p:nvPr>
        </p:nvSpPr>
        <p:spPr/>
        <p:txBody>
          <a:bodyPr/>
          <a:lstStyle/>
          <a:p>
            <a:r>
              <a:rPr lang="en-US" sz="2399" dirty="0">
                <a:solidFill>
                  <a:srgbClr val="0000FF"/>
                </a:solidFill>
              </a:rPr>
              <a:t>async</a:t>
            </a:r>
            <a:r>
              <a:rPr lang="en-US" sz="2399" dirty="0"/>
              <a:t> </a:t>
            </a:r>
            <a:r>
              <a:rPr lang="en-US" sz="2399" dirty="0" err="1">
                <a:solidFill>
                  <a:srgbClr val="795E26"/>
                </a:solidFill>
              </a:rPr>
              <a:t>loadHeroes</a:t>
            </a:r>
            <a:r>
              <a:rPr lang="en-US" sz="2399" dirty="0"/>
              <a:t>() {</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err="1">
                <a:solidFill>
                  <a:srgbClr val="0000FF"/>
                </a:solidFill>
              </a:rPr>
              <a:t>this</a:t>
            </a:r>
            <a:r>
              <a:rPr lang="en-US" sz="2399" dirty="0" err="1"/>
              <a:t>.</a:t>
            </a:r>
            <a:r>
              <a:rPr lang="en-US" sz="2399" dirty="0" err="1">
                <a:solidFill>
                  <a:srgbClr val="795E26"/>
                </a:solidFill>
              </a:rPr>
              <a:t>getHeroesAction</a:t>
            </a:r>
            <a:r>
              <a:rPr lang="en-US" sz="2399" dirty="0"/>
              <a:t>();</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Tree>
    <p:extLst>
      <p:ext uri="{BB962C8B-B14F-4D97-AF65-F5344CB8AC3E}">
        <p14:creationId xmlns:p14="http://schemas.microsoft.com/office/powerpoint/2010/main" val="3492471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1A18-DCC5-3E49-B09E-446F3A558C8E}"/>
              </a:ext>
            </a:extLst>
          </p:cNvPr>
          <p:cNvSpPr>
            <a:spLocks noGrp="1"/>
          </p:cNvSpPr>
          <p:nvPr>
            <p:ph type="title"/>
          </p:nvPr>
        </p:nvSpPr>
        <p:spPr/>
        <p:txBody>
          <a:bodyPr/>
          <a:lstStyle/>
          <a:p>
            <a:r>
              <a:rPr lang="en-US" dirty="0"/>
              <a:t>Top code layout</a:t>
            </a:r>
          </a:p>
        </p:txBody>
      </p:sp>
      <p:sp>
        <p:nvSpPr>
          <p:cNvPr id="9" name="Text Placeholder 8">
            <a:extLst>
              <a:ext uri="{FF2B5EF4-FFF2-40B4-BE49-F238E27FC236}">
                <a16:creationId xmlns:a16="http://schemas.microsoft.com/office/drawing/2014/main" id="{C65D9877-6838-9E47-886F-26028339CB93}"/>
              </a:ext>
            </a:extLst>
          </p:cNvPr>
          <p:cNvSpPr>
            <a:spLocks noGrp="1"/>
          </p:cNvSpPr>
          <p:nvPr>
            <p:ph type="body" sz="quarter" idx="13"/>
          </p:nvPr>
        </p:nvSpPr>
        <p:spPr/>
        <p:txBody>
          <a:bodyPr/>
          <a:lstStyle/>
          <a:p>
            <a:r>
              <a:rPr lang="en-US"/>
              <a:t>main.js</a:t>
            </a:r>
          </a:p>
        </p:txBody>
      </p:sp>
      <p:sp>
        <p:nvSpPr>
          <p:cNvPr id="8" name="Text Placeholder 7">
            <a:extLst>
              <a:ext uri="{FF2B5EF4-FFF2-40B4-BE49-F238E27FC236}">
                <a16:creationId xmlns:a16="http://schemas.microsoft.com/office/drawing/2014/main" id="{D356C9A3-B156-574B-B2DF-9FCF81A25E87}"/>
              </a:ext>
            </a:extLst>
          </p:cNvPr>
          <p:cNvSpPr>
            <a:spLocks noGrp="1"/>
          </p:cNvSpPr>
          <p:nvPr>
            <p:ph type="body" sz="quarter" idx="11"/>
          </p:nvPr>
        </p:nvSpPr>
        <p:spPr/>
        <p:txBody>
          <a:bodyPr/>
          <a:lstStyle/>
          <a:p>
            <a:r>
              <a:rPr lang="en-US" sz="2399" dirty="0">
                <a:solidFill>
                  <a:srgbClr val="0000FF"/>
                </a:solidFill>
              </a:rPr>
              <a:t>async</a:t>
            </a:r>
            <a:r>
              <a:rPr lang="en-US" sz="2399" dirty="0"/>
              <a:t> </a:t>
            </a:r>
            <a:r>
              <a:rPr lang="en-US" sz="2399" dirty="0" err="1">
                <a:solidFill>
                  <a:srgbClr val="795E26"/>
                </a:solidFill>
              </a:rPr>
              <a:t>loadHeroes</a:t>
            </a:r>
            <a:r>
              <a:rPr lang="en-US" sz="2399" dirty="0"/>
              <a:t>() {</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err="1">
                <a:solidFill>
                  <a:srgbClr val="0000FF"/>
                </a:solidFill>
              </a:rPr>
              <a:t>this</a:t>
            </a:r>
            <a:r>
              <a:rPr lang="en-US" sz="2399" dirty="0" err="1"/>
              <a:t>.</a:t>
            </a:r>
            <a:r>
              <a:rPr lang="en-US" sz="2399" dirty="0" err="1">
                <a:solidFill>
                  <a:srgbClr val="795E26"/>
                </a:solidFill>
              </a:rPr>
              <a:t>getHeroesAction</a:t>
            </a:r>
            <a:r>
              <a:rPr lang="en-US" sz="2399" dirty="0"/>
              <a:t>();</a:t>
            </a:r>
          </a:p>
          <a:p>
            <a:pPr>
              <a:tabLst>
                <a:tab pos="342900" algn="l"/>
                <a:tab pos="460375" algn="l"/>
                <a:tab pos="685800" algn="l"/>
                <a:tab pos="1028700" algn="l"/>
                <a:tab pos="1371600" algn="l"/>
                <a:tab pos="1714500" algn="l"/>
                <a:tab pos="2057400" algn="l"/>
                <a:tab pos="2400300" algn="l"/>
                <a:tab pos="2800350" algn="l"/>
              </a:tabLst>
            </a:pPr>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
        <p:nvSpPr>
          <p:cNvPr id="11" name="Text Placeholder 10">
            <a:extLst>
              <a:ext uri="{FF2B5EF4-FFF2-40B4-BE49-F238E27FC236}">
                <a16:creationId xmlns:a16="http://schemas.microsoft.com/office/drawing/2014/main" id="{07AE3C69-6BB3-A84A-BCA2-E8D1F7781169}"/>
              </a:ext>
            </a:extLst>
          </p:cNvPr>
          <p:cNvSpPr>
            <a:spLocks noGrp="1"/>
          </p:cNvSpPr>
          <p:nvPr>
            <p:ph type="body" sz="quarter" idx="10"/>
          </p:nvPr>
        </p:nvSpPr>
        <p:spPr/>
        <p:txBody>
          <a:bodyPr/>
          <a:lstStyle/>
          <a:p>
            <a:r>
              <a:rPr lang="en-US" dirty="0"/>
              <a:t>Make your important points</a:t>
            </a:r>
          </a:p>
          <a:p>
            <a:r>
              <a:rPr lang="en-US" dirty="0"/>
              <a:t>Paste the code in the top section</a:t>
            </a:r>
          </a:p>
          <a:p>
            <a:r>
              <a:rPr lang="en-US" dirty="0"/>
              <a:t>Or paste from VS or VS Code using default light theme</a:t>
            </a:r>
          </a:p>
        </p:txBody>
      </p:sp>
    </p:spTree>
    <p:extLst>
      <p:ext uri="{BB962C8B-B14F-4D97-AF65-F5344CB8AC3E}">
        <p14:creationId xmlns:p14="http://schemas.microsoft.com/office/powerpoint/2010/main" val="213453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F59E7FAB-DAC3-4221-AE7D-1B55BCA28243}"/>
              </a:ext>
            </a:extLst>
          </p:cNvPr>
          <p:cNvSpPr>
            <a:spLocks noGrp="1"/>
          </p:cNvSpPr>
          <p:nvPr>
            <p:ph type="title"/>
          </p:nvPr>
        </p:nvSpPr>
        <p:spPr/>
        <p:txBody>
          <a:bodyPr/>
          <a:lstStyle/>
          <a:p>
            <a:r>
              <a:rPr lang="en-US" dirty="0"/>
              <a:t>Right code layout</a:t>
            </a:r>
          </a:p>
        </p:txBody>
      </p:sp>
      <p:sp>
        <p:nvSpPr>
          <p:cNvPr id="11" name="Text Placeholder 10">
            <a:extLst>
              <a:ext uri="{FF2B5EF4-FFF2-40B4-BE49-F238E27FC236}">
                <a16:creationId xmlns:a16="http://schemas.microsoft.com/office/drawing/2014/main" id="{07AE3C69-6BB3-A84A-BCA2-E8D1F7781169}"/>
              </a:ext>
            </a:extLst>
          </p:cNvPr>
          <p:cNvSpPr>
            <a:spLocks noGrp="1"/>
          </p:cNvSpPr>
          <p:nvPr>
            <p:ph type="body" sz="quarter" idx="10"/>
          </p:nvPr>
        </p:nvSpPr>
        <p:spPr/>
        <p:txBody>
          <a:bodyPr/>
          <a:lstStyle/>
          <a:p>
            <a:r>
              <a:rPr lang="en-US" dirty="0"/>
              <a:t>Make your important points</a:t>
            </a:r>
          </a:p>
          <a:p>
            <a:r>
              <a:rPr lang="en-US" dirty="0"/>
              <a:t>Paste the code on the right side</a:t>
            </a:r>
          </a:p>
          <a:p>
            <a:r>
              <a:rPr lang="en-US" dirty="0"/>
              <a:t>Or paste from VS or VS Code using default light theme</a:t>
            </a:r>
          </a:p>
        </p:txBody>
      </p:sp>
      <p:sp>
        <p:nvSpPr>
          <p:cNvPr id="9" name="Text Placeholder 8">
            <a:extLst>
              <a:ext uri="{FF2B5EF4-FFF2-40B4-BE49-F238E27FC236}">
                <a16:creationId xmlns:a16="http://schemas.microsoft.com/office/drawing/2014/main" id="{C65D9877-6838-9E47-886F-26028339CB93}"/>
              </a:ext>
            </a:extLst>
          </p:cNvPr>
          <p:cNvSpPr>
            <a:spLocks noGrp="1"/>
          </p:cNvSpPr>
          <p:nvPr>
            <p:ph type="body" sz="quarter" idx="13"/>
          </p:nvPr>
        </p:nvSpPr>
        <p:spPr/>
        <p:txBody>
          <a:bodyPr/>
          <a:lstStyle/>
          <a:p>
            <a:r>
              <a:rPr lang="en-US" dirty="0"/>
              <a:t>main.js</a:t>
            </a:r>
          </a:p>
        </p:txBody>
      </p:sp>
      <p:sp>
        <p:nvSpPr>
          <p:cNvPr id="8" name="Text Placeholder 7">
            <a:extLst>
              <a:ext uri="{FF2B5EF4-FFF2-40B4-BE49-F238E27FC236}">
                <a16:creationId xmlns:a16="http://schemas.microsoft.com/office/drawing/2014/main" id="{D356C9A3-B156-574B-B2DF-9FCF81A25E87}"/>
              </a:ext>
            </a:extLst>
          </p:cNvPr>
          <p:cNvSpPr>
            <a:spLocks noGrp="1"/>
          </p:cNvSpPr>
          <p:nvPr>
            <p:ph type="body" sz="quarter" idx="11"/>
          </p:nvPr>
        </p:nvSpPr>
        <p:spPr/>
        <p:txBody>
          <a:bodyPr/>
          <a:lstStyle/>
          <a:p>
            <a:r>
              <a:rPr lang="en-US" sz="2399" dirty="0">
                <a:solidFill>
                  <a:srgbClr val="0000FF"/>
                </a:solidFill>
              </a:rPr>
              <a:t>async</a:t>
            </a:r>
            <a:r>
              <a:rPr lang="en-US" sz="2399" dirty="0"/>
              <a:t> </a:t>
            </a:r>
            <a:r>
              <a:rPr lang="en-US" sz="2399" dirty="0" err="1">
                <a:solidFill>
                  <a:srgbClr val="795E26"/>
                </a:solidFill>
              </a:rPr>
              <a:t>loadHeroes</a:t>
            </a:r>
            <a:r>
              <a:rPr lang="en-US" sz="2399" dirty="0"/>
              <a:t>() {</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err="1">
                <a:solidFill>
                  <a:srgbClr val="0000FF"/>
                </a:solidFill>
              </a:rPr>
              <a:t>this</a:t>
            </a:r>
            <a:r>
              <a:rPr lang="en-US" sz="2399" dirty="0" err="1"/>
              <a:t>.</a:t>
            </a:r>
            <a:r>
              <a:rPr lang="en-US" sz="2399" dirty="0" err="1">
                <a:solidFill>
                  <a:srgbClr val="795E26"/>
                </a:solidFill>
              </a:rPr>
              <a:t>getHeroesAction</a:t>
            </a:r>
            <a:r>
              <a:rPr lang="en-US" sz="2399" dirty="0"/>
              <a:t>();</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Tree>
    <p:extLst>
      <p:ext uri="{BB962C8B-B14F-4D97-AF65-F5344CB8AC3E}">
        <p14:creationId xmlns:p14="http://schemas.microsoft.com/office/powerpoint/2010/main" val="1751027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BEE76E7-B042-4BFE-9213-B8FE7EE4CF2C}"/>
              </a:ext>
            </a:extLst>
          </p:cNvPr>
          <p:cNvSpPr>
            <a:spLocks noGrp="1"/>
          </p:cNvSpPr>
          <p:nvPr>
            <p:ph type="title"/>
          </p:nvPr>
        </p:nvSpPr>
        <p:spPr/>
        <p:txBody>
          <a:bodyPr/>
          <a:lstStyle/>
          <a:p>
            <a:r>
              <a:rPr lang="en-US" dirty="0"/>
              <a:t>Left code layout</a:t>
            </a:r>
          </a:p>
        </p:txBody>
      </p:sp>
      <p:sp>
        <p:nvSpPr>
          <p:cNvPr id="9" name="Text Placeholder 8">
            <a:extLst>
              <a:ext uri="{FF2B5EF4-FFF2-40B4-BE49-F238E27FC236}">
                <a16:creationId xmlns:a16="http://schemas.microsoft.com/office/drawing/2014/main" id="{C65D9877-6838-9E47-886F-26028339CB93}"/>
              </a:ext>
            </a:extLst>
          </p:cNvPr>
          <p:cNvSpPr>
            <a:spLocks noGrp="1"/>
          </p:cNvSpPr>
          <p:nvPr>
            <p:ph type="body" sz="quarter" idx="13"/>
          </p:nvPr>
        </p:nvSpPr>
        <p:spPr>
          <a:gradFill flip="none" rotWithShape="1">
            <a:gsLst>
              <a:gs pos="0">
                <a:srgbClr val="000000"/>
              </a:gs>
              <a:gs pos="99000">
                <a:srgbClr val="000000"/>
              </a:gs>
              <a:gs pos="99000">
                <a:schemeClr val="accent1"/>
              </a:gs>
            </a:gsLst>
            <a:lin ang="10800000" scaled="1"/>
            <a:tileRect/>
          </a:gradFill>
        </p:spPr>
        <p:txBody>
          <a:bodyPr/>
          <a:lstStyle/>
          <a:p>
            <a:r>
              <a:rPr lang="en-US" dirty="0"/>
              <a:t>main.js</a:t>
            </a:r>
          </a:p>
        </p:txBody>
      </p:sp>
      <p:sp>
        <p:nvSpPr>
          <p:cNvPr id="8" name="Text Placeholder 7">
            <a:extLst>
              <a:ext uri="{FF2B5EF4-FFF2-40B4-BE49-F238E27FC236}">
                <a16:creationId xmlns:a16="http://schemas.microsoft.com/office/drawing/2014/main" id="{D356C9A3-B156-574B-B2DF-9FCF81A25E87}"/>
              </a:ext>
            </a:extLst>
          </p:cNvPr>
          <p:cNvSpPr>
            <a:spLocks noGrp="1"/>
          </p:cNvSpPr>
          <p:nvPr>
            <p:ph type="body" sz="quarter" idx="11"/>
          </p:nvPr>
        </p:nvSpPr>
        <p:spPr/>
        <p:txBody>
          <a:bodyPr/>
          <a:lstStyle/>
          <a:p>
            <a:r>
              <a:rPr lang="en-US" sz="2399" dirty="0">
                <a:solidFill>
                  <a:srgbClr val="0000FF"/>
                </a:solidFill>
              </a:rPr>
              <a:t>async</a:t>
            </a:r>
            <a:r>
              <a:rPr lang="en-US" sz="2399" dirty="0"/>
              <a:t> </a:t>
            </a:r>
            <a:r>
              <a:rPr lang="en-US" sz="2399" dirty="0" err="1">
                <a:solidFill>
                  <a:srgbClr val="795E26"/>
                </a:solidFill>
              </a:rPr>
              <a:t>loadHeroes</a:t>
            </a:r>
            <a:r>
              <a:rPr lang="en-US" sz="2399" dirty="0"/>
              <a:t>() {</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err="1">
                <a:solidFill>
                  <a:srgbClr val="0000FF"/>
                </a:solidFill>
              </a:rPr>
              <a:t>this</a:t>
            </a:r>
            <a:r>
              <a:rPr lang="en-US" sz="2399" dirty="0" err="1"/>
              <a:t>.</a:t>
            </a:r>
            <a:r>
              <a:rPr lang="en-US" sz="2399" dirty="0" err="1">
                <a:solidFill>
                  <a:srgbClr val="795E26"/>
                </a:solidFill>
              </a:rPr>
              <a:t>getHeroesAction</a:t>
            </a:r>
            <a:r>
              <a:rPr lang="en-US" sz="2399" dirty="0"/>
              <a:t>();</a:t>
            </a:r>
          </a:p>
          <a:p>
            <a:r>
              <a:rPr lang="en-US" sz="2399" dirty="0"/>
              <a:t>  </a:t>
            </a:r>
            <a:r>
              <a:rPr lang="en-US" sz="2399" dirty="0" err="1">
                <a:solidFill>
                  <a:srgbClr val="0000FF"/>
                </a:solidFill>
              </a:rPr>
              <a:t>this</a:t>
            </a:r>
            <a:r>
              <a:rPr lang="en-US" sz="2399" dirty="0" err="1"/>
              <a:t>.</a:t>
            </a:r>
            <a:r>
              <a:rPr lang="en-US" sz="2399" dirty="0" err="1">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
        <p:nvSpPr>
          <p:cNvPr id="11" name="Text Placeholder 10">
            <a:extLst>
              <a:ext uri="{FF2B5EF4-FFF2-40B4-BE49-F238E27FC236}">
                <a16:creationId xmlns:a16="http://schemas.microsoft.com/office/drawing/2014/main" id="{07AE3C69-6BB3-A84A-BCA2-E8D1F7781169}"/>
              </a:ext>
            </a:extLst>
          </p:cNvPr>
          <p:cNvSpPr>
            <a:spLocks noGrp="1"/>
          </p:cNvSpPr>
          <p:nvPr>
            <p:ph type="body" sz="quarter" idx="10"/>
          </p:nvPr>
        </p:nvSpPr>
        <p:spPr/>
        <p:txBody>
          <a:bodyPr/>
          <a:lstStyle/>
          <a:p>
            <a:r>
              <a:rPr lang="en-US" dirty="0"/>
              <a:t>Make your important points</a:t>
            </a:r>
          </a:p>
          <a:p>
            <a:r>
              <a:rPr lang="en-US" dirty="0"/>
              <a:t>Paste the code on the left side</a:t>
            </a:r>
          </a:p>
          <a:p>
            <a:r>
              <a:rPr lang="en-US" dirty="0"/>
              <a:t>Or paste from VS or VS Code using default light theme</a:t>
            </a:r>
          </a:p>
        </p:txBody>
      </p:sp>
    </p:spTree>
    <p:extLst>
      <p:ext uri="{BB962C8B-B14F-4D97-AF65-F5344CB8AC3E}">
        <p14:creationId xmlns:p14="http://schemas.microsoft.com/office/powerpoint/2010/main" val="33031568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B29FEA7-AE9D-BBB7-3508-EC54BB69AFCE}"/>
              </a:ext>
            </a:extLst>
          </p:cNvPr>
          <p:cNvSpPr>
            <a:spLocks noGrp="1"/>
          </p:cNvSpPr>
          <p:nvPr>
            <p:ph type="title"/>
          </p:nvPr>
        </p:nvSpPr>
        <p:spPr/>
        <p:txBody>
          <a:bodyPr/>
          <a:lstStyle/>
          <a:p>
            <a:r>
              <a:rPr lang="en-US" dirty="0"/>
              <a:t>Thank you</a:t>
            </a:r>
          </a:p>
        </p:txBody>
      </p:sp>
      <p:sp>
        <p:nvSpPr>
          <p:cNvPr id="6" name="Text Placeholder 5">
            <a:extLst>
              <a:ext uri="{FF2B5EF4-FFF2-40B4-BE49-F238E27FC236}">
                <a16:creationId xmlns:a16="http://schemas.microsoft.com/office/drawing/2014/main" id="{24364C13-D475-686B-0825-26CE5FA46875}"/>
              </a:ext>
            </a:extLst>
          </p:cNvPr>
          <p:cNvSpPr>
            <a:spLocks noGrp="1"/>
          </p:cNvSpPr>
          <p:nvPr>
            <p:ph type="body" sz="quarter" idx="12"/>
          </p:nvPr>
        </p:nvSpPr>
        <p:spPr/>
        <p:txBody>
          <a:bodyPr/>
          <a:lstStyle/>
          <a:p>
            <a:endParaRPr lang="en-US" dirty="0"/>
          </a:p>
        </p:txBody>
      </p:sp>
      <p:sp>
        <p:nvSpPr>
          <p:cNvPr id="7" name="Text Placeholder 6">
            <a:extLst>
              <a:ext uri="{FF2B5EF4-FFF2-40B4-BE49-F238E27FC236}">
                <a16:creationId xmlns:a16="http://schemas.microsoft.com/office/drawing/2014/main" id="{613480A5-1015-A8DE-72BB-B16CFA8FAAB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05129531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2573-283B-3E21-B093-B0991A101CC7}"/>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A7B1A08A-7C82-C437-521F-766B49982290}"/>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E5C0D4D5-57E9-CD72-040A-2B33622DFFB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58037311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mj-lt"/>
              </a:rPr>
              <a:t>Notes (hidden)</a:t>
            </a:r>
          </a:p>
        </p:txBody>
      </p:sp>
      <p:sp>
        <p:nvSpPr>
          <p:cNvPr id="6" name="Text Placeholder 5"/>
          <p:cNvSpPr>
            <a:spLocks noGrp="1"/>
          </p:cNvSpPr>
          <p:nvPr>
            <p:ph type="body" sz="quarter" idx="12"/>
          </p:nvPr>
        </p:nvSpPr>
        <p:spPr/>
        <p:txBody>
          <a:bodyPr/>
          <a:lstStyle/>
          <a:p>
            <a:r>
              <a:rPr lang="en-US" dirty="0"/>
              <a:t>Some speakers at Microsoft like to use this slide for hidden “notes slides”. </a:t>
            </a:r>
          </a:p>
          <a:p>
            <a:r>
              <a:rPr lang="en-US" dirty="0"/>
              <a:t>Delete it if you don’t want to use it.</a:t>
            </a:r>
          </a:p>
        </p:txBody>
      </p:sp>
      <p:sp>
        <p:nvSpPr>
          <p:cNvPr id="7" name="Text Placeholder 6"/>
          <p:cNvSpPr>
            <a:spLocks noGrp="1"/>
          </p:cNvSpPr>
          <p:nvPr>
            <p:ph type="body" sz="quarter" idx="11"/>
          </p:nvPr>
        </p:nvSpPr>
        <p:spPr/>
        <p:txBody>
          <a:bodyPr/>
          <a:lstStyle/>
          <a:p>
            <a:r>
              <a:rPr lang="en-US" dirty="0"/>
              <a:t>NEXT: &lt;next slide title&gt;</a:t>
            </a:r>
          </a:p>
        </p:txBody>
      </p:sp>
    </p:spTree>
    <p:extLst>
      <p:ext uri="{BB962C8B-B14F-4D97-AF65-F5344CB8AC3E}">
        <p14:creationId xmlns:p14="http://schemas.microsoft.com/office/powerpoint/2010/main" val="1789865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082036"/>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0587-9C79-C306-65AB-5E355DB5C589}"/>
              </a:ext>
            </a:extLst>
          </p:cNvPr>
          <p:cNvSpPr>
            <a:spLocks noGrp="1"/>
          </p:cNvSpPr>
          <p:nvPr>
            <p:ph type="title"/>
          </p:nvPr>
        </p:nvSpPr>
        <p:spPr>
          <a:xfrm>
            <a:off x="584200" y="2302670"/>
            <a:ext cx="4388492" cy="1231106"/>
          </a:xfrm>
        </p:spPr>
        <p:txBody>
          <a:bodyPr/>
          <a:lstStyle/>
          <a:p>
            <a:r>
              <a:rPr lang="en-US" dirty="0"/>
              <a:t>Microsoft Azure Icon Repository</a:t>
            </a:r>
          </a:p>
        </p:txBody>
      </p:sp>
      <p:sp>
        <p:nvSpPr>
          <p:cNvPr id="3" name="Text Placeholder 2">
            <a:extLst>
              <a:ext uri="{FF2B5EF4-FFF2-40B4-BE49-F238E27FC236}">
                <a16:creationId xmlns:a16="http://schemas.microsoft.com/office/drawing/2014/main" id="{33AFC65D-7128-B5EB-9516-06DA310C2DED}"/>
              </a:ext>
            </a:extLst>
          </p:cNvPr>
          <p:cNvSpPr>
            <a:spLocks noGrp="1"/>
          </p:cNvSpPr>
          <p:nvPr>
            <p:ph type="body" sz="quarter" idx="12"/>
          </p:nvPr>
        </p:nvSpPr>
        <p:spPr>
          <a:xfrm>
            <a:off x="584200" y="3962400"/>
            <a:ext cx="4978400" cy="246221"/>
          </a:xfrm>
        </p:spPr>
        <p:txBody>
          <a:bodyPr/>
          <a:lstStyle/>
          <a:p>
            <a:r>
              <a:rPr lang="en-US" dirty="0"/>
              <a:t>December 2023</a:t>
            </a:r>
          </a:p>
        </p:txBody>
      </p:sp>
    </p:spTree>
    <p:extLst>
      <p:ext uri="{BB962C8B-B14F-4D97-AF65-F5344CB8AC3E}">
        <p14:creationId xmlns:p14="http://schemas.microsoft.com/office/powerpoint/2010/main" val="3937559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Data + Analytics</a:t>
            </a:r>
          </a:p>
        </p:txBody>
      </p:sp>
      <p:sp>
        <p:nvSpPr>
          <p:cNvPr id="11" name="Graphic 3">
            <a:extLst>
              <a:ext uri="{FF2B5EF4-FFF2-40B4-BE49-F238E27FC236}">
                <a16:creationId xmlns:a16="http://schemas.microsoft.com/office/drawing/2014/main" id="{1C69FEFE-27E4-AA1E-3C27-425B21672FA7}"/>
              </a:ext>
            </a:extLst>
          </p:cNvPr>
          <p:cNvSpPr/>
          <p:nvPr/>
        </p:nvSpPr>
        <p:spPr>
          <a:xfrm>
            <a:off x="5645769" y="2726450"/>
            <a:ext cx="922504" cy="922500"/>
          </a:xfrm>
          <a:custGeom>
            <a:avLst/>
            <a:gdLst>
              <a:gd name="connsiteX0" fmla="*/ 382502 w 922504"/>
              <a:gd name="connsiteY0" fmla="*/ 112500 h 922500"/>
              <a:gd name="connsiteX1" fmla="*/ 416252 w 922504"/>
              <a:gd name="connsiteY1" fmla="*/ 146250 h 922500"/>
              <a:gd name="connsiteX2" fmla="*/ 416252 w 922504"/>
              <a:gd name="connsiteY2" fmla="*/ 506250 h 922500"/>
              <a:gd name="connsiteX3" fmla="*/ 776254 w 922504"/>
              <a:gd name="connsiteY3" fmla="*/ 506250 h 922500"/>
              <a:gd name="connsiteX4" fmla="*/ 809689 w 922504"/>
              <a:gd name="connsiteY4" fmla="*/ 535410 h 922500"/>
              <a:gd name="connsiteX5" fmla="*/ 810004 w 922504"/>
              <a:gd name="connsiteY5" fmla="*/ 540000 h 922500"/>
              <a:gd name="connsiteX6" fmla="*/ 405002 w 922504"/>
              <a:gd name="connsiteY6" fmla="*/ 922500 h 922500"/>
              <a:gd name="connsiteX7" fmla="*/ 0 w 922504"/>
              <a:gd name="connsiteY7" fmla="*/ 517500 h 922500"/>
              <a:gd name="connsiteX8" fmla="*/ 382502 w 922504"/>
              <a:gd name="connsiteY8" fmla="*/ 112500 h 922500"/>
              <a:gd name="connsiteX9" fmla="*/ 517502 w 922504"/>
              <a:gd name="connsiteY9" fmla="*/ 0 h 922500"/>
              <a:gd name="connsiteX10" fmla="*/ 922504 w 922504"/>
              <a:gd name="connsiteY10" fmla="*/ 405000 h 922500"/>
              <a:gd name="connsiteX11" fmla="*/ 888754 w 922504"/>
              <a:gd name="connsiteY11" fmla="*/ 438750 h 922500"/>
              <a:gd name="connsiteX12" fmla="*/ 517502 w 922504"/>
              <a:gd name="connsiteY12" fmla="*/ 438750 h 922500"/>
              <a:gd name="connsiteX13" fmla="*/ 483752 w 922504"/>
              <a:gd name="connsiteY13" fmla="*/ 405000 h 922500"/>
              <a:gd name="connsiteX14" fmla="*/ 483752 w 922504"/>
              <a:gd name="connsiteY14" fmla="*/ 33750 h 922500"/>
              <a:gd name="connsiteX15" fmla="*/ 517502 w 922504"/>
              <a:gd name="connsiteY15" fmla="*/ 0 h 9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2504" h="922500">
                <a:moveTo>
                  <a:pt x="382502" y="112500"/>
                </a:moveTo>
                <a:cubicBezTo>
                  <a:pt x="401141" y="112500"/>
                  <a:pt x="416252" y="127611"/>
                  <a:pt x="416252" y="146250"/>
                </a:cubicBezTo>
                <a:lnTo>
                  <a:pt x="416252" y="506250"/>
                </a:lnTo>
                <a:lnTo>
                  <a:pt x="776254" y="506250"/>
                </a:lnTo>
                <a:cubicBezTo>
                  <a:pt x="793120" y="506250"/>
                  <a:pt x="807394" y="518702"/>
                  <a:pt x="809689" y="535410"/>
                </a:cubicBezTo>
                <a:lnTo>
                  <a:pt x="810004" y="540000"/>
                </a:lnTo>
                <a:cubicBezTo>
                  <a:pt x="810004" y="763650"/>
                  <a:pt x="628653" y="922500"/>
                  <a:pt x="405002" y="922500"/>
                </a:cubicBezTo>
                <a:cubicBezTo>
                  <a:pt x="181326" y="922500"/>
                  <a:pt x="0" y="741177"/>
                  <a:pt x="0" y="517500"/>
                </a:cubicBezTo>
                <a:cubicBezTo>
                  <a:pt x="0" y="293850"/>
                  <a:pt x="158851" y="112500"/>
                  <a:pt x="382502" y="112500"/>
                </a:cubicBezTo>
                <a:close/>
                <a:moveTo>
                  <a:pt x="517502" y="0"/>
                </a:moveTo>
                <a:cubicBezTo>
                  <a:pt x="741180" y="0"/>
                  <a:pt x="922504" y="181325"/>
                  <a:pt x="922504" y="405000"/>
                </a:cubicBezTo>
                <a:cubicBezTo>
                  <a:pt x="922504" y="423639"/>
                  <a:pt x="907393" y="438750"/>
                  <a:pt x="888754" y="438750"/>
                </a:cubicBezTo>
                <a:lnTo>
                  <a:pt x="517502" y="438750"/>
                </a:lnTo>
                <a:cubicBezTo>
                  <a:pt x="498863" y="438750"/>
                  <a:pt x="483752" y="423639"/>
                  <a:pt x="483752" y="405000"/>
                </a:cubicBezTo>
                <a:lnTo>
                  <a:pt x="483752" y="33750"/>
                </a:lnTo>
                <a:cubicBezTo>
                  <a:pt x="483752" y="15111"/>
                  <a:pt x="498863" y="0"/>
                  <a:pt x="517502" y="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 name="Graphic 5">
            <a:extLst>
              <a:ext uri="{FF2B5EF4-FFF2-40B4-BE49-F238E27FC236}">
                <a16:creationId xmlns:a16="http://schemas.microsoft.com/office/drawing/2014/main" id="{77CB2C85-091E-4FDD-DDBE-1ABB5592475A}"/>
              </a:ext>
            </a:extLst>
          </p:cNvPr>
          <p:cNvSpPr/>
          <p:nvPr/>
        </p:nvSpPr>
        <p:spPr>
          <a:xfrm>
            <a:off x="1924181" y="2737700"/>
            <a:ext cx="855000" cy="900000"/>
          </a:xfrm>
          <a:custGeom>
            <a:avLst/>
            <a:gdLst>
              <a:gd name="connsiteX0" fmla="*/ 630000 w 855000"/>
              <a:gd name="connsiteY0" fmla="*/ 90000 h 900000"/>
              <a:gd name="connsiteX1" fmla="*/ 585000 w 855000"/>
              <a:gd name="connsiteY1" fmla="*/ 45000 h 900000"/>
              <a:gd name="connsiteX2" fmla="*/ 630000 w 855000"/>
              <a:gd name="connsiteY2" fmla="*/ 0 h 900000"/>
              <a:gd name="connsiteX3" fmla="*/ 810000 w 855000"/>
              <a:gd name="connsiteY3" fmla="*/ 0 h 900000"/>
              <a:gd name="connsiteX4" fmla="*/ 855000 w 855000"/>
              <a:gd name="connsiteY4" fmla="*/ 45000 h 900000"/>
              <a:gd name="connsiteX5" fmla="*/ 855000 w 855000"/>
              <a:gd name="connsiteY5" fmla="*/ 225000 h 900000"/>
              <a:gd name="connsiteX6" fmla="*/ 810000 w 855000"/>
              <a:gd name="connsiteY6" fmla="*/ 270000 h 900000"/>
              <a:gd name="connsiteX7" fmla="*/ 765000 w 855000"/>
              <a:gd name="connsiteY7" fmla="*/ 225000 h 900000"/>
              <a:gd name="connsiteX8" fmla="*/ 765000 w 855000"/>
              <a:gd name="connsiteY8" fmla="*/ 153630 h 900000"/>
              <a:gd name="connsiteX9" fmla="*/ 504315 w 855000"/>
              <a:gd name="connsiteY9" fmla="*/ 414315 h 900000"/>
              <a:gd name="connsiteX10" fmla="*/ 440685 w 855000"/>
              <a:gd name="connsiteY10" fmla="*/ 414315 h 900000"/>
              <a:gd name="connsiteX11" fmla="*/ 315000 w 855000"/>
              <a:gd name="connsiteY11" fmla="*/ 288630 h 900000"/>
              <a:gd name="connsiteX12" fmla="*/ 76815 w 855000"/>
              <a:gd name="connsiteY12" fmla="*/ 526815 h 900000"/>
              <a:gd name="connsiteX13" fmla="*/ 13185 w 855000"/>
              <a:gd name="connsiteY13" fmla="*/ 525708 h 900000"/>
              <a:gd name="connsiteX14" fmla="*/ 13185 w 855000"/>
              <a:gd name="connsiteY14" fmla="*/ 463185 h 900000"/>
              <a:gd name="connsiteX15" fmla="*/ 283185 w 855000"/>
              <a:gd name="connsiteY15" fmla="*/ 193185 h 900000"/>
              <a:gd name="connsiteX16" fmla="*/ 346815 w 855000"/>
              <a:gd name="connsiteY16" fmla="*/ 193185 h 900000"/>
              <a:gd name="connsiteX17" fmla="*/ 472500 w 855000"/>
              <a:gd name="connsiteY17" fmla="*/ 318870 h 900000"/>
              <a:gd name="connsiteX18" fmla="*/ 701370 w 855000"/>
              <a:gd name="connsiteY18" fmla="*/ 90000 h 900000"/>
              <a:gd name="connsiteX19" fmla="*/ 630000 w 855000"/>
              <a:gd name="connsiteY19" fmla="*/ 90000 h 900000"/>
              <a:gd name="connsiteX20" fmla="*/ 90000 w 855000"/>
              <a:gd name="connsiteY20" fmla="*/ 720000 h 900000"/>
              <a:gd name="connsiteX21" fmla="*/ 90000 w 855000"/>
              <a:gd name="connsiteY21" fmla="*/ 855000 h 900000"/>
              <a:gd name="connsiteX22" fmla="*/ 45000 w 855000"/>
              <a:gd name="connsiteY22" fmla="*/ 900000 h 900000"/>
              <a:gd name="connsiteX23" fmla="*/ 0 w 855000"/>
              <a:gd name="connsiteY23" fmla="*/ 855000 h 900000"/>
              <a:gd name="connsiteX24" fmla="*/ 0 w 855000"/>
              <a:gd name="connsiteY24" fmla="*/ 720000 h 900000"/>
              <a:gd name="connsiteX25" fmla="*/ 45000 w 855000"/>
              <a:gd name="connsiteY25" fmla="*/ 675000 h 900000"/>
              <a:gd name="connsiteX26" fmla="*/ 90000 w 855000"/>
              <a:gd name="connsiteY26" fmla="*/ 720000 h 900000"/>
              <a:gd name="connsiteX27" fmla="*/ 315000 w 855000"/>
              <a:gd name="connsiteY27" fmla="*/ 540000 h 900000"/>
              <a:gd name="connsiteX28" fmla="*/ 270000 w 855000"/>
              <a:gd name="connsiteY28" fmla="*/ 495000 h 900000"/>
              <a:gd name="connsiteX29" fmla="*/ 225000 w 855000"/>
              <a:gd name="connsiteY29" fmla="*/ 540000 h 900000"/>
              <a:gd name="connsiteX30" fmla="*/ 225000 w 855000"/>
              <a:gd name="connsiteY30" fmla="*/ 855000 h 900000"/>
              <a:gd name="connsiteX31" fmla="*/ 270000 w 855000"/>
              <a:gd name="connsiteY31" fmla="*/ 900000 h 900000"/>
              <a:gd name="connsiteX32" fmla="*/ 315000 w 855000"/>
              <a:gd name="connsiteY32" fmla="*/ 855000 h 900000"/>
              <a:gd name="connsiteX33" fmla="*/ 315000 w 855000"/>
              <a:gd name="connsiteY33" fmla="*/ 540000 h 900000"/>
              <a:gd name="connsiteX34" fmla="*/ 495000 w 855000"/>
              <a:gd name="connsiteY34" fmla="*/ 585000 h 900000"/>
              <a:gd name="connsiteX35" fmla="*/ 540000 w 855000"/>
              <a:gd name="connsiteY35" fmla="*/ 630000 h 900000"/>
              <a:gd name="connsiteX36" fmla="*/ 540000 w 855000"/>
              <a:gd name="connsiteY36" fmla="*/ 855000 h 900000"/>
              <a:gd name="connsiteX37" fmla="*/ 495000 w 855000"/>
              <a:gd name="connsiteY37" fmla="*/ 900000 h 900000"/>
              <a:gd name="connsiteX38" fmla="*/ 450000 w 855000"/>
              <a:gd name="connsiteY38" fmla="*/ 855000 h 900000"/>
              <a:gd name="connsiteX39" fmla="*/ 450000 w 855000"/>
              <a:gd name="connsiteY39" fmla="*/ 630000 h 900000"/>
              <a:gd name="connsiteX40" fmla="*/ 495000 w 855000"/>
              <a:gd name="connsiteY40" fmla="*/ 585000 h 900000"/>
              <a:gd name="connsiteX41" fmla="*/ 765000 w 855000"/>
              <a:gd name="connsiteY41" fmla="*/ 405000 h 900000"/>
              <a:gd name="connsiteX42" fmla="*/ 720000 w 855000"/>
              <a:gd name="connsiteY42" fmla="*/ 360000 h 900000"/>
              <a:gd name="connsiteX43" fmla="*/ 675000 w 855000"/>
              <a:gd name="connsiteY43" fmla="*/ 405000 h 900000"/>
              <a:gd name="connsiteX44" fmla="*/ 675000 w 855000"/>
              <a:gd name="connsiteY44" fmla="*/ 855000 h 900000"/>
              <a:gd name="connsiteX45" fmla="*/ 720000 w 855000"/>
              <a:gd name="connsiteY45" fmla="*/ 900000 h 900000"/>
              <a:gd name="connsiteX46" fmla="*/ 765000 w 855000"/>
              <a:gd name="connsiteY46" fmla="*/ 855000 h 900000"/>
              <a:gd name="connsiteX47" fmla="*/ 765000 w 855000"/>
              <a:gd name="connsiteY47" fmla="*/ 405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55000" h="900000">
                <a:moveTo>
                  <a:pt x="630000" y="90000"/>
                </a:moveTo>
                <a:cubicBezTo>
                  <a:pt x="605147" y="90000"/>
                  <a:pt x="585000" y="69853"/>
                  <a:pt x="585000" y="45000"/>
                </a:cubicBezTo>
                <a:cubicBezTo>
                  <a:pt x="585000" y="20147"/>
                  <a:pt x="605147" y="0"/>
                  <a:pt x="630000" y="0"/>
                </a:cubicBezTo>
                <a:lnTo>
                  <a:pt x="810000" y="0"/>
                </a:lnTo>
                <a:cubicBezTo>
                  <a:pt x="834854" y="0"/>
                  <a:pt x="855000" y="20147"/>
                  <a:pt x="855000" y="45000"/>
                </a:cubicBezTo>
                <a:lnTo>
                  <a:pt x="855000" y="225000"/>
                </a:lnTo>
                <a:cubicBezTo>
                  <a:pt x="855000" y="249853"/>
                  <a:pt x="834854" y="270000"/>
                  <a:pt x="810000" y="270000"/>
                </a:cubicBezTo>
                <a:cubicBezTo>
                  <a:pt x="785147" y="270000"/>
                  <a:pt x="765000" y="249853"/>
                  <a:pt x="765000" y="225000"/>
                </a:cubicBezTo>
                <a:lnTo>
                  <a:pt x="765000" y="153630"/>
                </a:lnTo>
                <a:lnTo>
                  <a:pt x="504315" y="414315"/>
                </a:lnTo>
                <a:cubicBezTo>
                  <a:pt x="486743" y="431883"/>
                  <a:pt x="458258" y="431883"/>
                  <a:pt x="440685" y="414315"/>
                </a:cubicBezTo>
                <a:lnTo>
                  <a:pt x="315000" y="288630"/>
                </a:lnTo>
                <a:lnTo>
                  <a:pt x="76815" y="526815"/>
                </a:lnTo>
                <a:cubicBezTo>
                  <a:pt x="58939" y="544082"/>
                  <a:pt x="30451" y="543587"/>
                  <a:pt x="13185" y="525708"/>
                </a:cubicBezTo>
                <a:cubicBezTo>
                  <a:pt x="-3658" y="508271"/>
                  <a:pt x="-3658" y="480623"/>
                  <a:pt x="13185" y="463185"/>
                </a:cubicBezTo>
                <a:lnTo>
                  <a:pt x="283185" y="193185"/>
                </a:lnTo>
                <a:cubicBezTo>
                  <a:pt x="300758" y="175618"/>
                  <a:pt x="329243" y="175618"/>
                  <a:pt x="346815" y="193185"/>
                </a:cubicBezTo>
                <a:lnTo>
                  <a:pt x="472500" y="318870"/>
                </a:lnTo>
                <a:lnTo>
                  <a:pt x="701370" y="90000"/>
                </a:lnTo>
                <a:lnTo>
                  <a:pt x="630000" y="90000"/>
                </a:lnTo>
                <a:close/>
                <a:moveTo>
                  <a:pt x="90000" y="720000"/>
                </a:moveTo>
                <a:lnTo>
                  <a:pt x="90000" y="855000"/>
                </a:lnTo>
                <a:cubicBezTo>
                  <a:pt x="90000" y="879854"/>
                  <a:pt x="69853" y="900000"/>
                  <a:pt x="45000" y="900000"/>
                </a:cubicBezTo>
                <a:cubicBezTo>
                  <a:pt x="20147" y="900000"/>
                  <a:pt x="0" y="879854"/>
                  <a:pt x="0" y="855000"/>
                </a:cubicBezTo>
                <a:lnTo>
                  <a:pt x="0" y="720000"/>
                </a:lnTo>
                <a:cubicBezTo>
                  <a:pt x="0" y="695147"/>
                  <a:pt x="20147" y="675000"/>
                  <a:pt x="45000" y="675000"/>
                </a:cubicBezTo>
                <a:cubicBezTo>
                  <a:pt x="69853" y="675000"/>
                  <a:pt x="90000" y="695147"/>
                  <a:pt x="90000" y="720000"/>
                </a:cubicBezTo>
                <a:close/>
                <a:moveTo>
                  <a:pt x="315000" y="540000"/>
                </a:moveTo>
                <a:cubicBezTo>
                  <a:pt x="315000" y="515146"/>
                  <a:pt x="294853" y="495000"/>
                  <a:pt x="270000" y="495000"/>
                </a:cubicBezTo>
                <a:cubicBezTo>
                  <a:pt x="245147" y="495000"/>
                  <a:pt x="225000" y="515146"/>
                  <a:pt x="225000" y="540000"/>
                </a:cubicBezTo>
                <a:lnTo>
                  <a:pt x="225000" y="855000"/>
                </a:lnTo>
                <a:cubicBezTo>
                  <a:pt x="225000" y="879854"/>
                  <a:pt x="245147" y="900000"/>
                  <a:pt x="270000" y="900000"/>
                </a:cubicBezTo>
                <a:cubicBezTo>
                  <a:pt x="294853" y="900000"/>
                  <a:pt x="315000" y="879854"/>
                  <a:pt x="315000" y="855000"/>
                </a:cubicBezTo>
                <a:lnTo>
                  <a:pt x="315000" y="540000"/>
                </a:lnTo>
                <a:close/>
                <a:moveTo>
                  <a:pt x="495000" y="585000"/>
                </a:moveTo>
                <a:cubicBezTo>
                  <a:pt x="519854" y="585000"/>
                  <a:pt x="540000" y="605147"/>
                  <a:pt x="540000" y="630000"/>
                </a:cubicBezTo>
                <a:lnTo>
                  <a:pt x="540000" y="855000"/>
                </a:lnTo>
                <a:cubicBezTo>
                  <a:pt x="540000" y="879854"/>
                  <a:pt x="519854" y="900000"/>
                  <a:pt x="495000" y="900000"/>
                </a:cubicBezTo>
                <a:cubicBezTo>
                  <a:pt x="470146" y="900000"/>
                  <a:pt x="450000" y="879854"/>
                  <a:pt x="450000" y="855000"/>
                </a:cubicBezTo>
                <a:lnTo>
                  <a:pt x="450000" y="630000"/>
                </a:lnTo>
                <a:cubicBezTo>
                  <a:pt x="450000" y="605147"/>
                  <a:pt x="470146" y="585000"/>
                  <a:pt x="495000" y="585000"/>
                </a:cubicBezTo>
                <a:close/>
                <a:moveTo>
                  <a:pt x="765000" y="405000"/>
                </a:moveTo>
                <a:cubicBezTo>
                  <a:pt x="765000" y="380146"/>
                  <a:pt x="744854" y="360000"/>
                  <a:pt x="720000" y="360000"/>
                </a:cubicBezTo>
                <a:cubicBezTo>
                  <a:pt x="695147" y="360000"/>
                  <a:pt x="675000" y="380146"/>
                  <a:pt x="675000" y="405000"/>
                </a:cubicBezTo>
                <a:lnTo>
                  <a:pt x="675000" y="855000"/>
                </a:lnTo>
                <a:cubicBezTo>
                  <a:pt x="675000" y="879854"/>
                  <a:pt x="695147" y="900000"/>
                  <a:pt x="720000" y="900000"/>
                </a:cubicBezTo>
                <a:cubicBezTo>
                  <a:pt x="744854" y="900000"/>
                  <a:pt x="765000" y="879854"/>
                  <a:pt x="765000" y="855000"/>
                </a:cubicBezTo>
                <a:lnTo>
                  <a:pt x="765000" y="405000"/>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9">
            <a:extLst>
              <a:ext uri="{FF2B5EF4-FFF2-40B4-BE49-F238E27FC236}">
                <a16:creationId xmlns:a16="http://schemas.microsoft.com/office/drawing/2014/main" id="{EDC77846-A4B5-A429-08AD-EEE4A4BC70B6}"/>
              </a:ext>
            </a:extLst>
          </p:cNvPr>
          <p:cNvSpPr/>
          <p:nvPr/>
        </p:nvSpPr>
        <p:spPr>
          <a:xfrm>
            <a:off x="9422125" y="2737700"/>
            <a:ext cx="810036" cy="900842"/>
          </a:xfrm>
          <a:custGeom>
            <a:avLst/>
            <a:gdLst>
              <a:gd name="connsiteX0" fmla="*/ 528785 w 810036"/>
              <a:gd name="connsiteY0" fmla="*/ 0 h 900842"/>
              <a:gd name="connsiteX1" fmla="*/ 371284 w 810036"/>
              <a:gd name="connsiteY1" fmla="*/ 0 h 900842"/>
              <a:gd name="connsiteX2" fmla="*/ 270664 w 810036"/>
              <a:gd name="connsiteY2" fmla="*/ 90000 h 900842"/>
              <a:gd name="connsiteX3" fmla="*/ 191283 w 810036"/>
              <a:gd name="connsiteY3" fmla="*/ 90000 h 900842"/>
              <a:gd name="connsiteX4" fmla="*/ 90033 w 810036"/>
              <a:gd name="connsiteY4" fmla="*/ 191250 h 900842"/>
              <a:gd name="connsiteX5" fmla="*/ 90033 w 810036"/>
              <a:gd name="connsiteY5" fmla="*/ 364500 h 900842"/>
              <a:gd name="connsiteX6" fmla="*/ 423050 w 810036"/>
              <a:gd name="connsiteY6" fmla="*/ 472262 h 900842"/>
              <a:gd name="connsiteX7" fmla="*/ 416284 w 810036"/>
              <a:gd name="connsiteY7" fmla="*/ 709875 h 900842"/>
              <a:gd name="connsiteX8" fmla="*/ 516950 w 810036"/>
              <a:gd name="connsiteY8" fmla="*/ 810585 h 900842"/>
              <a:gd name="connsiteX9" fmla="*/ 532475 w 810036"/>
              <a:gd name="connsiteY9" fmla="*/ 900000 h 900842"/>
              <a:gd name="connsiteX10" fmla="*/ 708786 w 810036"/>
              <a:gd name="connsiteY10" fmla="*/ 900000 h 900842"/>
              <a:gd name="connsiteX11" fmla="*/ 810036 w 810036"/>
              <a:gd name="connsiteY11" fmla="*/ 798750 h 900842"/>
              <a:gd name="connsiteX12" fmla="*/ 810036 w 810036"/>
              <a:gd name="connsiteY12" fmla="*/ 191250 h 900842"/>
              <a:gd name="connsiteX13" fmla="*/ 708786 w 810036"/>
              <a:gd name="connsiteY13" fmla="*/ 90000 h 900842"/>
              <a:gd name="connsiteX14" fmla="*/ 629405 w 810036"/>
              <a:gd name="connsiteY14" fmla="*/ 90000 h 900842"/>
              <a:gd name="connsiteX15" fmla="*/ 528785 w 810036"/>
              <a:gd name="connsiteY15" fmla="*/ 0 h 900842"/>
              <a:gd name="connsiteX16" fmla="*/ 371284 w 810036"/>
              <a:gd name="connsiteY16" fmla="*/ 67500 h 900842"/>
              <a:gd name="connsiteX17" fmla="*/ 528785 w 810036"/>
              <a:gd name="connsiteY17" fmla="*/ 67500 h 900842"/>
              <a:gd name="connsiteX18" fmla="*/ 562535 w 810036"/>
              <a:gd name="connsiteY18" fmla="*/ 101250 h 900842"/>
              <a:gd name="connsiteX19" fmla="*/ 528785 w 810036"/>
              <a:gd name="connsiteY19" fmla="*/ 135000 h 900842"/>
              <a:gd name="connsiteX20" fmla="*/ 371284 w 810036"/>
              <a:gd name="connsiteY20" fmla="*/ 135000 h 900842"/>
              <a:gd name="connsiteX21" fmla="*/ 337534 w 810036"/>
              <a:gd name="connsiteY21" fmla="*/ 101250 h 900842"/>
              <a:gd name="connsiteX22" fmla="*/ 371284 w 810036"/>
              <a:gd name="connsiteY22" fmla="*/ 67500 h 900842"/>
              <a:gd name="connsiteX23" fmla="*/ 357784 w 810036"/>
              <a:gd name="connsiteY23" fmla="*/ 715050 h 900842"/>
              <a:gd name="connsiteX24" fmla="*/ 332488 w 810036"/>
              <a:gd name="connsiteY24" fmla="*/ 429791 h 900842"/>
              <a:gd name="connsiteX25" fmla="*/ 47228 w 810036"/>
              <a:gd name="connsiteY25" fmla="*/ 455087 h 900842"/>
              <a:gd name="connsiteX26" fmla="*/ 72524 w 810036"/>
              <a:gd name="connsiteY26" fmla="*/ 740346 h 900842"/>
              <a:gd name="connsiteX27" fmla="*/ 306259 w 810036"/>
              <a:gd name="connsiteY27" fmla="*/ 758970 h 900842"/>
              <a:gd name="connsiteX28" fmla="*/ 437434 w 810036"/>
              <a:gd name="connsiteY28" fmla="*/ 890100 h 900842"/>
              <a:gd name="connsiteX29" fmla="*/ 485135 w 810036"/>
              <a:gd name="connsiteY29" fmla="*/ 891784 h 900842"/>
              <a:gd name="connsiteX30" fmla="*/ 486818 w 810036"/>
              <a:gd name="connsiteY30" fmla="*/ 844084 h 900842"/>
              <a:gd name="connsiteX31" fmla="*/ 485135 w 810036"/>
              <a:gd name="connsiteY31" fmla="*/ 842400 h 900842"/>
              <a:gd name="connsiteX32" fmla="*/ 357784 w 810036"/>
              <a:gd name="connsiteY32" fmla="*/ 715050 h 900842"/>
              <a:gd name="connsiteX33" fmla="*/ 202533 w 810036"/>
              <a:gd name="connsiteY33" fmla="*/ 720000 h 900842"/>
              <a:gd name="connsiteX34" fmla="*/ 67533 w 810036"/>
              <a:gd name="connsiteY34" fmla="*/ 585000 h 900842"/>
              <a:gd name="connsiteX35" fmla="*/ 202533 w 810036"/>
              <a:gd name="connsiteY35" fmla="*/ 450000 h 900842"/>
              <a:gd name="connsiteX36" fmla="*/ 337534 w 810036"/>
              <a:gd name="connsiteY36" fmla="*/ 585000 h 900842"/>
              <a:gd name="connsiteX37" fmla="*/ 202533 w 810036"/>
              <a:gd name="connsiteY37" fmla="*/ 720000 h 9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0036" h="900842">
                <a:moveTo>
                  <a:pt x="528785" y="0"/>
                </a:moveTo>
                <a:lnTo>
                  <a:pt x="371284" y="0"/>
                </a:lnTo>
                <a:cubicBezTo>
                  <a:pt x="319720" y="2"/>
                  <a:pt x="276393" y="38755"/>
                  <a:pt x="270664" y="90000"/>
                </a:cubicBezTo>
                <a:lnTo>
                  <a:pt x="191283" y="90000"/>
                </a:lnTo>
                <a:cubicBezTo>
                  <a:pt x="135364" y="90000"/>
                  <a:pt x="90033" y="135331"/>
                  <a:pt x="90033" y="191250"/>
                </a:cubicBezTo>
                <a:lnTo>
                  <a:pt x="90033" y="364500"/>
                </a:lnTo>
                <a:cubicBezTo>
                  <a:pt x="211751" y="302298"/>
                  <a:pt x="360848" y="350545"/>
                  <a:pt x="423050" y="472262"/>
                </a:cubicBezTo>
                <a:cubicBezTo>
                  <a:pt x="461468" y="547437"/>
                  <a:pt x="458917" y="637008"/>
                  <a:pt x="416284" y="709875"/>
                </a:cubicBezTo>
                <a:lnTo>
                  <a:pt x="516950" y="810585"/>
                </a:lnTo>
                <a:cubicBezTo>
                  <a:pt x="540505" y="834112"/>
                  <a:pt x="546721" y="869910"/>
                  <a:pt x="532475" y="900000"/>
                </a:cubicBezTo>
                <a:lnTo>
                  <a:pt x="708786" y="900000"/>
                </a:lnTo>
                <a:cubicBezTo>
                  <a:pt x="764705" y="900000"/>
                  <a:pt x="810036" y="854669"/>
                  <a:pt x="810036" y="798750"/>
                </a:cubicBezTo>
                <a:lnTo>
                  <a:pt x="810036" y="191250"/>
                </a:lnTo>
                <a:cubicBezTo>
                  <a:pt x="810036" y="135331"/>
                  <a:pt x="764705" y="90000"/>
                  <a:pt x="708786" y="90000"/>
                </a:cubicBezTo>
                <a:lnTo>
                  <a:pt x="629405" y="90000"/>
                </a:lnTo>
                <a:cubicBezTo>
                  <a:pt x="623676" y="38755"/>
                  <a:pt x="580349" y="2"/>
                  <a:pt x="528785" y="0"/>
                </a:cubicBezTo>
                <a:close/>
                <a:moveTo>
                  <a:pt x="371284" y="67500"/>
                </a:moveTo>
                <a:lnTo>
                  <a:pt x="528785" y="67500"/>
                </a:lnTo>
                <a:cubicBezTo>
                  <a:pt x="547424" y="67500"/>
                  <a:pt x="562535" y="82610"/>
                  <a:pt x="562535" y="101250"/>
                </a:cubicBezTo>
                <a:cubicBezTo>
                  <a:pt x="562535" y="119890"/>
                  <a:pt x="547424" y="135000"/>
                  <a:pt x="528785" y="135000"/>
                </a:cubicBezTo>
                <a:lnTo>
                  <a:pt x="371284" y="135000"/>
                </a:lnTo>
                <a:cubicBezTo>
                  <a:pt x="352644" y="135000"/>
                  <a:pt x="337534" y="119890"/>
                  <a:pt x="337534" y="101250"/>
                </a:cubicBezTo>
                <a:cubicBezTo>
                  <a:pt x="337534" y="82610"/>
                  <a:pt x="352644" y="67500"/>
                  <a:pt x="371284" y="67500"/>
                </a:cubicBezTo>
                <a:close/>
                <a:moveTo>
                  <a:pt x="357784" y="715050"/>
                </a:moveTo>
                <a:cubicBezTo>
                  <a:pt x="429571" y="629293"/>
                  <a:pt x="418245" y="501578"/>
                  <a:pt x="332488" y="429791"/>
                </a:cubicBezTo>
                <a:cubicBezTo>
                  <a:pt x="246730" y="358004"/>
                  <a:pt x="119015" y="369330"/>
                  <a:pt x="47228" y="455087"/>
                </a:cubicBezTo>
                <a:cubicBezTo>
                  <a:pt x="-24559" y="540845"/>
                  <a:pt x="-13234" y="668560"/>
                  <a:pt x="72524" y="740346"/>
                </a:cubicBezTo>
                <a:cubicBezTo>
                  <a:pt x="138552" y="795617"/>
                  <a:pt x="232312" y="803088"/>
                  <a:pt x="306259" y="758970"/>
                </a:cubicBezTo>
                <a:lnTo>
                  <a:pt x="437434" y="890100"/>
                </a:lnTo>
                <a:cubicBezTo>
                  <a:pt x="450141" y="903737"/>
                  <a:pt x="471498" y="904491"/>
                  <a:pt x="485135" y="891784"/>
                </a:cubicBezTo>
                <a:cubicBezTo>
                  <a:pt x="498772" y="879077"/>
                  <a:pt x="499525" y="857721"/>
                  <a:pt x="486818" y="844084"/>
                </a:cubicBezTo>
                <a:cubicBezTo>
                  <a:pt x="486277" y="843503"/>
                  <a:pt x="485715" y="842941"/>
                  <a:pt x="485135" y="842400"/>
                </a:cubicBezTo>
                <a:lnTo>
                  <a:pt x="357784" y="715050"/>
                </a:lnTo>
                <a:close/>
                <a:moveTo>
                  <a:pt x="202533" y="720000"/>
                </a:moveTo>
                <a:cubicBezTo>
                  <a:pt x="127975" y="720000"/>
                  <a:pt x="67533" y="659558"/>
                  <a:pt x="67533" y="585000"/>
                </a:cubicBezTo>
                <a:cubicBezTo>
                  <a:pt x="67533" y="510442"/>
                  <a:pt x="127975" y="450000"/>
                  <a:pt x="202533" y="450000"/>
                </a:cubicBezTo>
                <a:cubicBezTo>
                  <a:pt x="277092" y="450000"/>
                  <a:pt x="337534" y="510442"/>
                  <a:pt x="337534" y="585000"/>
                </a:cubicBezTo>
                <a:cubicBezTo>
                  <a:pt x="337534" y="659558"/>
                  <a:pt x="277092" y="720000"/>
                  <a:pt x="202533" y="720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Graphic 3">
            <a:extLst>
              <a:ext uri="{FF2B5EF4-FFF2-40B4-BE49-F238E27FC236}">
                <a16:creationId xmlns:a16="http://schemas.microsoft.com/office/drawing/2014/main" id="{565035F4-BF64-0C07-37B6-5197F815D15B}"/>
              </a:ext>
            </a:extLst>
          </p:cNvPr>
          <p:cNvSpPr/>
          <p:nvPr/>
        </p:nvSpPr>
        <p:spPr>
          <a:xfrm>
            <a:off x="4731369" y="5284345"/>
            <a:ext cx="441221" cy="441219"/>
          </a:xfrm>
          <a:custGeom>
            <a:avLst/>
            <a:gdLst>
              <a:gd name="connsiteX0" fmla="*/ 382502 w 922504"/>
              <a:gd name="connsiteY0" fmla="*/ 112500 h 922500"/>
              <a:gd name="connsiteX1" fmla="*/ 416252 w 922504"/>
              <a:gd name="connsiteY1" fmla="*/ 146250 h 922500"/>
              <a:gd name="connsiteX2" fmla="*/ 416252 w 922504"/>
              <a:gd name="connsiteY2" fmla="*/ 506250 h 922500"/>
              <a:gd name="connsiteX3" fmla="*/ 776254 w 922504"/>
              <a:gd name="connsiteY3" fmla="*/ 506250 h 922500"/>
              <a:gd name="connsiteX4" fmla="*/ 809689 w 922504"/>
              <a:gd name="connsiteY4" fmla="*/ 535410 h 922500"/>
              <a:gd name="connsiteX5" fmla="*/ 810004 w 922504"/>
              <a:gd name="connsiteY5" fmla="*/ 540000 h 922500"/>
              <a:gd name="connsiteX6" fmla="*/ 405002 w 922504"/>
              <a:gd name="connsiteY6" fmla="*/ 922500 h 922500"/>
              <a:gd name="connsiteX7" fmla="*/ 0 w 922504"/>
              <a:gd name="connsiteY7" fmla="*/ 517500 h 922500"/>
              <a:gd name="connsiteX8" fmla="*/ 382502 w 922504"/>
              <a:gd name="connsiteY8" fmla="*/ 112500 h 922500"/>
              <a:gd name="connsiteX9" fmla="*/ 517502 w 922504"/>
              <a:gd name="connsiteY9" fmla="*/ 0 h 922500"/>
              <a:gd name="connsiteX10" fmla="*/ 922504 w 922504"/>
              <a:gd name="connsiteY10" fmla="*/ 405000 h 922500"/>
              <a:gd name="connsiteX11" fmla="*/ 888754 w 922504"/>
              <a:gd name="connsiteY11" fmla="*/ 438750 h 922500"/>
              <a:gd name="connsiteX12" fmla="*/ 517502 w 922504"/>
              <a:gd name="connsiteY12" fmla="*/ 438750 h 922500"/>
              <a:gd name="connsiteX13" fmla="*/ 483752 w 922504"/>
              <a:gd name="connsiteY13" fmla="*/ 405000 h 922500"/>
              <a:gd name="connsiteX14" fmla="*/ 483752 w 922504"/>
              <a:gd name="connsiteY14" fmla="*/ 33750 h 922500"/>
              <a:gd name="connsiteX15" fmla="*/ 517502 w 922504"/>
              <a:gd name="connsiteY15" fmla="*/ 0 h 9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2504" h="922500">
                <a:moveTo>
                  <a:pt x="382502" y="112500"/>
                </a:moveTo>
                <a:cubicBezTo>
                  <a:pt x="401141" y="112500"/>
                  <a:pt x="416252" y="127611"/>
                  <a:pt x="416252" y="146250"/>
                </a:cubicBezTo>
                <a:lnTo>
                  <a:pt x="416252" y="506250"/>
                </a:lnTo>
                <a:lnTo>
                  <a:pt x="776254" y="506250"/>
                </a:lnTo>
                <a:cubicBezTo>
                  <a:pt x="793120" y="506250"/>
                  <a:pt x="807394" y="518702"/>
                  <a:pt x="809689" y="535410"/>
                </a:cubicBezTo>
                <a:lnTo>
                  <a:pt x="810004" y="540000"/>
                </a:lnTo>
                <a:cubicBezTo>
                  <a:pt x="810004" y="763650"/>
                  <a:pt x="628653" y="922500"/>
                  <a:pt x="405002" y="922500"/>
                </a:cubicBezTo>
                <a:cubicBezTo>
                  <a:pt x="181326" y="922500"/>
                  <a:pt x="0" y="741177"/>
                  <a:pt x="0" y="517500"/>
                </a:cubicBezTo>
                <a:cubicBezTo>
                  <a:pt x="0" y="293850"/>
                  <a:pt x="158851" y="112500"/>
                  <a:pt x="382502" y="112500"/>
                </a:cubicBezTo>
                <a:close/>
                <a:moveTo>
                  <a:pt x="517502" y="0"/>
                </a:moveTo>
                <a:cubicBezTo>
                  <a:pt x="741180" y="0"/>
                  <a:pt x="922504" y="181325"/>
                  <a:pt x="922504" y="405000"/>
                </a:cubicBezTo>
                <a:cubicBezTo>
                  <a:pt x="922504" y="423639"/>
                  <a:pt x="907393" y="438750"/>
                  <a:pt x="888754" y="438750"/>
                </a:cubicBezTo>
                <a:lnTo>
                  <a:pt x="517502" y="438750"/>
                </a:lnTo>
                <a:cubicBezTo>
                  <a:pt x="498863" y="438750"/>
                  <a:pt x="483752" y="423639"/>
                  <a:pt x="483752" y="405000"/>
                </a:cubicBezTo>
                <a:lnTo>
                  <a:pt x="483752" y="33750"/>
                </a:lnTo>
                <a:cubicBezTo>
                  <a:pt x="483752" y="15111"/>
                  <a:pt x="498863" y="0"/>
                  <a:pt x="517502" y="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5">
            <a:extLst>
              <a:ext uri="{FF2B5EF4-FFF2-40B4-BE49-F238E27FC236}">
                <a16:creationId xmlns:a16="http://schemas.microsoft.com/office/drawing/2014/main" id="{A68485D3-96E8-7E10-805C-9AD224EDE190}"/>
              </a:ext>
            </a:extLst>
          </p:cNvPr>
          <p:cNvSpPr/>
          <p:nvPr/>
        </p:nvSpPr>
        <p:spPr>
          <a:xfrm>
            <a:off x="958981" y="5289725"/>
            <a:ext cx="408936" cy="430459"/>
          </a:xfrm>
          <a:custGeom>
            <a:avLst/>
            <a:gdLst>
              <a:gd name="connsiteX0" fmla="*/ 630000 w 855000"/>
              <a:gd name="connsiteY0" fmla="*/ 90000 h 900000"/>
              <a:gd name="connsiteX1" fmla="*/ 585000 w 855000"/>
              <a:gd name="connsiteY1" fmla="*/ 45000 h 900000"/>
              <a:gd name="connsiteX2" fmla="*/ 630000 w 855000"/>
              <a:gd name="connsiteY2" fmla="*/ 0 h 900000"/>
              <a:gd name="connsiteX3" fmla="*/ 810000 w 855000"/>
              <a:gd name="connsiteY3" fmla="*/ 0 h 900000"/>
              <a:gd name="connsiteX4" fmla="*/ 855000 w 855000"/>
              <a:gd name="connsiteY4" fmla="*/ 45000 h 900000"/>
              <a:gd name="connsiteX5" fmla="*/ 855000 w 855000"/>
              <a:gd name="connsiteY5" fmla="*/ 225000 h 900000"/>
              <a:gd name="connsiteX6" fmla="*/ 810000 w 855000"/>
              <a:gd name="connsiteY6" fmla="*/ 270000 h 900000"/>
              <a:gd name="connsiteX7" fmla="*/ 765000 w 855000"/>
              <a:gd name="connsiteY7" fmla="*/ 225000 h 900000"/>
              <a:gd name="connsiteX8" fmla="*/ 765000 w 855000"/>
              <a:gd name="connsiteY8" fmla="*/ 153630 h 900000"/>
              <a:gd name="connsiteX9" fmla="*/ 504315 w 855000"/>
              <a:gd name="connsiteY9" fmla="*/ 414315 h 900000"/>
              <a:gd name="connsiteX10" fmla="*/ 440685 w 855000"/>
              <a:gd name="connsiteY10" fmla="*/ 414315 h 900000"/>
              <a:gd name="connsiteX11" fmla="*/ 315000 w 855000"/>
              <a:gd name="connsiteY11" fmla="*/ 288630 h 900000"/>
              <a:gd name="connsiteX12" fmla="*/ 76815 w 855000"/>
              <a:gd name="connsiteY12" fmla="*/ 526815 h 900000"/>
              <a:gd name="connsiteX13" fmla="*/ 13185 w 855000"/>
              <a:gd name="connsiteY13" fmla="*/ 525708 h 900000"/>
              <a:gd name="connsiteX14" fmla="*/ 13185 w 855000"/>
              <a:gd name="connsiteY14" fmla="*/ 463185 h 900000"/>
              <a:gd name="connsiteX15" fmla="*/ 283185 w 855000"/>
              <a:gd name="connsiteY15" fmla="*/ 193185 h 900000"/>
              <a:gd name="connsiteX16" fmla="*/ 346815 w 855000"/>
              <a:gd name="connsiteY16" fmla="*/ 193185 h 900000"/>
              <a:gd name="connsiteX17" fmla="*/ 472500 w 855000"/>
              <a:gd name="connsiteY17" fmla="*/ 318870 h 900000"/>
              <a:gd name="connsiteX18" fmla="*/ 701370 w 855000"/>
              <a:gd name="connsiteY18" fmla="*/ 90000 h 900000"/>
              <a:gd name="connsiteX19" fmla="*/ 630000 w 855000"/>
              <a:gd name="connsiteY19" fmla="*/ 90000 h 900000"/>
              <a:gd name="connsiteX20" fmla="*/ 90000 w 855000"/>
              <a:gd name="connsiteY20" fmla="*/ 720000 h 900000"/>
              <a:gd name="connsiteX21" fmla="*/ 90000 w 855000"/>
              <a:gd name="connsiteY21" fmla="*/ 855000 h 900000"/>
              <a:gd name="connsiteX22" fmla="*/ 45000 w 855000"/>
              <a:gd name="connsiteY22" fmla="*/ 900000 h 900000"/>
              <a:gd name="connsiteX23" fmla="*/ 0 w 855000"/>
              <a:gd name="connsiteY23" fmla="*/ 855000 h 900000"/>
              <a:gd name="connsiteX24" fmla="*/ 0 w 855000"/>
              <a:gd name="connsiteY24" fmla="*/ 720000 h 900000"/>
              <a:gd name="connsiteX25" fmla="*/ 45000 w 855000"/>
              <a:gd name="connsiteY25" fmla="*/ 675000 h 900000"/>
              <a:gd name="connsiteX26" fmla="*/ 90000 w 855000"/>
              <a:gd name="connsiteY26" fmla="*/ 720000 h 900000"/>
              <a:gd name="connsiteX27" fmla="*/ 315000 w 855000"/>
              <a:gd name="connsiteY27" fmla="*/ 540000 h 900000"/>
              <a:gd name="connsiteX28" fmla="*/ 270000 w 855000"/>
              <a:gd name="connsiteY28" fmla="*/ 495000 h 900000"/>
              <a:gd name="connsiteX29" fmla="*/ 225000 w 855000"/>
              <a:gd name="connsiteY29" fmla="*/ 540000 h 900000"/>
              <a:gd name="connsiteX30" fmla="*/ 225000 w 855000"/>
              <a:gd name="connsiteY30" fmla="*/ 855000 h 900000"/>
              <a:gd name="connsiteX31" fmla="*/ 270000 w 855000"/>
              <a:gd name="connsiteY31" fmla="*/ 900000 h 900000"/>
              <a:gd name="connsiteX32" fmla="*/ 315000 w 855000"/>
              <a:gd name="connsiteY32" fmla="*/ 855000 h 900000"/>
              <a:gd name="connsiteX33" fmla="*/ 315000 w 855000"/>
              <a:gd name="connsiteY33" fmla="*/ 540000 h 900000"/>
              <a:gd name="connsiteX34" fmla="*/ 495000 w 855000"/>
              <a:gd name="connsiteY34" fmla="*/ 585000 h 900000"/>
              <a:gd name="connsiteX35" fmla="*/ 540000 w 855000"/>
              <a:gd name="connsiteY35" fmla="*/ 630000 h 900000"/>
              <a:gd name="connsiteX36" fmla="*/ 540000 w 855000"/>
              <a:gd name="connsiteY36" fmla="*/ 855000 h 900000"/>
              <a:gd name="connsiteX37" fmla="*/ 495000 w 855000"/>
              <a:gd name="connsiteY37" fmla="*/ 900000 h 900000"/>
              <a:gd name="connsiteX38" fmla="*/ 450000 w 855000"/>
              <a:gd name="connsiteY38" fmla="*/ 855000 h 900000"/>
              <a:gd name="connsiteX39" fmla="*/ 450000 w 855000"/>
              <a:gd name="connsiteY39" fmla="*/ 630000 h 900000"/>
              <a:gd name="connsiteX40" fmla="*/ 495000 w 855000"/>
              <a:gd name="connsiteY40" fmla="*/ 585000 h 900000"/>
              <a:gd name="connsiteX41" fmla="*/ 765000 w 855000"/>
              <a:gd name="connsiteY41" fmla="*/ 405000 h 900000"/>
              <a:gd name="connsiteX42" fmla="*/ 720000 w 855000"/>
              <a:gd name="connsiteY42" fmla="*/ 360000 h 900000"/>
              <a:gd name="connsiteX43" fmla="*/ 675000 w 855000"/>
              <a:gd name="connsiteY43" fmla="*/ 405000 h 900000"/>
              <a:gd name="connsiteX44" fmla="*/ 675000 w 855000"/>
              <a:gd name="connsiteY44" fmla="*/ 855000 h 900000"/>
              <a:gd name="connsiteX45" fmla="*/ 720000 w 855000"/>
              <a:gd name="connsiteY45" fmla="*/ 900000 h 900000"/>
              <a:gd name="connsiteX46" fmla="*/ 765000 w 855000"/>
              <a:gd name="connsiteY46" fmla="*/ 855000 h 900000"/>
              <a:gd name="connsiteX47" fmla="*/ 765000 w 855000"/>
              <a:gd name="connsiteY47" fmla="*/ 405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55000" h="900000">
                <a:moveTo>
                  <a:pt x="630000" y="90000"/>
                </a:moveTo>
                <a:cubicBezTo>
                  <a:pt x="605147" y="90000"/>
                  <a:pt x="585000" y="69853"/>
                  <a:pt x="585000" y="45000"/>
                </a:cubicBezTo>
                <a:cubicBezTo>
                  <a:pt x="585000" y="20147"/>
                  <a:pt x="605147" y="0"/>
                  <a:pt x="630000" y="0"/>
                </a:cubicBezTo>
                <a:lnTo>
                  <a:pt x="810000" y="0"/>
                </a:lnTo>
                <a:cubicBezTo>
                  <a:pt x="834854" y="0"/>
                  <a:pt x="855000" y="20147"/>
                  <a:pt x="855000" y="45000"/>
                </a:cubicBezTo>
                <a:lnTo>
                  <a:pt x="855000" y="225000"/>
                </a:lnTo>
                <a:cubicBezTo>
                  <a:pt x="855000" y="249853"/>
                  <a:pt x="834854" y="270000"/>
                  <a:pt x="810000" y="270000"/>
                </a:cubicBezTo>
                <a:cubicBezTo>
                  <a:pt x="785147" y="270000"/>
                  <a:pt x="765000" y="249853"/>
                  <a:pt x="765000" y="225000"/>
                </a:cubicBezTo>
                <a:lnTo>
                  <a:pt x="765000" y="153630"/>
                </a:lnTo>
                <a:lnTo>
                  <a:pt x="504315" y="414315"/>
                </a:lnTo>
                <a:cubicBezTo>
                  <a:pt x="486743" y="431883"/>
                  <a:pt x="458258" y="431883"/>
                  <a:pt x="440685" y="414315"/>
                </a:cubicBezTo>
                <a:lnTo>
                  <a:pt x="315000" y="288630"/>
                </a:lnTo>
                <a:lnTo>
                  <a:pt x="76815" y="526815"/>
                </a:lnTo>
                <a:cubicBezTo>
                  <a:pt x="58939" y="544082"/>
                  <a:pt x="30451" y="543587"/>
                  <a:pt x="13185" y="525708"/>
                </a:cubicBezTo>
                <a:cubicBezTo>
                  <a:pt x="-3658" y="508271"/>
                  <a:pt x="-3658" y="480623"/>
                  <a:pt x="13185" y="463185"/>
                </a:cubicBezTo>
                <a:lnTo>
                  <a:pt x="283185" y="193185"/>
                </a:lnTo>
                <a:cubicBezTo>
                  <a:pt x="300758" y="175618"/>
                  <a:pt x="329243" y="175618"/>
                  <a:pt x="346815" y="193185"/>
                </a:cubicBezTo>
                <a:lnTo>
                  <a:pt x="472500" y="318870"/>
                </a:lnTo>
                <a:lnTo>
                  <a:pt x="701370" y="90000"/>
                </a:lnTo>
                <a:lnTo>
                  <a:pt x="630000" y="90000"/>
                </a:lnTo>
                <a:close/>
                <a:moveTo>
                  <a:pt x="90000" y="720000"/>
                </a:moveTo>
                <a:lnTo>
                  <a:pt x="90000" y="855000"/>
                </a:lnTo>
                <a:cubicBezTo>
                  <a:pt x="90000" y="879854"/>
                  <a:pt x="69853" y="900000"/>
                  <a:pt x="45000" y="900000"/>
                </a:cubicBezTo>
                <a:cubicBezTo>
                  <a:pt x="20147" y="900000"/>
                  <a:pt x="0" y="879854"/>
                  <a:pt x="0" y="855000"/>
                </a:cubicBezTo>
                <a:lnTo>
                  <a:pt x="0" y="720000"/>
                </a:lnTo>
                <a:cubicBezTo>
                  <a:pt x="0" y="695147"/>
                  <a:pt x="20147" y="675000"/>
                  <a:pt x="45000" y="675000"/>
                </a:cubicBezTo>
                <a:cubicBezTo>
                  <a:pt x="69853" y="675000"/>
                  <a:pt x="90000" y="695147"/>
                  <a:pt x="90000" y="720000"/>
                </a:cubicBezTo>
                <a:close/>
                <a:moveTo>
                  <a:pt x="315000" y="540000"/>
                </a:moveTo>
                <a:cubicBezTo>
                  <a:pt x="315000" y="515146"/>
                  <a:pt x="294853" y="495000"/>
                  <a:pt x="270000" y="495000"/>
                </a:cubicBezTo>
                <a:cubicBezTo>
                  <a:pt x="245147" y="495000"/>
                  <a:pt x="225000" y="515146"/>
                  <a:pt x="225000" y="540000"/>
                </a:cubicBezTo>
                <a:lnTo>
                  <a:pt x="225000" y="855000"/>
                </a:lnTo>
                <a:cubicBezTo>
                  <a:pt x="225000" y="879854"/>
                  <a:pt x="245147" y="900000"/>
                  <a:pt x="270000" y="900000"/>
                </a:cubicBezTo>
                <a:cubicBezTo>
                  <a:pt x="294853" y="900000"/>
                  <a:pt x="315000" y="879854"/>
                  <a:pt x="315000" y="855000"/>
                </a:cubicBezTo>
                <a:lnTo>
                  <a:pt x="315000" y="540000"/>
                </a:lnTo>
                <a:close/>
                <a:moveTo>
                  <a:pt x="495000" y="585000"/>
                </a:moveTo>
                <a:cubicBezTo>
                  <a:pt x="519854" y="585000"/>
                  <a:pt x="540000" y="605147"/>
                  <a:pt x="540000" y="630000"/>
                </a:cubicBezTo>
                <a:lnTo>
                  <a:pt x="540000" y="855000"/>
                </a:lnTo>
                <a:cubicBezTo>
                  <a:pt x="540000" y="879854"/>
                  <a:pt x="519854" y="900000"/>
                  <a:pt x="495000" y="900000"/>
                </a:cubicBezTo>
                <a:cubicBezTo>
                  <a:pt x="470146" y="900000"/>
                  <a:pt x="450000" y="879854"/>
                  <a:pt x="450000" y="855000"/>
                </a:cubicBezTo>
                <a:lnTo>
                  <a:pt x="450000" y="630000"/>
                </a:lnTo>
                <a:cubicBezTo>
                  <a:pt x="450000" y="605147"/>
                  <a:pt x="470146" y="585000"/>
                  <a:pt x="495000" y="585000"/>
                </a:cubicBezTo>
                <a:close/>
                <a:moveTo>
                  <a:pt x="765000" y="405000"/>
                </a:moveTo>
                <a:cubicBezTo>
                  <a:pt x="765000" y="380146"/>
                  <a:pt x="744854" y="360000"/>
                  <a:pt x="720000" y="360000"/>
                </a:cubicBezTo>
                <a:cubicBezTo>
                  <a:pt x="695147" y="360000"/>
                  <a:pt x="675000" y="380146"/>
                  <a:pt x="675000" y="405000"/>
                </a:cubicBezTo>
                <a:lnTo>
                  <a:pt x="675000" y="855000"/>
                </a:lnTo>
                <a:cubicBezTo>
                  <a:pt x="675000" y="879854"/>
                  <a:pt x="695147" y="900000"/>
                  <a:pt x="720000" y="900000"/>
                </a:cubicBezTo>
                <a:cubicBezTo>
                  <a:pt x="744854" y="900000"/>
                  <a:pt x="765000" y="879854"/>
                  <a:pt x="765000" y="855000"/>
                </a:cubicBezTo>
                <a:lnTo>
                  <a:pt x="765000" y="405000"/>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6" name="Graphic 9">
            <a:extLst>
              <a:ext uri="{FF2B5EF4-FFF2-40B4-BE49-F238E27FC236}">
                <a16:creationId xmlns:a16="http://schemas.microsoft.com/office/drawing/2014/main" id="{59BEAC69-233D-BD92-530F-385BD82F2548}"/>
              </a:ext>
            </a:extLst>
          </p:cNvPr>
          <p:cNvSpPr/>
          <p:nvPr/>
        </p:nvSpPr>
        <p:spPr>
          <a:xfrm>
            <a:off x="8520425" y="5289524"/>
            <a:ext cx="387429" cy="430861"/>
          </a:xfrm>
          <a:custGeom>
            <a:avLst/>
            <a:gdLst>
              <a:gd name="connsiteX0" fmla="*/ 528785 w 810036"/>
              <a:gd name="connsiteY0" fmla="*/ 0 h 900842"/>
              <a:gd name="connsiteX1" fmla="*/ 371284 w 810036"/>
              <a:gd name="connsiteY1" fmla="*/ 0 h 900842"/>
              <a:gd name="connsiteX2" fmla="*/ 270664 w 810036"/>
              <a:gd name="connsiteY2" fmla="*/ 90000 h 900842"/>
              <a:gd name="connsiteX3" fmla="*/ 191283 w 810036"/>
              <a:gd name="connsiteY3" fmla="*/ 90000 h 900842"/>
              <a:gd name="connsiteX4" fmla="*/ 90033 w 810036"/>
              <a:gd name="connsiteY4" fmla="*/ 191250 h 900842"/>
              <a:gd name="connsiteX5" fmla="*/ 90033 w 810036"/>
              <a:gd name="connsiteY5" fmla="*/ 364500 h 900842"/>
              <a:gd name="connsiteX6" fmla="*/ 423050 w 810036"/>
              <a:gd name="connsiteY6" fmla="*/ 472262 h 900842"/>
              <a:gd name="connsiteX7" fmla="*/ 416284 w 810036"/>
              <a:gd name="connsiteY7" fmla="*/ 709875 h 900842"/>
              <a:gd name="connsiteX8" fmla="*/ 516950 w 810036"/>
              <a:gd name="connsiteY8" fmla="*/ 810585 h 900842"/>
              <a:gd name="connsiteX9" fmla="*/ 532475 w 810036"/>
              <a:gd name="connsiteY9" fmla="*/ 900000 h 900842"/>
              <a:gd name="connsiteX10" fmla="*/ 708786 w 810036"/>
              <a:gd name="connsiteY10" fmla="*/ 900000 h 900842"/>
              <a:gd name="connsiteX11" fmla="*/ 810036 w 810036"/>
              <a:gd name="connsiteY11" fmla="*/ 798750 h 900842"/>
              <a:gd name="connsiteX12" fmla="*/ 810036 w 810036"/>
              <a:gd name="connsiteY12" fmla="*/ 191250 h 900842"/>
              <a:gd name="connsiteX13" fmla="*/ 708786 w 810036"/>
              <a:gd name="connsiteY13" fmla="*/ 90000 h 900842"/>
              <a:gd name="connsiteX14" fmla="*/ 629405 w 810036"/>
              <a:gd name="connsiteY14" fmla="*/ 90000 h 900842"/>
              <a:gd name="connsiteX15" fmla="*/ 528785 w 810036"/>
              <a:gd name="connsiteY15" fmla="*/ 0 h 900842"/>
              <a:gd name="connsiteX16" fmla="*/ 371284 w 810036"/>
              <a:gd name="connsiteY16" fmla="*/ 67500 h 900842"/>
              <a:gd name="connsiteX17" fmla="*/ 528785 w 810036"/>
              <a:gd name="connsiteY17" fmla="*/ 67500 h 900842"/>
              <a:gd name="connsiteX18" fmla="*/ 562535 w 810036"/>
              <a:gd name="connsiteY18" fmla="*/ 101250 h 900842"/>
              <a:gd name="connsiteX19" fmla="*/ 528785 w 810036"/>
              <a:gd name="connsiteY19" fmla="*/ 135000 h 900842"/>
              <a:gd name="connsiteX20" fmla="*/ 371284 w 810036"/>
              <a:gd name="connsiteY20" fmla="*/ 135000 h 900842"/>
              <a:gd name="connsiteX21" fmla="*/ 337534 w 810036"/>
              <a:gd name="connsiteY21" fmla="*/ 101250 h 900842"/>
              <a:gd name="connsiteX22" fmla="*/ 371284 w 810036"/>
              <a:gd name="connsiteY22" fmla="*/ 67500 h 900842"/>
              <a:gd name="connsiteX23" fmla="*/ 357784 w 810036"/>
              <a:gd name="connsiteY23" fmla="*/ 715050 h 900842"/>
              <a:gd name="connsiteX24" fmla="*/ 332488 w 810036"/>
              <a:gd name="connsiteY24" fmla="*/ 429791 h 900842"/>
              <a:gd name="connsiteX25" fmla="*/ 47228 w 810036"/>
              <a:gd name="connsiteY25" fmla="*/ 455087 h 900842"/>
              <a:gd name="connsiteX26" fmla="*/ 72524 w 810036"/>
              <a:gd name="connsiteY26" fmla="*/ 740346 h 900842"/>
              <a:gd name="connsiteX27" fmla="*/ 306259 w 810036"/>
              <a:gd name="connsiteY27" fmla="*/ 758970 h 900842"/>
              <a:gd name="connsiteX28" fmla="*/ 437434 w 810036"/>
              <a:gd name="connsiteY28" fmla="*/ 890100 h 900842"/>
              <a:gd name="connsiteX29" fmla="*/ 485135 w 810036"/>
              <a:gd name="connsiteY29" fmla="*/ 891784 h 900842"/>
              <a:gd name="connsiteX30" fmla="*/ 486818 w 810036"/>
              <a:gd name="connsiteY30" fmla="*/ 844084 h 900842"/>
              <a:gd name="connsiteX31" fmla="*/ 485135 w 810036"/>
              <a:gd name="connsiteY31" fmla="*/ 842400 h 900842"/>
              <a:gd name="connsiteX32" fmla="*/ 357784 w 810036"/>
              <a:gd name="connsiteY32" fmla="*/ 715050 h 900842"/>
              <a:gd name="connsiteX33" fmla="*/ 202533 w 810036"/>
              <a:gd name="connsiteY33" fmla="*/ 720000 h 900842"/>
              <a:gd name="connsiteX34" fmla="*/ 67533 w 810036"/>
              <a:gd name="connsiteY34" fmla="*/ 585000 h 900842"/>
              <a:gd name="connsiteX35" fmla="*/ 202533 w 810036"/>
              <a:gd name="connsiteY35" fmla="*/ 450000 h 900842"/>
              <a:gd name="connsiteX36" fmla="*/ 337534 w 810036"/>
              <a:gd name="connsiteY36" fmla="*/ 585000 h 900842"/>
              <a:gd name="connsiteX37" fmla="*/ 202533 w 810036"/>
              <a:gd name="connsiteY37" fmla="*/ 720000 h 9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0036" h="900842">
                <a:moveTo>
                  <a:pt x="528785" y="0"/>
                </a:moveTo>
                <a:lnTo>
                  <a:pt x="371284" y="0"/>
                </a:lnTo>
                <a:cubicBezTo>
                  <a:pt x="319720" y="2"/>
                  <a:pt x="276393" y="38755"/>
                  <a:pt x="270664" y="90000"/>
                </a:cubicBezTo>
                <a:lnTo>
                  <a:pt x="191283" y="90000"/>
                </a:lnTo>
                <a:cubicBezTo>
                  <a:pt x="135364" y="90000"/>
                  <a:pt x="90033" y="135331"/>
                  <a:pt x="90033" y="191250"/>
                </a:cubicBezTo>
                <a:lnTo>
                  <a:pt x="90033" y="364500"/>
                </a:lnTo>
                <a:cubicBezTo>
                  <a:pt x="211751" y="302298"/>
                  <a:pt x="360848" y="350545"/>
                  <a:pt x="423050" y="472262"/>
                </a:cubicBezTo>
                <a:cubicBezTo>
                  <a:pt x="461468" y="547437"/>
                  <a:pt x="458917" y="637008"/>
                  <a:pt x="416284" y="709875"/>
                </a:cubicBezTo>
                <a:lnTo>
                  <a:pt x="516950" y="810585"/>
                </a:lnTo>
                <a:cubicBezTo>
                  <a:pt x="540505" y="834112"/>
                  <a:pt x="546721" y="869910"/>
                  <a:pt x="532475" y="900000"/>
                </a:cubicBezTo>
                <a:lnTo>
                  <a:pt x="708786" y="900000"/>
                </a:lnTo>
                <a:cubicBezTo>
                  <a:pt x="764705" y="900000"/>
                  <a:pt x="810036" y="854669"/>
                  <a:pt x="810036" y="798750"/>
                </a:cubicBezTo>
                <a:lnTo>
                  <a:pt x="810036" y="191250"/>
                </a:lnTo>
                <a:cubicBezTo>
                  <a:pt x="810036" y="135331"/>
                  <a:pt x="764705" y="90000"/>
                  <a:pt x="708786" y="90000"/>
                </a:cubicBezTo>
                <a:lnTo>
                  <a:pt x="629405" y="90000"/>
                </a:lnTo>
                <a:cubicBezTo>
                  <a:pt x="623676" y="38755"/>
                  <a:pt x="580349" y="2"/>
                  <a:pt x="528785" y="0"/>
                </a:cubicBezTo>
                <a:close/>
                <a:moveTo>
                  <a:pt x="371284" y="67500"/>
                </a:moveTo>
                <a:lnTo>
                  <a:pt x="528785" y="67500"/>
                </a:lnTo>
                <a:cubicBezTo>
                  <a:pt x="547424" y="67500"/>
                  <a:pt x="562535" y="82610"/>
                  <a:pt x="562535" y="101250"/>
                </a:cubicBezTo>
                <a:cubicBezTo>
                  <a:pt x="562535" y="119890"/>
                  <a:pt x="547424" y="135000"/>
                  <a:pt x="528785" y="135000"/>
                </a:cubicBezTo>
                <a:lnTo>
                  <a:pt x="371284" y="135000"/>
                </a:lnTo>
                <a:cubicBezTo>
                  <a:pt x="352644" y="135000"/>
                  <a:pt x="337534" y="119890"/>
                  <a:pt x="337534" y="101250"/>
                </a:cubicBezTo>
                <a:cubicBezTo>
                  <a:pt x="337534" y="82610"/>
                  <a:pt x="352644" y="67500"/>
                  <a:pt x="371284" y="67500"/>
                </a:cubicBezTo>
                <a:close/>
                <a:moveTo>
                  <a:pt x="357784" y="715050"/>
                </a:moveTo>
                <a:cubicBezTo>
                  <a:pt x="429571" y="629293"/>
                  <a:pt x="418245" y="501578"/>
                  <a:pt x="332488" y="429791"/>
                </a:cubicBezTo>
                <a:cubicBezTo>
                  <a:pt x="246730" y="358004"/>
                  <a:pt x="119015" y="369330"/>
                  <a:pt x="47228" y="455087"/>
                </a:cubicBezTo>
                <a:cubicBezTo>
                  <a:pt x="-24559" y="540845"/>
                  <a:pt x="-13234" y="668560"/>
                  <a:pt x="72524" y="740346"/>
                </a:cubicBezTo>
                <a:cubicBezTo>
                  <a:pt x="138552" y="795617"/>
                  <a:pt x="232312" y="803088"/>
                  <a:pt x="306259" y="758970"/>
                </a:cubicBezTo>
                <a:lnTo>
                  <a:pt x="437434" y="890100"/>
                </a:lnTo>
                <a:cubicBezTo>
                  <a:pt x="450141" y="903737"/>
                  <a:pt x="471498" y="904491"/>
                  <a:pt x="485135" y="891784"/>
                </a:cubicBezTo>
                <a:cubicBezTo>
                  <a:pt x="498772" y="879077"/>
                  <a:pt x="499525" y="857721"/>
                  <a:pt x="486818" y="844084"/>
                </a:cubicBezTo>
                <a:cubicBezTo>
                  <a:pt x="486277" y="843503"/>
                  <a:pt x="485715" y="842941"/>
                  <a:pt x="485135" y="842400"/>
                </a:cubicBezTo>
                <a:lnTo>
                  <a:pt x="357784" y="715050"/>
                </a:lnTo>
                <a:close/>
                <a:moveTo>
                  <a:pt x="202533" y="720000"/>
                </a:moveTo>
                <a:cubicBezTo>
                  <a:pt x="127975" y="720000"/>
                  <a:pt x="67533" y="659558"/>
                  <a:pt x="67533" y="585000"/>
                </a:cubicBezTo>
                <a:cubicBezTo>
                  <a:pt x="67533" y="510442"/>
                  <a:pt x="127975" y="450000"/>
                  <a:pt x="202533" y="450000"/>
                </a:cubicBezTo>
                <a:cubicBezTo>
                  <a:pt x="277092" y="450000"/>
                  <a:pt x="337534" y="510442"/>
                  <a:pt x="337534" y="585000"/>
                </a:cubicBezTo>
                <a:cubicBezTo>
                  <a:pt x="337534" y="659558"/>
                  <a:pt x="277092" y="720000"/>
                  <a:pt x="202533" y="720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3">
            <a:extLst>
              <a:ext uri="{FF2B5EF4-FFF2-40B4-BE49-F238E27FC236}">
                <a16:creationId xmlns:a16="http://schemas.microsoft.com/office/drawing/2014/main" id="{C38F66D7-B0AF-5BD2-1F38-6E340FCCFB08}"/>
              </a:ext>
            </a:extLst>
          </p:cNvPr>
          <p:cNvSpPr/>
          <p:nvPr/>
        </p:nvSpPr>
        <p:spPr>
          <a:xfrm>
            <a:off x="5887069" y="5284345"/>
            <a:ext cx="441221" cy="441219"/>
          </a:xfrm>
          <a:custGeom>
            <a:avLst/>
            <a:gdLst>
              <a:gd name="connsiteX0" fmla="*/ 382502 w 922504"/>
              <a:gd name="connsiteY0" fmla="*/ 112500 h 922500"/>
              <a:gd name="connsiteX1" fmla="*/ 416252 w 922504"/>
              <a:gd name="connsiteY1" fmla="*/ 146250 h 922500"/>
              <a:gd name="connsiteX2" fmla="*/ 416252 w 922504"/>
              <a:gd name="connsiteY2" fmla="*/ 506250 h 922500"/>
              <a:gd name="connsiteX3" fmla="*/ 776254 w 922504"/>
              <a:gd name="connsiteY3" fmla="*/ 506250 h 922500"/>
              <a:gd name="connsiteX4" fmla="*/ 809689 w 922504"/>
              <a:gd name="connsiteY4" fmla="*/ 535410 h 922500"/>
              <a:gd name="connsiteX5" fmla="*/ 810004 w 922504"/>
              <a:gd name="connsiteY5" fmla="*/ 540000 h 922500"/>
              <a:gd name="connsiteX6" fmla="*/ 405002 w 922504"/>
              <a:gd name="connsiteY6" fmla="*/ 922500 h 922500"/>
              <a:gd name="connsiteX7" fmla="*/ 0 w 922504"/>
              <a:gd name="connsiteY7" fmla="*/ 517500 h 922500"/>
              <a:gd name="connsiteX8" fmla="*/ 382502 w 922504"/>
              <a:gd name="connsiteY8" fmla="*/ 112500 h 922500"/>
              <a:gd name="connsiteX9" fmla="*/ 517502 w 922504"/>
              <a:gd name="connsiteY9" fmla="*/ 0 h 922500"/>
              <a:gd name="connsiteX10" fmla="*/ 922504 w 922504"/>
              <a:gd name="connsiteY10" fmla="*/ 405000 h 922500"/>
              <a:gd name="connsiteX11" fmla="*/ 888754 w 922504"/>
              <a:gd name="connsiteY11" fmla="*/ 438750 h 922500"/>
              <a:gd name="connsiteX12" fmla="*/ 517502 w 922504"/>
              <a:gd name="connsiteY12" fmla="*/ 438750 h 922500"/>
              <a:gd name="connsiteX13" fmla="*/ 483752 w 922504"/>
              <a:gd name="connsiteY13" fmla="*/ 405000 h 922500"/>
              <a:gd name="connsiteX14" fmla="*/ 483752 w 922504"/>
              <a:gd name="connsiteY14" fmla="*/ 33750 h 922500"/>
              <a:gd name="connsiteX15" fmla="*/ 517502 w 922504"/>
              <a:gd name="connsiteY15" fmla="*/ 0 h 9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2504" h="922500">
                <a:moveTo>
                  <a:pt x="382502" y="112500"/>
                </a:moveTo>
                <a:cubicBezTo>
                  <a:pt x="401141" y="112500"/>
                  <a:pt x="416252" y="127611"/>
                  <a:pt x="416252" y="146250"/>
                </a:cubicBezTo>
                <a:lnTo>
                  <a:pt x="416252" y="506250"/>
                </a:lnTo>
                <a:lnTo>
                  <a:pt x="776254" y="506250"/>
                </a:lnTo>
                <a:cubicBezTo>
                  <a:pt x="793120" y="506250"/>
                  <a:pt x="807394" y="518702"/>
                  <a:pt x="809689" y="535410"/>
                </a:cubicBezTo>
                <a:lnTo>
                  <a:pt x="810004" y="540000"/>
                </a:lnTo>
                <a:cubicBezTo>
                  <a:pt x="810004" y="763650"/>
                  <a:pt x="628653" y="922500"/>
                  <a:pt x="405002" y="922500"/>
                </a:cubicBezTo>
                <a:cubicBezTo>
                  <a:pt x="181326" y="922500"/>
                  <a:pt x="0" y="741177"/>
                  <a:pt x="0" y="517500"/>
                </a:cubicBezTo>
                <a:cubicBezTo>
                  <a:pt x="0" y="293850"/>
                  <a:pt x="158851" y="112500"/>
                  <a:pt x="382502" y="112500"/>
                </a:cubicBezTo>
                <a:close/>
                <a:moveTo>
                  <a:pt x="517502" y="0"/>
                </a:moveTo>
                <a:cubicBezTo>
                  <a:pt x="741180" y="0"/>
                  <a:pt x="922504" y="181325"/>
                  <a:pt x="922504" y="405000"/>
                </a:cubicBezTo>
                <a:cubicBezTo>
                  <a:pt x="922504" y="423639"/>
                  <a:pt x="907393" y="438750"/>
                  <a:pt x="888754" y="438750"/>
                </a:cubicBezTo>
                <a:lnTo>
                  <a:pt x="517502" y="438750"/>
                </a:lnTo>
                <a:cubicBezTo>
                  <a:pt x="498863" y="438750"/>
                  <a:pt x="483752" y="423639"/>
                  <a:pt x="483752" y="405000"/>
                </a:cubicBezTo>
                <a:lnTo>
                  <a:pt x="483752" y="33750"/>
                </a:lnTo>
                <a:cubicBezTo>
                  <a:pt x="483752" y="15111"/>
                  <a:pt x="498863" y="0"/>
                  <a:pt x="517502" y="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5">
            <a:extLst>
              <a:ext uri="{FF2B5EF4-FFF2-40B4-BE49-F238E27FC236}">
                <a16:creationId xmlns:a16="http://schemas.microsoft.com/office/drawing/2014/main" id="{44060302-D04E-F088-4209-D863ACEE7E7C}"/>
              </a:ext>
            </a:extLst>
          </p:cNvPr>
          <p:cNvSpPr/>
          <p:nvPr/>
        </p:nvSpPr>
        <p:spPr>
          <a:xfrm>
            <a:off x="2114681" y="5289725"/>
            <a:ext cx="408936" cy="430459"/>
          </a:xfrm>
          <a:custGeom>
            <a:avLst/>
            <a:gdLst>
              <a:gd name="connsiteX0" fmla="*/ 630000 w 855000"/>
              <a:gd name="connsiteY0" fmla="*/ 90000 h 900000"/>
              <a:gd name="connsiteX1" fmla="*/ 585000 w 855000"/>
              <a:gd name="connsiteY1" fmla="*/ 45000 h 900000"/>
              <a:gd name="connsiteX2" fmla="*/ 630000 w 855000"/>
              <a:gd name="connsiteY2" fmla="*/ 0 h 900000"/>
              <a:gd name="connsiteX3" fmla="*/ 810000 w 855000"/>
              <a:gd name="connsiteY3" fmla="*/ 0 h 900000"/>
              <a:gd name="connsiteX4" fmla="*/ 855000 w 855000"/>
              <a:gd name="connsiteY4" fmla="*/ 45000 h 900000"/>
              <a:gd name="connsiteX5" fmla="*/ 855000 w 855000"/>
              <a:gd name="connsiteY5" fmla="*/ 225000 h 900000"/>
              <a:gd name="connsiteX6" fmla="*/ 810000 w 855000"/>
              <a:gd name="connsiteY6" fmla="*/ 270000 h 900000"/>
              <a:gd name="connsiteX7" fmla="*/ 765000 w 855000"/>
              <a:gd name="connsiteY7" fmla="*/ 225000 h 900000"/>
              <a:gd name="connsiteX8" fmla="*/ 765000 w 855000"/>
              <a:gd name="connsiteY8" fmla="*/ 153630 h 900000"/>
              <a:gd name="connsiteX9" fmla="*/ 504315 w 855000"/>
              <a:gd name="connsiteY9" fmla="*/ 414315 h 900000"/>
              <a:gd name="connsiteX10" fmla="*/ 440685 w 855000"/>
              <a:gd name="connsiteY10" fmla="*/ 414315 h 900000"/>
              <a:gd name="connsiteX11" fmla="*/ 315000 w 855000"/>
              <a:gd name="connsiteY11" fmla="*/ 288630 h 900000"/>
              <a:gd name="connsiteX12" fmla="*/ 76815 w 855000"/>
              <a:gd name="connsiteY12" fmla="*/ 526815 h 900000"/>
              <a:gd name="connsiteX13" fmla="*/ 13185 w 855000"/>
              <a:gd name="connsiteY13" fmla="*/ 525708 h 900000"/>
              <a:gd name="connsiteX14" fmla="*/ 13185 w 855000"/>
              <a:gd name="connsiteY14" fmla="*/ 463185 h 900000"/>
              <a:gd name="connsiteX15" fmla="*/ 283185 w 855000"/>
              <a:gd name="connsiteY15" fmla="*/ 193185 h 900000"/>
              <a:gd name="connsiteX16" fmla="*/ 346815 w 855000"/>
              <a:gd name="connsiteY16" fmla="*/ 193185 h 900000"/>
              <a:gd name="connsiteX17" fmla="*/ 472500 w 855000"/>
              <a:gd name="connsiteY17" fmla="*/ 318870 h 900000"/>
              <a:gd name="connsiteX18" fmla="*/ 701370 w 855000"/>
              <a:gd name="connsiteY18" fmla="*/ 90000 h 900000"/>
              <a:gd name="connsiteX19" fmla="*/ 630000 w 855000"/>
              <a:gd name="connsiteY19" fmla="*/ 90000 h 900000"/>
              <a:gd name="connsiteX20" fmla="*/ 90000 w 855000"/>
              <a:gd name="connsiteY20" fmla="*/ 720000 h 900000"/>
              <a:gd name="connsiteX21" fmla="*/ 90000 w 855000"/>
              <a:gd name="connsiteY21" fmla="*/ 855000 h 900000"/>
              <a:gd name="connsiteX22" fmla="*/ 45000 w 855000"/>
              <a:gd name="connsiteY22" fmla="*/ 900000 h 900000"/>
              <a:gd name="connsiteX23" fmla="*/ 0 w 855000"/>
              <a:gd name="connsiteY23" fmla="*/ 855000 h 900000"/>
              <a:gd name="connsiteX24" fmla="*/ 0 w 855000"/>
              <a:gd name="connsiteY24" fmla="*/ 720000 h 900000"/>
              <a:gd name="connsiteX25" fmla="*/ 45000 w 855000"/>
              <a:gd name="connsiteY25" fmla="*/ 675000 h 900000"/>
              <a:gd name="connsiteX26" fmla="*/ 90000 w 855000"/>
              <a:gd name="connsiteY26" fmla="*/ 720000 h 900000"/>
              <a:gd name="connsiteX27" fmla="*/ 315000 w 855000"/>
              <a:gd name="connsiteY27" fmla="*/ 540000 h 900000"/>
              <a:gd name="connsiteX28" fmla="*/ 270000 w 855000"/>
              <a:gd name="connsiteY28" fmla="*/ 495000 h 900000"/>
              <a:gd name="connsiteX29" fmla="*/ 225000 w 855000"/>
              <a:gd name="connsiteY29" fmla="*/ 540000 h 900000"/>
              <a:gd name="connsiteX30" fmla="*/ 225000 w 855000"/>
              <a:gd name="connsiteY30" fmla="*/ 855000 h 900000"/>
              <a:gd name="connsiteX31" fmla="*/ 270000 w 855000"/>
              <a:gd name="connsiteY31" fmla="*/ 900000 h 900000"/>
              <a:gd name="connsiteX32" fmla="*/ 315000 w 855000"/>
              <a:gd name="connsiteY32" fmla="*/ 855000 h 900000"/>
              <a:gd name="connsiteX33" fmla="*/ 315000 w 855000"/>
              <a:gd name="connsiteY33" fmla="*/ 540000 h 900000"/>
              <a:gd name="connsiteX34" fmla="*/ 495000 w 855000"/>
              <a:gd name="connsiteY34" fmla="*/ 585000 h 900000"/>
              <a:gd name="connsiteX35" fmla="*/ 540000 w 855000"/>
              <a:gd name="connsiteY35" fmla="*/ 630000 h 900000"/>
              <a:gd name="connsiteX36" fmla="*/ 540000 w 855000"/>
              <a:gd name="connsiteY36" fmla="*/ 855000 h 900000"/>
              <a:gd name="connsiteX37" fmla="*/ 495000 w 855000"/>
              <a:gd name="connsiteY37" fmla="*/ 900000 h 900000"/>
              <a:gd name="connsiteX38" fmla="*/ 450000 w 855000"/>
              <a:gd name="connsiteY38" fmla="*/ 855000 h 900000"/>
              <a:gd name="connsiteX39" fmla="*/ 450000 w 855000"/>
              <a:gd name="connsiteY39" fmla="*/ 630000 h 900000"/>
              <a:gd name="connsiteX40" fmla="*/ 495000 w 855000"/>
              <a:gd name="connsiteY40" fmla="*/ 585000 h 900000"/>
              <a:gd name="connsiteX41" fmla="*/ 765000 w 855000"/>
              <a:gd name="connsiteY41" fmla="*/ 405000 h 900000"/>
              <a:gd name="connsiteX42" fmla="*/ 720000 w 855000"/>
              <a:gd name="connsiteY42" fmla="*/ 360000 h 900000"/>
              <a:gd name="connsiteX43" fmla="*/ 675000 w 855000"/>
              <a:gd name="connsiteY43" fmla="*/ 405000 h 900000"/>
              <a:gd name="connsiteX44" fmla="*/ 675000 w 855000"/>
              <a:gd name="connsiteY44" fmla="*/ 855000 h 900000"/>
              <a:gd name="connsiteX45" fmla="*/ 720000 w 855000"/>
              <a:gd name="connsiteY45" fmla="*/ 900000 h 900000"/>
              <a:gd name="connsiteX46" fmla="*/ 765000 w 855000"/>
              <a:gd name="connsiteY46" fmla="*/ 855000 h 900000"/>
              <a:gd name="connsiteX47" fmla="*/ 765000 w 855000"/>
              <a:gd name="connsiteY47" fmla="*/ 405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55000" h="900000">
                <a:moveTo>
                  <a:pt x="630000" y="90000"/>
                </a:moveTo>
                <a:cubicBezTo>
                  <a:pt x="605147" y="90000"/>
                  <a:pt x="585000" y="69853"/>
                  <a:pt x="585000" y="45000"/>
                </a:cubicBezTo>
                <a:cubicBezTo>
                  <a:pt x="585000" y="20147"/>
                  <a:pt x="605147" y="0"/>
                  <a:pt x="630000" y="0"/>
                </a:cubicBezTo>
                <a:lnTo>
                  <a:pt x="810000" y="0"/>
                </a:lnTo>
                <a:cubicBezTo>
                  <a:pt x="834854" y="0"/>
                  <a:pt x="855000" y="20147"/>
                  <a:pt x="855000" y="45000"/>
                </a:cubicBezTo>
                <a:lnTo>
                  <a:pt x="855000" y="225000"/>
                </a:lnTo>
                <a:cubicBezTo>
                  <a:pt x="855000" y="249853"/>
                  <a:pt x="834854" y="270000"/>
                  <a:pt x="810000" y="270000"/>
                </a:cubicBezTo>
                <a:cubicBezTo>
                  <a:pt x="785147" y="270000"/>
                  <a:pt x="765000" y="249853"/>
                  <a:pt x="765000" y="225000"/>
                </a:cubicBezTo>
                <a:lnTo>
                  <a:pt x="765000" y="153630"/>
                </a:lnTo>
                <a:lnTo>
                  <a:pt x="504315" y="414315"/>
                </a:lnTo>
                <a:cubicBezTo>
                  <a:pt x="486743" y="431883"/>
                  <a:pt x="458258" y="431883"/>
                  <a:pt x="440685" y="414315"/>
                </a:cubicBezTo>
                <a:lnTo>
                  <a:pt x="315000" y="288630"/>
                </a:lnTo>
                <a:lnTo>
                  <a:pt x="76815" y="526815"/>
                </a:lnTo>
                <a:cubicBezTo>
                  <a:pt x="58939" y="544082"/>
                  <a:pt x="30451" y="543587"/>
                  <a:pt x="13185" y="525708"/>
                </a:cubicBezTo>
                <a:cubicBezTo>
                  <a:pt x="-3658" y="508271"/>
                  <a:pt x="-3658" y="480623"/>
                  <a:pt x="13185" y="463185"/>
                </a:cubicBezTo>
                <a:lnTo>
                  <a:pt x="283185" y="193185"/>
                </a:lnTo>
                <a:cubicBezTo>
                  <a:pt x="300758" y="175618"/>
                  <a:pt x="329243" y="175618"/>
                  <a:pt x="346815" y="193185"/>
                </a:cubicBezTo>
                <a:lnTo>
                  <a:pt x="472500" y="318870"/>
                </a:lnTo>
                <a:lnTo>
                  <a:pt x="701370" y="90000"/>
                </a:lnTo>
                <a:lnTo>
                  <a:pt x="630000" y="90000"/>
                </a:lnTo>
                <a:close/>
                <a:moveTo>
                  <a:pt x="90000" y="720000"/>
                </a:moveTo>
                <a:lnTo>
                  <a:pt x="90000" y="855000"/>
                </a:lnTo>
                <a:cubicBezTo>
                  <a:pt x="90000" y="879854"/>
                  <a:pt x="69853" y="900000"/>
                  <a:pt x="45000" y="900000"/>
                </a:cubicBezTo>
                <a:cubicBezTo>
                  <a:pt x="20147" y="900000"/>
                  <a:pt x="0" y="879854"/>
                  <a:pt x="0" y="855000"/>
                </a:cubicBezTo>
                <a:lnTo>
                  <a:pt x="0" y="720000"/>
                </a:lnTo>
                <a:cubicBezTo>
                  <a:pt x="0" y="695147"/>
                  <a:pt x="20147" y="675000"/>
                  <a:pt x="45000" y="675000"/>
                </a:cubicBezTo>
                <a:cubicBezTo>
                  <a:pt x="69853" y="675000"/>
                  <a:pt x="90000" y="695147"/>
                  <a:pt x="90000" y="720000"/>
                </a:cubicBezTo>
                <a:close/>
                <a:moveTo>
                  <a:pt x="315000" y="540000"/>
                </a:moveTo>
                <a:cubicBezTo>
                  <a:pt x="315000" y="515146"/>
                  <a:pt x="294853" y="495000"/>
                  <a:pt x="270000" y="495000"/>
                </a:cubicBezTo>
                <a:cubicBezTo>
                  <a:pt x="245147" y="495000"/>
                  <a:pt x="225000" y="515146"/>
                  <a:pt x="225000" y="540000"/>
                </a:cubicBezTo>
                <a:lnTo>
                  <a:pt x="225000" y="855000"/>
                </a:lnTo>
                <a:cubicBezTo>
                  <a:pt x="225000" y="879854"/>
                  <a:pt x="245147" y="900000"/>
                  <a:pt x="270000" y="900000"/>
                </a:cubicBezTo>
                <a:cubicBezTo>
                  <a:pt x="294853" y="900000"/>
                  <a:pt x="315000" y="879854"/>
                  <a:pt x="315000" y="855000"/>
                </a:cubicBezTo>
                <a:lnTo>
                  <a:pt x="315000" y="540000"/>
                </a:lnTo>
                <a:close/>
                <a:moveTo>
                  <a:pt x="495000" y="585000"/>
                </a:moveTo>
                <a:cubicBezTo>
                  <a:pt x="519854" y="585000"/>
                  <a:pt x="540000" y="605147"/>
                  <a:pt x="540000" y="630000"/>
                </a:cubicBezTo>
                <a:lnTo>
                  <a:pt x="540000" y="855000"/>
                </a:lnTo>
                <a:cubicBezTo>
                  <a:pt x="540000" y="879854"/>
                  <a:pt x="519854" y="900000"/>
                  <a:pt x="495000" y="900000"/>
                </a:cubicBezTo>
                <a:cubicBezTo>
                  <a:pt x="470146" y="900000"/>
                  <a:pt x="450000" y="879854"/>
                  <a:pt x="450000" y="855000"/>
                </a:cubicBezTo>
                <a:lnTo>
                  <a:pt x="450000" y="630000"/>
                </a:lnTo>
                <a:cubicBezTo>
                  <a:pt x="450000" y="605147"/>
                  <a:pt x="470146" y="585000"/>
                  <a:pt x="495000" y="585000"/>
                </a:cubicBezTo>
                <a:close/>
                <a:moveTo>
                  <a:pt x="765000" y="405000"/>
                </a:moveTo>
                <a:cubicBezTo>
                  <a:pt x="765000" y="380146"/>
                  <a:pt x="744854" y="360000"/>
                  <a:pt x="720000" y="360000"/>
                </a:cubicBezTo>
                <a:cubicBezTo>
                  <a:pt x="695147" y="360000"/>
                  <a:pt x="675000" y="380146"/>
                  <a:pt x="675000" y="405000"/>
                </a:cubicBezTo>
                <a:lnTo>
                  <a:pt x="675000" y="855000"/>
                </a:lnTo>
                <a:cubicBezTo>
                  <a:pt x="675000" y="879854"/>
                  <a:pt x="695147" y="900000"/>
                  <a:pt x="720000" y="900000"/>
                </a:cubicBezTo>
                <a:cubicBezTo>
                  <a:pt x="744854" y="900000"/>
                  <a:pt x="765000" y="879854"/>
                  <a:pt x="765000" y="855000"/>
                </a:cubicBezTo>
                <a:lnTo>
                  <a:pt x="765000" y="405000"/>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Graphic 9">
            <a:extLst>
              <a:ext uri="{FF2B5EF4-FFF2-40B4-BE49-F238E27FC236}">
                <a16:creationId xmlns:a16="http://schemas.microsoft.com/office/drawing/2014/main" id="{8DB79E68-5850-BCAE-26EA-2CAAFDEBB6A0}"/>
              </a:ext>
            </a:extLst>
          </p:cNvPr>
          <p:cNvSpPr/>
          <p:nvPr/>
        </p:nvSpPr>
        <p:spPr>
          <a:xfrm>
            <a:off x="9676125" y="5289524"/>
            <a:ext cx="387429" cy="430861"/>
          </a:xfrm>
          <a:custGeom>
            <a:avLst/>
            <a:gdLst>
              <a:gd name="connsiteX0" fmla="*/ 528785 w 810036"/>
              <a:gd name="connsiteY0" fmla="*/ 0 h 900842"/>
              <a:gd name="connsiteX1" fmla="*/ 371284 w 810036"/>
              <a:gd name="connsiteY1" fmla="*/ 0 h 900842"/>
              <a:gd name="connsiteX2" fmla="*/ 270664 w 810036"/>
              <a:gd name="connsiteY2" fmla="*/ 90000 h 900842"/>
              <a:gd name="connsiteX3" fmla="*/ 191283 w 810036"/>
              <a:gd name="connsiteY3" fmla="*/ 90000 h 900842"/>
              <a:gd name="connsiteX4" fmla="*/ 90033 w 810036"/>
              <a:gd name="connsiteY4" fmla="*/ 191250 h 900842"/>
              <a:gd name="connsiteX5" fmla="*/ 90033 w 810036"/>
              <a:gd name="connsiteY5" fmla="*/ 364500 h 900842"/>
              <a:gd name="connsiteX6" fmla="*/ 423050 w 810036"/>
              <a:gd name="connsiteY6" fmla="*/ 472262 h 900842"/>
              <a:gd name="connsiteX7" fmla="*/ 416284 w 810036"/>
              <a:gd name="connsiteY7" fmla="*/ 709875 h 900842"/>
              <a:gd name="connsiteX8" fmla="*/ 516950 w 810036"/>
              <a:gd name="connsiteY8" fmla="*/ 810585 h 900842"/>
              <a:gd name="connsiteX9" fmla="*/ 532475 w 810036"/>
              <a:gd name="connsiteY9" fmla="*/ 900000 h 900842"/>
              <a:gd name="connsiteX10" fmla="*/ 708786 w 810036"/>
              <a:gd name="connsiteY10" fmla="*/ 900000 h 900842"/>
              <a:gd name="connsiteX11" fmla="*/ 810036 w 810036"/>
              <a:gd name="connsiteY11" fmla="*/ 798750 h 900842"/>
              <a:gd name="connsiteX12" fmla="*/ 810036 w 810036"/>
              <a:gd name="connsiteY12" fmla="*/ 191250 h 900842"/>
              <a:gd name="connsiteX13" fmla="*/ 708786 w 810036"/>
              <a:gd name="connsiteY13" fmla="*/ 90000 h 900842"/>
              <a:gd name="connsiteX14" fmla="*/ 629405 w 810036"/>
              <a:gd name="connsiteY14" fmla="*/ 90000 h 900842"/>
              <a:gd name="connsiteX15" fmla="*/ 528785 w 810036"/>
              <a:gd name="connsiteY15" fmla="*/ 0 h 900842"/>
              <a:gd name="connsiteX16" fmla="*/ 371284 w 810036"/>
              <a:gd name="connsiteY16" fmla="*/ 67500 h 900842"/>
              <a:gd name="connsiteX17" fmla="*/ 528785 w 810036"/>
              <a:gd name="connsiteY17" fmla="*/ 67500 h 900842"/>
              <a:gd name="connsiteX18" fmla="*/ 562535 w 810036"/>
              <a:gd name="connsiteY18" fmla="*/ 101250 h 900842"/>
              <a:gd name="connsiteX19" fmla="*/ 528785 w 810036"/>
              <a:gd name="connsiteY19" fmla="*/ 135000 h 900842"/>
              <a:gd name="connsiteX20" fmla="*/ 371284 w 810036"/>
              <a:gd name="connsiteY20" fmla="*/ 135000 h 900842"/>
              <a:gd name="connsiteX21" fmla="*/ 337534 w 810036"/>
              <a:gd name="connsiteY21" fmla="*/ 101250 h 900842"/>
              <a:gd name="connsiteX22" fmla="*/ 371284 w 810036"/>
              <a:gd name="connsiteY22" fmla="*/ 67500 h 900842"/>
              <a:gd name="connsiteX23" fmla="*/ 357784 w 810036"/>
              <a:gd name="connsiteY23" fmla="*/ 715050 h 900842"/>
              <a:gd name="connsiteX24" fmla="*/ 332488 w 810036"/>
              <a:gd name="connsiteY24" fmla="*/ 429791 h 900842"/>
              <a:gd name="connsiteX25" fmla="*/ 47228 w 810036"/>
              <a:gd name="connsiteY25" fmla="*/ 455087 h 900842"/>
              <a:gd name="connsiteX26" fmla="*/ 72524 w 810036"/>
              <a:gd name="connsiteY26" fmla="*/ 740346 h 900842"/>
              <a:gd name="connsiteX27" fmla="*/ 306259 w 810036"/>
              <a:gd name="connsiteY27" fmla="*/ 758970 h 900842"/>
              <a:gd name="connsiteX28" fmla="*/ 437434 w 810036"/>
              <a:gd name="connsiteY28" fmla="*/ 890100 h 900842"/>
              <a:gd name="connsiteX29" fmla="*/ 485135 w 810036"/>
              <a:gd name="connsiteY29" fmla="*/ 891784 h 900842"/>
              <a:gd name="connsiteX30" fmla="*/ 486818 w 810036"/>
              <a:gd name="connsiteY30" fmla="*/ 844084 h 900842"/>
              <a:gd name="connsiteX31" fmla="*/ 485135 w 810036"/>
              <a:gd name="connsiteY31" fmla="*/ 842400 h 900842"/>
              <a:gd name="connsiteX32" fmla="*/ 357784 w 810036"/>
              <a:gd name="connsiteY32" fmla="*/ 715050 h 900842"/>
              <a:gd name="connsiteX33" fmla="*/ 202533 w 810036"/>
              <a:gd name="connsiteY33" fmla="*/ 720000 h 900842"/>
              <a:gd name="connsiteX34" fmla="*/ 67533 w 810036"/>
              <a:gd name="connsiteY34" fmla="*/ 585000 h 900842"/>
              <a:gd name="connsiteX35" fmla="*/ 202533 w 810036"/>
              <a:gd name="connsiteY35" fmla="*/ 450000 h 900842"/>
              <a:gd name="connsiteX36" fmla="*/ 337534 w 810036"/>
              <a:gd name="connsiteY36" fmla="*/ 585000 h 900842"/>
              <a:gd name="connsiteX37" fmla="*/ 202533 w 810036"/>
              <a:gd name="connsiteY37" fmla="*/ 720000 h 9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0036" h="900842">
                <a:moveTo>
                  <a:pt x="528785" y="0"/>
                </a:moveTo>
                <a:lnTo>
                  <a:pt x="371284" y="0"/>
                </a:lnTo>
                <a:cubicBezTo>
                  <a:pt x="319720" y="2"/>
                  <a:pt x="276393" y="38755"/>
                  <a:pt x="270664" y="90000"/>
                </a:cubicBezTo>
                <a:lnTo>
                  <a:pt x="191283" y="90000"/>
                </a:lnTo>
                <a:cubicBezTo>
                  <a:pt x="135364" y="90000"/>
                  <a:pt x="90033" y="135331"/>
                  <a:pt x="90033" y="191250"/>
                </a:cubicBezTo>
                <a:lnTo>
                  <a:pt x="90033" y="364500"/>
                </a:lnTo>
                <a:cubicBezTo>
                  <a:pt x="211751" y="302298"/>
                  <a:pt x="360848" y="350545"/>
                  <a:pt x="423050" y="472262"/>
                </a:cubicBezTo>
                <a:cubicBezTo>
                  <a:pt x="461468" y="547437"/>
                  <a:pt x="458917" y="637008"/>
                  <a:pt x="416284" y="709875"/>
                </a:cubicBezTo>
                <a:lnTo>
                  <a:pt x="516950" y="810585"/>
                </a:lnTo>
                <a:cubicBezTo>
                  <a:pt x="540505" y="834112"/>
                  <a:pt x="546721" y="869910"/>
                  <a:pt x="532475" y="900000"/>
                </a:cubicBezTo>
                <a:lnTo>
                  <a:pt x="708786" y="900000"/>
                </a:lnTo>
                <a:cubicBezTo>
                  <a:pt x="764705" y="900000"/>
                  <a:pt x="810036" y="854669"/>
                  <a:pt x="810036" y="798750"/>
                </a:cubicBezTo>
                <a:lnTo>
                  <a:pt x="810036" y="191250"/>
                </a:lnTo>
                <a:cubicBezTo>
                  <a:pt x="810036" y="135331"/>
                  <a:pt x="764705" y="90000"/>
                  <a:pt x="708786" y="90000"/>
                </a:cubicBezTo>
                <a:lnTo>
                  <a:pt x="629405" y="90000"/>
                </a:lnTo>
                <a:cubicBezTo>
                  <a:pt x="623676" y="38755"/>
                  <a:pt x="580349" y="2"/>
                  <a:pt x="528785" y="0"/>
                </a:cubicBezTo>
                <a:close/>
                <a:moveTo>
                  <a:pt x="371284" y="67500"/>
                </a:moveTo>
                <a:lnTo>
                  <a:pt x="528785" y="67500"/>
                </a:lnTo>
                <a:cubicBezTo>
                  <a:pt x="547424" y="67500"/>
                  <a:pt x="562535" y="82610"/>
                  <a:pt x="562535" y="101250"/>
                </a:cubicBezTo>
                <a:cubicBezTo>
                  <a:pt x="562535" y="119890"/>
                  <a:pt x="547424" y="135000"/>
                  <a:pt x="528785" y="135000"/>
                </a:cubicBezTo>
                <a:lnTo>
                  <a:pt x="371284" y="135000"/>
                </a:lnTo>
                <a:cubicBezTo>
                  <a:pt x="352644" y="135000"/>
                  <a:pt x="337534" y="119890"/>
                  <a:pt x="337534" y="101250"/>
                </a:cubicBezTo>
                <a:cubicBezTo>
                  <a:pt x="337534" y="82610"/>
                  <a:pt x="352644" y="67500"/>
                  <a:pt x="371284" y="67500"/>
                </a:cubicBezTo>
                <a:close/>
                <a:moveTo>
                  <a:pt x="357784" y="715050"/>
                </a:moveTo>
                <a:cubicBezTo>
                  <a:pt x="429571" y="629293"/>
                  <a:pt x="418245" y="501578"/>
                  <a:pt x="332488" y="429791"/>
                </a:cubicBezTo>
                <a:cubicBezTo>
                  <a:pt x="246730" y="358004"/>
                  <a:pt x="119015" y="369330"/>
                  <a:pt x="47228" y="455087"/>
                </a:cubicBezTo>
                <a:cubicBezTo>
                  <a:pt x="-24559" y="540845"/>
                  <a:pt x="-13234" y="668560"/>
                  <a:pt x="72524" y="740346"/>
                </a:cubicBezTo>
                <a:cubicBezTo>
                  <a:pt x="138552" y="795617"/>
                  <a:pt x="232312" y="803088"/>
                  <a:pt x="306259" y="758970"/>
                </a:cubicBezTo>
                <a:lnTo>
                  <a:pt x="437434" y="890100"/>
                </a:lnTo>
                <a:cubicBezTo>
                  <a:pt x="450141" y="903737"/>
                  <a:pt x="471498" y="904491"/>
                  <a:pt x="485135" y="891784"/>
                </a:cubicBezTo>
                <a:cubicBezTo>
                  <a:pt x="498772" y="879077"/>
                  <a:pt x="499525" y="857721"/>
                  <a:pt x="486818" y="844084"/>
                </a:cubicBezTo>
                <a:cubicBezTo>
                  <a:pt x="486277" y="843503"/>
                  <a:pt x="485715" y="842941"/>
                  <a:pt x="485135" y="842400"/>
                </a:cubicBezTo>
                <a:lnTo>
                  <a:pt x="357784" y="715050"/>
                </a:lnTo>
                <a:close/>
                <a:moveTo>
                  <a:pt x="202533" y="720000"/>
                </a:moveTo>
                <a:cubicBezTo>
                  <a:pt x="127975" y="720000"/>
                  <a:pt x="67533" y="659558"/>
                  <a:pt x="67533" y="585000"/>
                </a:cubicBezTo>
                <a:cubicBezTo>
                  <a:pt x="67533" y="510442"/>
                  <a:pt x="127975" y="450000"/>
                  <a:pt x="202533" y="450000"/>
                </a:cubicBezTo>
                <a:cubicBezTo>
                  <a:pt x="277092" y="450000"/>
                  <a:pt x="337534" y="510442"/>
                  <a:pt x="337534" y="585000"/>
                </a:cubicBezTo>
                <a:cubicBezTo>
                  <a:pt x="337534" y="659558"/>
                  <a:pt x="277092" y="720000"/>
                  <a:pt x="202533" y="720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3">
            <a:extLst>
              <a:ext uri="{FF2B5EF4-FFF2-40B4-BE49-F238E27FC236}">
                <a16:creationId xmlns:a16="http://schemas.microsoft.com/office/drawing/2014/main" id="{BF5652F2-2F57-B15C-003B-30F3A3D1C239}"/>
              </a:ext>
            </a:extLst>
          </p:cNvPr>
          <p:cNvSpPr/>
          <p:nvPr/>
        </p:nvSpPr>
        <p:spPr>
          <a:xfrm>
            <a:off x="7055469" y="5284345"/>
            <a:ext cx="441221" cy="441219"/>
          </a:xfrm>
          <a:custGeom>
            <a:avLst/>
            <a:gdLst>
              <a:gd name="connsiteX0" fmla="*/ 382502 w 922504"/>
              <a:gd name="connsiteY0" fmla="*/ 112500 h 922500"/>
              <a:gd name="connsiteX1" fmla="*/ 416252 w 922504"/>
              <a:gd name="connsiteY1" fmla="*/ 146250 h 922500"/>
              <a:gd name="connsiteX2" fmla="*/ 416252 w 922504"/>
              <a:gd name="connsiteY2" fmla="*/ 506250 h 922500"/>
              <a:gd name="connsiteX3" fmla="*/ 776254 w 922504"/>
              <a:gd name="connsiteY3" fmla="*/ 506250 h 922500"/>
              <a:gd name="connsiteX4" fmla="*/ 809689 w 922504"/>
              <a:gd name="connsiteY4" fmla="*/ 535410 h 922500"/>
              <a:gd name="connsiteX5" fmla="*/ 810004 w 922504"/>
              <a:gd name="connsiteY5" fmla="*/ 540000 h 922500"/>
              <a:gd name="connsiteX6" fmla="*/ 405002 w 922504"/>
              <a:gd name="connsiteY6" fmla="*/ 922500 h 922500"/>
              <a:gd name="connsiteX7" fmla="*/ 0 w 922504"/>
              <a:gd name="connsiteY7" fmla="*/ 517500 h 922500"/>
              <a:gd name="connsiteX8" fmla="*/ 382502 w 922504"/>
              <a:gd name="connsiteY8" fmla="*/ 112500 h 922500"/>
              <a:gd name="connsiteX9" fmla="*/ 517502 w 922504"/>
              <a:gd name="connsiteY9" fmla="*/ 0 h 922500"/>
              <a:gd name="connsiteX10" fmla="*/ 922504 w 922504"/>
              <a:gd name="connsiteY10" fmla="*/ 405000 h 922500"/>
              <a:gd name="connsiteX11" fmla="*/ 888754 w 922504"/>
              <a:gd name="connsiteY11" fmla="*/ 438750 h 922500"/>
              <a:gd name="connsiteX12" fmla="*/ 517502 w 922504"/>
              <a:gd name="connsiteY12" fmla="*/ 438750 h 922500"/>
              <a:gd name="connsiteX13" fmla="*/ 483752 w 922504"/>
              <a:gd name="connsiteY13" fmla="*/ 405000 h 922500"/>
              <a:gd name="connsiteX14" fmla="*/ 483752 w 922504"/>
              <a:gd name="connsiteY14" fmla="*/ 33750 h 922500"/>
              <a:gd name="connsiteX15" fmla="*/ 517502 w 922504"/>
              <a:gd name="connsiteY15" fmla="*/ 0 h 9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2504" h="922500">
                <a:moveTo>
                  <a:pt x="382502" y="112500"/>
                </a:moveTo>
                <a:cubicBezTo>
                  <a:pt x="401141" y="112500"/>
                  <a:pt x="416252" y="127611"/>
                  <a:pt x="416252" y="146250"/>
                </a:cubicBezTo>
                <a:lnTo>
                  <a:pt x="416252" y="506250"/>
                </a:lnTo>
                <a:lnTo>
                  <a:pt x="776254" y="506250"/>
                </a:lnTo>
                <a:cubicBezTo>
                  <a:pt x="793120" y="506250"/>
                  <a:pt x="807394" y="518702"/>
                  <a:pt x="809689" y="535410"/>
                </a:cubicBezTo>
                <a:lnTo>
                  <a:pt x="810004" y="540000"/>
                </a:lnTo>
                <a:cubicBezTo>
                  <a:pt x="810004" y="763650"/>
                  <a:pt x="628653" y="922500"/>
                  <a:pt x="405002" y="922500"/>
                </a:cubicBezTo>
                <a:cubicBezTo>
                  <a:pt x="181326" y="922500"/>
                  <a:pt x="0" y="741177"/>
                  <a:pt x="0" y="517500"/>
                </a:cubicBezTo>
                <a:cubicBezTo>
                  <a:pt x="0" y="293850"/>
                  <a:pt x="158851" y="112500"/>
                  <a:pt x="382502" y="112500"/>
                </a:cubicBezTo>
                <a:close/>
                <a:moveTo>
                  <a:pt x="517502" y="0"/>
                </a:moveTo>
                <a:cubicBezTo>
                  <a:pt x="741180" y="0"/>
                  <a:pt x="922504" y="181325"/>
                  <a:pt x="922504" y="405000"/>
                </a:cubicBezTo>
                <a:cubicBezTo>
                  <a:pt x="922504" y="423639"/>
                  <a:pt x="907393" y="438750"/>
                  <a:pt x="888754" y="438750"/>
                </a:cubicBezTo>
                <a:lnTo>
                  <a:pt x="517502" y="438750"/>
                </a:lnTo>
                <a:cubicBezTo>
                  <a:pt x="498863" y="438750"/>
                  <a:pt x="483752" y="423639"/>
                  <a:pt x="483752" y="405000"/>
                </a:cubicBezTo>
                <a:lnTo>
                  <a:pt x="483752" y="33750"/>
                </a:lnTo>
                <a:cubicBezTo>
                  <a:pt x="483752" y="15111"/>
                  <a:pt x="498863" y="0"/>
                  <a:pt x="517502" y="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5">
            <a:extLst>
              <a:ext uri="{FF2B5EF4-FFF2-40B4-BE49-F238E27FC236}">
                <a16:creationId xmlns:a16="http://schemas.microsoft.com/office/drawing/2014/main" id="{8700238E-03D8-9C66-BEAC-96856200470D}"/>
              </a:ext>
            </a:extLst>
          </p:cNvPr>
          <p:cNvSpPr/>
          <p:nvPr/>
        </p:nvSpPr>
        <p:spPr>
          <a:xfrm>
            <a:off x="3283081" y="5289725"/>
            <a:ext cx="408936" cy="430459"/>
          </a:xfrm>
          <a:custGeom>
            <a:avLst/>
            <a:gdLst>
              <a:gd name="connsiteX0" fmla="*/ 630000 w 855000"/>
              <a:gd name="connsiteY0" fmla="*/ 90000 h 900000"/>
              <a:gd name="connsiteX1" fmla="*/ 585000 w 855000"/>
              <a:gd name="connsiteY1" fmla="*/ 45000 h 900000"/>
              <a:gd name="connsiteX2" fmla="*/ 630000 w 855000"/>
              <a:gd name="connsiteY2" fmla="*/ 0 h 900000"/>
              <a:gd name="connsiteX3" fmla="*/ 810000 w 855000"/>
              <a:gd name="connsiteY3" fmla="*/ 0 h 900000"/>
              <a:gd name="connsiteX4" fmla="*/ 855000 w 855000"/>
              <a:gd name="connsiteY4" fmla="*/ 45000 h 900000"/>
              <a:gd name="connsiteX5" fmla="*/ 855000 w 855000"/>
              <a:gd name="connsiteY5" fmla="*/ 225000 h 900000"/>
              <a:gd name="connsiteX6" fmla="*/ 810000 w 855000"/>
              <a:gd name="connsiteY6" fmla="*/ 270000 h 900000"/>
              <a:gd name="connsiteX7" fmla="*/ 765000 w 855000"/>
              <a:gd name="connsiteY7" fmla="*/ 225000 h 900000"/>
              <a:gd name="connsiteX8" fmla="*/ 765000 w 855000"/>
              <a:gd name="connsiteY8" fmla="*/ 153630 h 900000"/>
              <a:gd name="connsiteX9" fmla="*/ 504315 w 855000"/>
              <a:gd name="connsiteY9" fmla="*/ 414315 h 900000"/>
              <a:gd name="connsiteX10" fmla="*/ 440685 w 855000"/>
              <a:gd name="connsiteY10" fmla="*/ 414315 h 900000"/>
              <a:gd name="connsiteX11" fmla="*/ 315000 w 855000"/>
              <a:gd name="connsiteY11" fmla="*/ 288630 h 900000"/>
              <a:gd name="connsiteX12" fmla="*/ 76815 w 855000"/>
              <a:gd name="connsiteY12" fmla="*/ 526815 h 900000"/>
              <a:gd name="connsiteX13" fmla="*/ 13185 w 855000"/>
              <a:gd name="connsiteY13" fmla="*/ 525708 h 900000"/>
              <a:gd name="connsiteX14" fmla="*/ 13185 w 855000"/>
              <a:gd name="connsiteY14" fmla="*/ 463185 h 900000"/>
              <a:gd name="connsiteX15" fmla="*/ 283185 w 855000"/>
              <a:gd name="connsiteY15" fmla="*/ 193185 h 900000"/>
              <a:gd name="connsiteX16" fmla="*/ 346815 w 855000"/>
              <a:gd name="connsiteY16" fmla="*/ 193185 h 900000"/>
              <a:gd name="connsiteX17" fmla="*/ 472500 w 855000"/>
              <a:gd name="connsiteY17" fmla="*/ 318870 h 900000"/>
              <a:gd name="connsiteX18" fmla="*/ 701370 w 855000"/>
              <a:gd name="connsiteY18" fmla="*/ 90000 h 900000"/>
              <a:gd name="connsiteX19" fmla="*/ 630000 w 855000"/>
              <a:gd name="connsiteY19" fmla="*/ 90000 h 900000"/>
              <a:gd name="connsiteX20" fmla="*/ 90000 w 855000"/>
              <a:gd name="connsiteY20" fmla="*/ 720000 h 900000"/>
              <a:gd name="connsiteX21" fmla="*/ 90000 w 855000"/>
              <a:gd name="connsiteY21" fmla="*/ 855000 h 900000"/>
              <a:gd name="connsiteX22" fmla="*/ 45000 w 855000"/>
              <a:gd name="connsiteY22" fmla="*/ 900000 h 900000"/>
              <a:gd name="connsiteX23" fmla="*/ 0 w 855000"/>
              <a:gd name="connsiteY23" fmla="*/ 855000 h 900000"/>
              <a:gd name="connsiteX24" fmla="*/ 0 w 855000"/>
              <a:gd name="connsiteY24" fmla="*/ 720000 h 900000"/>
              <a:gd name="connsiteX25" fmla="*/ 45000 w 855000"/>
              <a:gd name="connsiteY25" fmla="*/ 675000 h 900000"/>
              <a:gd name="connsiteX26" fmla="*/ 90000 w 855000"/>
              <a:gd name="connsiteY26" fmla="*/ 720000 h 900000"/>
              <a:gd name="connsiteX27" fmla="*/ 315000 w 855000"/>
              <a:gd name="connsiteY27" fmla="*/ 540000 h 900000"/>
              <a:gd name="connsiteX28" fmla="*/ 270000 w 855000"/>
              <a:gd name="connsiteY28" fmla="*/ 495000 h 900000"/>
              <a:gd name="connsiteX29" fmla="*/ 225000 w 855000"/>
              <a:gd name="connsiteY29" fmla="*/ 540000 h 900000"/>
              <a:gd name="connsiteX30" fmla="*/ 225000 w 855000"/>
              <a:gd name="connsiteY30" fmla="*/ 855000 h 900000"/>
              <a:gd name="connsiteX31" fmla="*/ 270000 w 855000"/>
              <a:gd name="connsiteY31" fmla="*/ 900000 h 900000"/>
              <a:gd name="connsiteX32" fmla="*/ 315000 w 855000"/>
              <a:gd name="connsiteY32" fmla="*/ 855000 h 900000"/>
              <a:gd name="connsiteX33" fmla="*/ 315000 w 855000"/>
              <a:gd name="connsiteY33" fmla="*/ 540000 h 900000"/>
              <a:gd name="connsiteX34" fmla="*/ 495000 w 855000"/>
              <a:gd name="connsiteY34" fmla="*/ 585000 h 900000"/>
              <a:gd name="connsiteX35" fmla="*/ 540000 w 855000"/>
              <a:gd name="connsiteY35" fmla="*/ 630000 h 900000"/>
              <a:gd name="connsiteX36" fmla="*/ 540000 w 855000"/>
              <a:gd name="connsiteY36" fmla="*/ 855000 h 900000"/>
              <a:gd name="connsiteX37" fmla="*/ 495000 w 855000"/>
              <a:gd name="connsiteY37" fmla="*/ 900000 h 900000"/>
              <a:gd name="connsiteX38" fmla="*/ 450000 w 855000"/>
              <a:gd name="connsiteY38" fmla="*/ 855000 h 900000"/>
              <a:gd name="connsiteX39" fmla="*/ 450000 w 855000"/>
              <a:gd name="connsiteY39" fmla="*/ 630000 h 900000"/>
              <a:gd name="connsiteX40" fmla="*/ 495000 w 855000"/>
              <a:gd name="connsiteY40" fmla="*/ 585000 h 900000"/>
              <a:gd name="connsiteX41" fmla="*/ 765000 w 855000"/>
              <a:gd name="connsiteY41" fmla="*/ 405000 h 900000"/>
              <a:gd name="connsiteX42" fmla="*/ 720000 w 855000"/>
              <a:gd name="connsiteY42" fmla="*/ 360000 h 900000"/>
              <a:gd name="connsiteX43" fmla="*/ 675000 w 855000"/>
              <a:gd name="connsiteY43" fmla="*/ 405000 h 900000"/>
              <a:gd name="connsiteX44" fmla="*/ 675000 w 855000"/>
              <a:gd name="connsiteY44" fmla="*/ 855000 h 900000"/>
              <a:gd name="connsiteX45" fmla="*/ 720000 w 855000"/>
              <a:gd name="connsiteY45" fmla="*/ 900000 h 900000"/>
              <a:gd name="connsiteX46" fmla="*/ 765000 w 855000"/>
              <a:gd name="connsiteY46" fmla="*/ 855000 h 900000"/>
              <a:gd name="connsiteX47" fmla="*/ 765000 w 855000"/>
              <a:gd name="connsiteY47" fmla="*/ 405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55000" h="900000">
                <a:moveTo>
                  <a:pt x="630000" y="90000"/>
                </a:moveTo>
                <a:cubicBezTo>
                  <a:pt x="605147" y="90000"/>
                  <a:pt x="585000" y="69853"/>
                  <a:pt x="585000" y="45000"/>
                </a:cubicBezTo>
                <a:cubicBezTo>
                  <a:pt x="585000" y="20147"/>
                  <a:pt x="605147" y="0"/>
                  <a:pt x="630000" y="0"/>
                </a:cubicBezTo>
                <a:lnTo>
                  <a:pt x="810000" y="0"/>
                </a:lnTo>
                <a:cubicBezTo>
                  <a:pt x="834854" y="0"/>
                  <a:pt x="855000" y="20147"/>
                  <a:pt x="855000" y="45000"/>
                </a:cubicBezTo>
                <a:lnTo>
                  <a:pt x="855000" y="225000"/>
                </a:lnTo>
                <a:cubicBezTo>
                  <a:pt x="855000" y="249853"/>
                  <a:pt x="834854" y="270000"/>
                  <a:pt x="810000" y="270000"/>
                </a:cubicBezTo>
                <a:cubicBezTo>
                  <a:pt x="785147" y="270000"/>
                  <a:pt x="765000" y="249853"/>
                  <a:pt x="765000" y="225000"/>
                </a:cubicBezTo>
                <a:lnTo>
                  <a:pt x="765000" y="153630"/>
                </a:lnTo>
                <a:lnTo>
                  <a:pt x="504315" y="414315"/>
                </a:lnTo>
                <a:cubicBezTo>
                  <a:pt x="486743" y="431883"/>
                  <a:pt x="458258" y="431883"/>
                  <a:pt x="440685" y="414315"/>
                </a:cubicBezTo>
                <a:lnTo>
                  <a:pt x="315000" y="288630"/>
                </a:lnTo>
                <a:lnTo>
                  <a:pt x="76815" y="526815"/>
                </a:lnTo>
                <a:cubicBezTo>
                  <a:pt x="58939" y="544082"/>
                  <a:pt x="30451" y="543587"/>
                  <a:pt x="13185" y="525708"/>
                </a:cubicBezTo>
                <a:cubicBezTo>
                  <a:pt x="-3658" y="508271"/>
                  <a:pt x="-3658" y="480623"/>
                  <a:pt x="13185" y="463185"/>
                </a:cubicBezTo>
                <a:lnTo>
                  <a:pt x="283185" y="193185"/>
                </a:lnTo>
                <a:cubicBezTo>
                  <a:pt x="300758" y="175618"/>
                  <a:pt x="329243" y="175618"/>
                  <a:pt x="346815" y="193185"/>
                </a:cubicBezTo>
                <a:lnTo>
                  <a:pt x="472500" y="318870"/>
                </a:lnTo>
                <a:lnTo>
                  <a:pt x="701370" y="90000"/>
                </a:lnTo>
                <a:lnTo>
                  <a:pt x="630000" y="90000"/>
                </a:lnTo>
                <a:close/>
                <a:moveTo>
                  <a:pt x="90000" y="720000"/>
                </a:moveTo>
                <a:lnTo>
                  <a:pt x="90000" y="855000"/>
                </a:lnTo>
                <a:cubicBezTo>
                  <a:pt x="90000" y="879854"/>
                  <a:pt x="69853" y="900000"/>
                  <a:pt x="45000" y="900000"/>
                </a:cubicBezTo>
                <a:cubicBezTo>
                  <a:pt x="20147" y="900000"/>
                  <a:pt x="0" y="879854"/>
                  <a:pt x="0" y="855000"/>
                </a:cubicBezTo>
                <a:lnTo>
                  <a:pt x="0" y="720000"/>
                </a:lnTo>
                <a:cubicBezTo>
                  <a:pt x="0" y="695147"/>
                  <a:pt x="20147" y="675000"/>
                  <a:pt x="45000" y="675000"/>
                </a:cubicBezTo>
                <a:cubicBezTo>
                  <a:pt x="69853" y="675000"/>
                  <a:pt x="90000" y="695147"/>
                  <a:pt x="90000" y="720000"/>
                </a:cubicBezTo>
                <a:close/>
                <a:moveTo>
                  <a:pt x="315000" y="540000"/>
                </a:moveTo>
                <a:cubicBezTo>
                  <a:pt x="315000" y="515146"/>
                  <a:pt x="294853" y="495000"/>
                  <a:pt x="270000" y="495000"/>
                </a:cubicBezTo>
                <a:cubicBezTo>
                  <a:pt x="245147" y="495000"/>
                  <a:pt x="225000" y="515146"/>
                  <a:pt x="225000" y="540000"/>
                </a:cubicBezTo>
                <a:lnTo>
                  <a:pt x="225000" y="855000"/>
                </a:lnTo>
                <a:cubicBezTo>
                  <a:pt x="225000" y="879854"/>
                  <a:pt x="245147" y="900000"/>
                  <a:pt x="270000" y="900000"/>
                </a:cubicBezTo>
                <a:cubicBezTo>
                  <a:pt x="294853" y="900000"/>
                  <a:pt x="315000" y="879854"/>
                  <a:pt x="315000" y="855000"/>
                </a:cubicBezTo>
                <a:lnTo>
                  <a:pt x="315000" y="540000"/>
                </a:lnTo>
                <a:close/>
                <a:moveTo>
                  <a:pt x="495000" y="585000"/>
                </a:moveTo>
                <a:cubicBezTo>
                  <a:pt x="519854" y="585000"/>
                  <a:pt x="540000" y="605147"/>
                  <a:pt x="540000" y="630000"/>
                </a:cubicBezTo>
                <a:lnTo>
                  <a:pt x="540000" y="855000"/>
                </a:lnTo>
                <a:cubicBezTo>
                  <a:pt x="540000" y="879854"/>
                  <a:pt x="519854" y="900000"/>
                  <a:pt x="495000" y="900000"/>
                </a:cubicBezTo>
                <a:cubicBezTo>
                  <a:pt x="470146" y="900000"/>
                  <a:pt x="450000" y="879854"/>
                  <a:pt x="450000" y="855000"/>
                </a:cubicBezTo>
                <a:lnTo>
                  <a:pt x="450000" y="630000"/>
                </a:lnTo>
                <a:cubicBezTo>
                  <a:pt x="450000" y="605147"/>
                  <a:pt x="470146" y="585000"/>
                  <a:pt x="495000" y="585000"/>
                </a:cubicBezTo>
                <a:close/>
                <a:moveTo>
                  <a:pt x="765000" y="405000"/>
                </a:moveTo>
                <a:cubicBezTo>
                  <a:pt x="765000" y="380146"/>
                  <a:pt x="744854" y="360000"/>
                  <a:pt x="720000" y="360000"/>
                </a:cubicBezTo>
                <a:cubicBezTo>
                  <a:pt x="695147" y="360000"/>
                  <a:pt x="675000" y="380146"/>
                  <a:pt x="675000" y="405000"/>
                </a:cubicBezTo>
                <a:lnTo>
                  <a:pt x="675000" y="855000"/>
                </a:lnTo>
                <a:cubicBezTo>
                  <a:pt x="675000" y="879854"/>
                  <a:pt x="695147" y="900000"/>
                  <a:pt x="720000" y="900000"/>
                </a:cubicBezTo>
                <a:cubicBezTo>
                  <a:pt x="744854" y="900000"/>
                  <a:pt x="765000" y="879854"/>
                  <a:pt x="765000" y="855000"/>
                </a:cubicBezTo>
                <a:lnTo>
                  <a:pt x="765000" y="405000"/>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Graphic 9">
            <a:extLst>
              <a:ext uri="{FF2B5EF4-FFF2-40B4-BE49-F238E27FC236}">
                <a16:creationId xmlns:a16="http://schemas.microsoft.com/office/drawing/2014/main" id="{B43FDF18-A735-6951-E732-EE000C182B9A}"/>
              </a:ext>
            </a:extLst>
          </p:cNvPr>
          <p:cNvSpPr/>
          <p:nvPr/>
        </p:nvSpPr>
        <p:spPr>
          <a:xfrm>
            <a:off x="10844525" y="5289524"/>
            <a:ext cx="387429" cy="430861"/>
          </a:xfrm>
          <a:custGeom>
            <a:avLst/>
            <a:gdLst>
              <a:gd name="connsiteX0" fmla="*/ 528785 w 810036"/>
              <a:gd name="connsiteY0" fmla="*/ 0 h 900842"/>
              <a:gd name="connsiteX1" fmla="*/ 371284 w 810036"/>
              <a:gd name="connsiteY1" fmla="*/ 0 h 900842"/>
              <a:gd name="connsiteX2" fmla="*/ 270664 w 810036"/>
              <a:gd name="connsiteY2" fmla="*/ 90000 h 900842"/>
              <a:gd name="connsiteX3" fmla="*/ 191283 w 810036"/>
              <a:gd name="connsiteY3" fmla="*/ 90000 h 900842"/>
              <a:gd name="connsiteX4" fmla="*/ 90033 w 810036"/>
              <a:gd name="connsiteY4" fmla="*/ 191250 h 900842"/>
              <a:gd name="connsiteX5" fmla="*/ 90033 w 810036"/>
              <a:gd name="connsiteY5" fmla="*/ 364500 h 900842"/>
              <a:gd name="connsiteX6" fmla="*/ 423050 w 810036"/>
              <a:gd name="connsiteY6" fmla="*/ 472262 h 900842"/>
              <a:gd name="connsiteX7" fmla="*/ 416284 w 810036"/>
              <a:gd name="connsiteY7" fmla="*/ 709875 h 900842"/>
              <a:gd name="connsiteX8" fmla="*/ 516950 w 810036"/>
              <a:gd name="connsiteY8" fmla="*/ 810585 h 900842"/>
              <a:gd name="connsiteX9" fmla="*/ 532475 w 810036"/>
              <a:gd name="connsiteY9" fmla="*/ 900000 h 900842"/>
              <a:gd name="connsiteX10" fmla="*/ 708786 w 810036"/>
              <a:gd name="connsiteY10" fmla="*/ 900000 h 900842"/>
              <a:gd name="connsiteX11" fmla="*/ 810036 w 810036"/>
              <a:gd name="connsiteY11" fmla="*/ 798750 h 900842"/>
              <a:gd name="connsiteX12" fmla="*/ 810036 w 810036"/>
              <a:gd name="connsiteY12" fmla="*/ 191250 h 900842"/>
              <a:gd name="connsiteX13" fmla="*/ 708786 w 810036"/>
              <a:gd name="connsiteY13" fmla="*/ 90000 h 900842"/>
              <a:gd name="connsiteX14" fmla="*/ 629405 w 810036"/>
              <a:gd name="connsiteY14" fmla="*/ 90000 h 900842"/>
              <a:gd name="connsiteX15" fmla="*/ 528785 w 810036"/>
              <a:gd name="connsiteY15" fmla="*/ 0 h 900842"/>
              <a:gd name="connsiteX16" fmla="*/ 371284 w 810036"/>
              <a:gd name="connsiteY16" fmla="*/ 67500 h 900842"/>
              <a:gd name="connsiteX17" fmla="*/ 528785 w 810036"/>
              <a:gd name="connsiteY17" fmla="*/ 67500 h 900842"/>
              <a:gd name="connsiteX18" fmla="*/ 562535 w 810036"/>
              <a:gd name="connsiteY18" fmla="*/ 101250 h 900842"/>
              <a:gd name="connsiteX19" fmla="*/ 528785 w 810036"/>
              <a:gd name="connsiteY19" fmla="*/ 135000 h 900842"/>
              <a:gd name="connsiteX20" fmla="*/ 371284 w 810036"/>
              <a:gd name="connsiteY20" fmla="*/ 135000 h 900842"/>
              <a:gd name="connsiteX21" fmla="*/ 337534 w 810036"/>
              <a:gd name="connsiteY21" fmla="*/ 101250 h 900842"/>
              <a:gd name="connsiteX22" fmla="*/ 371284 w 810036"/>
              <a:gd name="connsiteY22" fmla="*/ 67500 h 900842"/>
              <a:gd name="connsiteX23" fmla="*/ 357784 w 810036"/>
              <a:gd name="connsiteY23" fmla="*/ 715050 h 900842"/>
              <a:gd name="connsiteX24" fmla="*/ 332488 w 810036"/>
              <a:gd name="connsiteY24" fmla="*/ 429791 h 900842"/>
              <a:gd name="connsiteX25" fmla="*/ 47228 w 810036"/>
              <a:gd name="connsiteY25" fmla="*/ 455087 h 900842"/>
              <a:gd name="connsiteX26" fmla="*/ 72524 w 810036"/>
              <a:gd name="connsiteY26" fmla="*/ 740346 h 900842"/>
              <a:gd name="connsiteX27" fmla="*/ 306259 w 810036"/>
              <a:gd name="connsiteY27" fmla="*/ 758970 h 900842"/>
              <a:gd name="connsiteX28" fmla="*/ 437434 w 810036"/>
              <a:gd name="connsiteY28" fmla="*/ 890100 h 900842"/>
              <a:gd name="connsiteX29" fmla="*/ 485135 w 810036"/>
              <a:gd name="connsiteY29" fmla="*/ 891784 h 900842"/>
              <a:gd name="connsiteX30" fmla="*/ 486818 w 810036"/>
              <a:gd name="connsiteY30" fmla="*/ 844084 h 900842"/>
              <a:gd name="connsiteX31" fmla="*/ 485135 w 810036"/>
              <a:gd name="connsiteY31" fmla="*/ 842400 h 900842"/>
              <a:gd name="connsiteX32" fmla="*/ 357784 w 810036"/>
              <a:gd name="connsiteY32" fmla="*/ 715050 h 900842"/>
              <a:gd name="connsiteX33" fmla="*/ 202533 w 810036"/>
              <a:gd name="connsiteY33" fmla="*/ 720000 h 900842"/>
              <a:gd name="connsiteX34" fmla="*/ 67533 w 810036"/>
              <a:gd name="connsiteY34" fmla="*/ 585000 h 900842"/>
              <a:gd name="connsiteX35" fmla="*/ 202533 w 810036"/>
              <a:gd name="connsiteY35" fmla="*/ 450000 h 900842"/>
              <a:gd name="connsiteX36" fmla="*/ 337534 w 810036"/>
              <a:gd name="connsiteY36" fmla="*/ 585000 h 900842"/>
              <a:gd name="connsiteX37" fmla="*/ 202533 w 810036"/>
              <a:gd name="connsiteY37" fmla="*/ 720000 h 9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0036" h="900842">
                <a:moveTo>
                  <a:pt x="528785" y="0"/>
                </a:moveTo>
                <a:lnTo>
                  <a:pt x="371284" y="0"/>
                </a:lnTo>
                <a:cubicBezTo>
                  <a:pt x="319720" y="2"/>
                  <a:pt x="276393" y="38755"/>
                  <a:pt x="270664" y="90000"/>
                </a:cubicBezTo>
                <a:lnTo>
                  <a:pt x="191283" y="90000"/>
                </a:lnTo>
                <a:cubicBezTo>
                  <a:pt x="135364" y="90000"/>
                  <a:pt x="90033" y="135331"/>
                  <a:pt x="90033" y="191250"/>
                </a:cubicBezTo>
                <a:lnTo>
                  <a:pt x="90033" y="364500"/>
                </a:lnTo>
                <a:cubicBezTo>
                  <a:pt x="211751" y="302298"/>
                  <a:pt x="360848" y="350545"/>
                  <a:pt x="423050" y="472262"/>
                </a:cubicBezTo>
                <a:cubicBezTo>
                  <a:pt x="461468" y="547437"/>
                  <a:pt x="458917" y="637008"/>
                  <a:pt x="416284" y="709875"/>
                </a:cubicBezTo>
                <a:lnTo>
                  <a:pt x="516950" y="810585"/>
                </a:lnTo>
                <a:cubicBezTo>
                  <a:pt x="540505" y="834112"/>
                  <a:pt x="546721" y="869910"/>
                  <a:pt x="532475" y="900000"/>
                </a:cubicBezTo>
                <a:lnTo>
                  <a:pt x="708786" y="900000"/>
                </a:lnTo>
                <a:cubicBezTo>
                  <a:pt x="764705" y="900000"/>
                  <a:pt x="810036" y="854669"/>
                  <a:pt x="810036" y="798750"/>
                </a:cubicBezTo>
                <a:lnTo>
                  <a:pt x="810036" y="191250"/>
                </a:lnTo>
                <a:cubicBezTo>
                  <a:pt x="810036" y="135331"/>
                  <a:pt x="764705" y="90000"/>
                  <a:pt x="708786" y="90000"/>
                </a:cubicBezTo>
                <a:lnTo>
                  <a:pt x="629405" y="90000"/>
                </a:lnTo>
                <a:cubicBezTo>
                  <a:pt x="623676" y="38755"/>
                  <a:pt x="580349" y="2"/>
                  <a:pt x="528785" y="0"/>
                </a:cubicBezTo>
                <a:close/>
                <a:moveTo>
                  <a:pt x="371284" y="67500"/>
                </a:moveTo>
                <a:lnTo>
                  <a:pt x="528785" y="67500"/>
                </a:lnTo>
                <a:cubicBezTo>
                  <a:pt x="547424" y="67500"/>
                  <a:pt x="562535" y="82610"/>
                  <a:pt x="562535" y="101250"/>
                </a:cubicBezTo>
                <a:cubicBezTo>
                  <a:pt x="562535" y="119890"/>
                  <a:pt x="547424" y="135000"/>
                  <a:pt x="528785" y="135000"/>
                </a:cubicBezTo>
                <a:lnTo>
                  <a:pt x="371284" y="135000"/>
                </a:lnTo>
                <a:cubicBezTo>
                  <a:pt x="352644" y="135000"/>
                  <a:pt x="337534" y="119890"/>
                  <a:pt x="337534" y="101250"/>
                </a:cubicBezTo>
                <a:cubicBezTo>
                  <a:pt x="337534" y="82610"/>
                  <a:pt x="352644" y="67500"/>
                  <a:pt x="371284" y="67500"/>
                </a:cubicBezTo>
                <a:close/>
                <a:moveTo>
                  <a:pt x="357784" y="715050"/>
                </a:moveTo>
                <a:cubicBezTo>
                  <a:pt x="429571" y="629293"/>
                  <a:pt x="418245" y="501578"/>
                  <a:pt x="332488" y="429791"/>
                </a:cubicBezTo>
                <a:cubicBezTo>
                  <a:pt x="246730" y="358004"/>
                  <a:pt x="119015" y="369330"/>
                  <a:pt x="47228" y="455087"/>
                </a:cubicBezTo>
                <a:cubicBezTo>
                  <a:pt x="-24559" y="540845"/>
                  <a:pt x="-13234" y="668560"/>
                  <a:pt x="72524" y="740346"/>
                </a:cubicBezTo>
                <a:cubicBezTo>
                  <a:pt x="138552" y="795617"/>
                  <a:pt x="232312" y="803088"/>
                  <a:pt x="306259" y="758970"/>
                </a:cubicBezTo>
                <a:lnTo>
                  <a:pt x="437434" y="890100"/>
                </a:lnTo>
                <a:cubicBezTo>
                  <a:pt x="450141" y="903737"/>
                  <a:pt x="471498" y="904491"/>
                  <a:pt x="485135" y="891784"/>
                </a:cubicBezTo>
                <a:cubicBezTo>
                  <a:pt x="498772" y="879077"/>
                  <a:pt x="499525" y="857721"/>
                  <a:pt x="486818" y="844084"/>
                </a:cubicBezTo>
                <a:cubicBezTo>
                  <a:pt x="486277" y="843503"/>
                  <a:pt x="485715" y="842941"/>
                  <a:pt x="485135" y="842400"/>
                </a:cubicBezTo>
                <a:lnTo>
                  <a:pt x="357784" y="715050"/>
                </a:lnTo>
                <a:close/>
                <a:moveTo>
                  <a:pt x="202533" y="720000"/>
                </a:moveTo>
                <a:cubicBezTo>
                  <a:pt x="127975" y="720000"/>
                  <a:pt x="67533" y="659558"/>
                  <a:pt x="67533" y="585000"/>
                </a:cubicBezTo>
                <a:cubicBezTo>
                  <a:pt x="67533" y="510442"/>
                  <a:pt x="127975" y="450000"/>
                  <a:pt x="202533" y="450000"/>
                </a:cubicBezTo>
                <a:cubicBezTo>
                  <a:pt x="277092" y="450000"/>
                  <a:pt x="337534" y="510442"/>
                  <a:pt x="337534" y="585000"/>
                </a:cubicBezTo>
                <a:cubicBezTo>
                  <a:pt x="337534" y="659558"/>
                  <a:pt x="277092" y="720000"/>
                  <a:pt x="202533" y="720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270494390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Compute + Network + Storage</a:t>
            </a:r>
          </a:p>
        </p:txBody>
      </p:sp>
      <p:sp>
        <p:nvSpPr>
          <p:cNvPr id="9" name="Graphic 3">
            <a:extLst>
              <a:ext uri="{FF2B5EF4-FFF2-40B4-BE49-F238E27FC236}">
                <a16:creationId xmlns:a16="http://schemas.microsoft.com/office/drawing/2014/main" id="{CAF7C003-8EDE-AA03-04B5-CAB88B9B44EF}"/>
              </a:ext>
            </a:extLst>
          </p:cNvPr>
          <p:cNvSpPr/>
          <p:nvPr/>
        </p:nvSpPr>
        <p:spPr>
          <a:xfrm>
            <a:off x="9508933" y="2739070"/>
            <a:ext cx="720000" cy="900000"/>
          </a:xfrm>
          <a:custGeom>
            <a:avLst/>
            <a:gdLst>
              <a:gd name="connsiteX0" fmla="*/ 360000 w 720000"/>
              <a:gd name="connsiteY0" fmla="*/ 360000 h 900000"/>
              <a:gd name="connsiteX1" fmla="*/ 720000 w 720000"/>
              <a:gd name="connsiteY1" fmla="*/ 180000 h 900000"/>
              <a:gd name="connsiteX2" fmla="*/ 360000 w 720000"/>
              <a:gd name="connsiteY2" fmla="*/ 0 h 900000"/>
              <a:gd name="connsiteX3" fmla="*/ 0 w 720000"/>
              <a:gd name="connsiteY3" fmla="*/ 180000 h 900000"/>
              <a:gd name="connsiteX4" fmla="*/ 360000 w 720000"/>
              <a:gd name="connsiteY4" fmla="*/ 360000 h 900000"/>
              <a:gd name="connsiteX5" fmla="*/ 644760 w 720000"/>
              <a:gd name="connsiteY5" fmla="*/ 367650 h 900000"/>
              <a:gd name="connsiteX6" fmla="*/ 720000 w 720000"/>
              <a:gd name="connsiteY6" fmla="*/ 317385 h 900000"/>
              <a:gd name="connsiteX7" fmla="*/ 720000 w 720000"/>
              <a:gd name="connsiteY7" fmla="*/ 720000 h 900000"/>
              <a:gd name="connsiteX8" fmla="*/ 360000 w 720000"/>
              <a:gd name="connsiteY8" fmla="*/ 900000 h 900000"/>
              <a:gd name="connsiteX9" fmla="*/ 0 w 720000"/>
              <a:gd name="connsiteY9" fmla="*/ 720000 h 900000"/>
              <a:gd name="connsiteX10" fmla="*/ 0 w 720000"/>
              <a:gd name="connsiteY10" fmla="*/ 317385 h 900000"/>
              <a:gd name="connsiteX11" fmla="*/ 75240 w 720000"/>
              <a:gd name="connsiteY11" fmla="*/ 367650 h 900000"/>
              <a:gd name="connsiteX12" fmla="*/ 360000 w 720000"/>
              <a:gd name="connsiteY12" fmla="*/ 427500 h 900000"/>
              <a:gd name="connsiteX13" fmla="*/ 644760 w 720000"/>
              <a:gd name="connsiteY13" fmla="*/ 36765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000" h="900000">
                <a:moveTo>
                  <a:pt x="360000" y="360000"/>
                </a:moveTo>
                <a:cubicBezTo>
                  <a:pt x="558810" y="360000"/>
                  <a:pt x="720000" y="279450"/>
                  <a:pt x="720000" y="180000"/>
                </a:cubicBezTo>
                <a:cubicBezTo>
                  <a:pt x="720000" y="80550"/>
                  <a:pt x="558810" y="0"/>
                  <a:pt x="360000" y="0"/>
                </a:cubicBezTo>
                <a:cubicBezTo>
                  <a:pt x="161190" y="0"/>
                  <a:pt x="0" y="80550"/>
                  <a:pt x="0" y="180000"/>
                </a:cubicBezTo>
                <a:cubicBezTo>
                  <a:pt x="0" y="279450"/>
                  <a:pt x="161190" y="360000"/>
                  <a:pt x="360000" y="360000"/>
                </a:cubicBezTo>
                <a:close/>
                <a:moveTo>
                  <a:pt x="644760" y="367650"/>
                </a:moveTo>
                <a:cubicBezTo>
                  <a:pt x="671954" y="354297"/>
                  <a:pt x="697252" y="337394"/>
                  <a:pt x="720000" y="317385"/>
                </a:cubicBezTo>
                <a:lnTo>
                  <a:pt x="720000" y="720000"/>
                </a:lnTo>
                <a:cubicBezTo>
                  <a:pt x="720000" y="819450"/>
                  <a:pt x="558810" y="900000"/>
                  <a:pt x="360000" y="900000"/>
                </a:cubicBezTo>
                <a:cubicBezTo>
                  <a:pt x="161190" y="900000"/>
                  <a:pt x="0" y="819450"/>
                  <a:pt x="0" y="720000"/>
                </a:cubicBezTo>
                <a:lnTo>
                  <a:pt x="0" y="317385"/>
                </a:lnTo>
                <a:cubicBezTo>
                  <a:pt x="22746" y="337394"/>
                  <a:pt x="48047" y="354297"/>
                  <a:pt x="75240" y="367650"/>
                </a:cubicBezTo>
                <a:cubicBezTo>
                  <a:pt x="151650" y="405810"/>
                  <a:pt x="252360" y="427500"/>
                  <a:pt x="360000" y="427500"/>
                </a:cubicBezTo>
                <a:cubicBezTo>
                  <a:pt x="467640" y="427500"/>
                  <a:pt x="568350" y="405810"/>
                  <a:pt x="644760" y="36765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Freeform 13">
            <a:extLst>
              <a:ext uri="{FF2B5EF4-FFF2-40B4-BE49-F238E27FC236}">
                <a16:creationId xmlns:a16="http://schemas.microsoft.com/office/drawing/2014/main" id="{4BE4F680-2F82-6F87-80A4-035F1D3173DC}"/>
              </a:ext>
            </a:extLst>
          </p:cNvPr>
          <p:cNvSpPr/>
          <p:nvPr/>
        </p:nvSpPr>
        <p:spPr>
          <a:xfrm>
            <a:off x="5642520" y="2739160"/>
            <a:ext cx="945099" cy="944910"/>
          </a:xfrm>
          <a:custGeom>
            <a:avLst/>
            <a:gdLst>
              <a:gd name="connsiteX0" fmla="*/ 310778 w 945099"/>
              <a:gd name="connsiteY0" fmla="*/ 652410 h 944910"/>
              <a:gd name="connsiteX1" fmla="*/ 405098 w 945099"/>
              <a:gd name="connsiteY1" fmla="*/ 652410 h 944910"/>
              <a:gd name="connsiteX2" fmla="*/ 405098 w 945099"/>
              <a:gd name="connsiteY2" fmla="*/ 652455 h 944910"/>
              <a:gd name="connsiteX3" fmla="*/ 405098 w 945099"/>
              <a:gd name="connsiteY3" fmla="*/ 764955 h 944910"/>
              <a:gd name="connsiteX4" fmla="*/ 495098 w 945099"/>
              <a:gd name="connsiteY4" fmla="*/ 854955 h 944910"/>
              <a:gd name="connsiteX5" fmla="*/ 515303 w 945099"/>
              <a:gd name="connsiteY5" fmla="*/ 854955 h 944910"/>
              <a:gd name="connsiteX6" fmla="*/ 450098 w 945099"/>
              <a:gd name="connsiteY6" fmla="*/ 899910 h 944910"/>
              <a:gd name="connsiteX7" fmla="*/ 313388 w 945099"/>
              <a:gd name="connsiteY7" fmla="*/ 665685 h 944910"/>
              <a:gd name="connsiteX8" fmla="*/ 241838 w 945099"/>
              <a:gd name="connsiteY8" fmla="*/ 652410 h 944910"/>
              <a:gd name="connsiteX9" fmla="*/ 241838 w 945099"/>
              <a:gd name="connsiteY9" fmla="*/ 652455 h 944910"/>
              <a:gd name="connsiteX10" fmla="*/ 322478 w 945099"/>
              <a:gd name="connsiteY10" fmla="*/ 881640 h 944910"/>
              <a:gd name="connsiteX11" fmla="*/ 54638 w 945099"/>
              <a:gd name="connsiteY11" fmla="*/ 665010 h 944910"/>
              <a:gd name="connsiteX12" fmla="*/ 48068 w 945099"/>
              <a:gd name="connsiteY12" fmla="*/ 652455 h 944910"/>
              <a:gd name="connsiteX13" fmla="*/ 495099 w 945099"/>
              <a:gd name="connsiteY13" fmla="*/ 494910 h 944910"/>
              <a:gd name="connsiteX14" fmla="*/ 900099 w 945099"/>
              <a:gd name="connsiteY14" fmla="*/ 494910 h 944910"/>
              <a:gd name="connsiteX15" fmla="*/ 945099 w 945099"/>
              <a:gd name="connsiteY15" fmla="*/ 539910 h 944910"/>
              <a:gd name="connsiteX16" fmla="*/ 945099 w 945099"/>
              <a:gd name="connsiteY16" fmla="*/ 764910 h 944910"/>
              <a:gd name="connsiteX17" fmla="*/ 900099 w 945099"/>
              <a:gd name="connsiteY17" fmla="*/ 809910 h 944910"/>
              <a:gd name="connsiteX18" fmla="*/ 765099 w 945099"/>
              <a:gd name="connsiteY18" fmla="*/ 809910 h 944910"/>
              <a:gd name="connsiteX19" fmla="*/ 765099 w 945099"/>
              <a:gd name="connsiteY19" fmla="*/ 899910 h 944910"/>
              <a:gd name="connsiteX20" fmla="*/ 787599 w 945099"/>
              <a:gd name="connsiteY20" fmla="*/ 899910 h 944910"/>
              <a:gd name="connsiteX21" fmla="*/ 810099 w 945099"/>
              <a:gd name="connsiteY21" fmla="*/ 922410 h 944910"/>
              <a:gd name="connsiteX22" fmla="*/ 787599 w 945099"/>
              <a:gd name="connsiteY22" fmla="*/ 944910 h 944910"/>
              <a:gd name="connsiteX23" fmla="*/ 607599 w 945099"/>
              <a:gd name="connsiteY23" fmla="*/ 944910 h 944910"/>
              <a:gd name="connsiteX24" fmla="*/ 585099 w 945099"/>
              <a:gd name="connsiteY24" fmla="*/ 922410 h 944910"/>
              <a:gd name="connsiteX25" fmla="*/ 607599 w 945099"/>
              <a:gd name="connsiteY25" fmla="*/ 899910 h 944910"/>
              <a:gd name="connsiteX26" fmla="*/ 630099 w 945099"/>
              <a:gd name="connsiteY26" fmla="*/ 899910 h 944910"/>
              <a:gd name="connsiteX27" fmla="*/ 630099 w 945099"/>
              <a:gd name="connsiteY27" fmla="*/ 809910 h 944910"/>
              <a:gd name="connsiteX28" fmla="*/ 495099 w 945099"/>
              <a:gd name="connsiteY28" fmla="*/ 809910 h 944910"/>
              <a:gd name="connsiteX29" fmla="*/ 450099 w 945099"/>
              <a:gd name="connsiteY29" fmla="*/ 764910 h 944910"/>
              <a:gd name="connsiteX30" fmla="*/ 450099 w 945099"/>
              <a:gd name="connsiteY30" fmla="*/ 539910 h 944910"/>
              <a:gd name="connsiteX31" fmla="*/ 495099 w 945099"/>
              <a:gd name="connsiteY31" fmla="*/ 494910 h 944910"/>
              <a:gd name="connsiteX32" fmla="*/ 672038 w 945099"/>
              <a:gd name="connsiteY32" fmla="*/ 359910 h 944910"/>
              <a:gd name="connsiteX33" fmla="*/ 891188 w 945099"/>
              <a:gd name="connsiteY33" fmla="*/ 359910 h 944910"/>
              <a:gd name="connsiteX34" fmla="*/ 900188 w 945099"/>
              <a:gd name="connsiteY34" fmla="*/ 449865 h 944910"/>
              <a:gd name="connsiteX35" fmla="*/ 900188 w 945099"/>
              <a:gd name="connsiteY35" fmla="*/ 449910 h 944910"/>
              <a:gd name="connsiteX36" fmla="*/ 675188 w 945099"/>
              <a:gd name="connsiteY36" fmla="*/ 449910 h 944910"/>
              <a:gd name="connsiteX37" fmla="*/ 673748 w 945099"/>
              <a:gd name="connsiteY37" fmla="*/ 389475 h 944910"/>
              <a:gd name="connsiteX38" fmla="*/ 296018 w 945099"/>
              <a:gd name="connsiteY38" fmla="*/ 359910 h 944910"/>
              <a:gd name="connsiteX39" fmla="*/ 604223 w 945099"/>
              <a:gd name="connsiteY39" fmla="*/ 359910 h 944910"/>
              <a:gd name="connsiteX40" fmla="*/ 607688 w 945099"/>
              <a:gd name="connsiteY40" fmla="*/ 449910 h 944910"/>
              <a:gd name="connsiteX41" fmla="*/ 495098 w 945099"/>
              <a:gd name="connsiteY41" fmla="*/ 449910 h 944910"/>
              <a:gd name="connsiteX42" fmla="*/ 405098 w 945099"/>
              <a:gd name="connsiteY42" fmla="*/ 539910 h 944910"/>
              <a:gd name="connsiteX43" fmla="*/ 405098 w 945099"/>
              <a:gd name="connsiteY43" fmla="*/ 584910 h 944910"/>
              <a:gd name="connsiteX44" fmla="*/ 300428 w 945099"/>
              <a:gd name="connsiteY44" fmla="*/ 584910 h 944910"/>
              <a:gd name="connsiteX45" fmla="*/ 294488 w 945099"/>
              <a:gd name="connsiteY45" fmla="*/ 381870 h 944910"/>
              <a:gd name="connsiteX46" fmla="*/ 9053 w 945099"/>
              <a:gd name="connsiteY46" fmla="*/ 359910 h 944910"/>
              <a:gd name="connsiteX47" fmla="*/ 228203 w 945099"/>
              <a:gd name="connsiteY47" fmla="*/ 359910 h 944910"/>
              <a:gd name="connsiteX48" fmla="*/ 229733 w 945099"/>
              <a:gd name="connsiteY48" fmla="*/ 558810 h 944910"/>
              <a:gd name="connsiteX49" fmla="*/ 232298 w 945099"/>
              <a:gd name="connsiteY49" fmla="*/ 584910 h 944910"/>
              <a:gd name="connsiteX50" fmla="*/ 20618 w 945099"/>
              <a:gd name="connsiteY50" fmla="*/ 584910 h 944910"/>
              <a:gd name="connsiteX51" fmla="*/ 9053 w 945099"/>
              <a:gd name="connsiteY51" fmla="*/ 359910 h 944910"/>
              <a:gd name="connsiteX52" fmla="*/ 577718 w 945099"/>
              <a:gd name="connsiteY52" fmla="*/ 18225 h 944910"/>
              <a:gd name="connsiteX53" fmla="*/ 871838 w 945099"/>
              <a:gd name="connsiteY53" fmla="*/ 292410 h 944910"/>
              <a:gd name="connsiteX54" fmla="*/ 665243 w 945099"/>
              <a:gd name="connsiteY54" fmla="*/ 292410 h 944910"/>
              <a:gd name="connsiteX55" fmla="*/ 582578 w 945099"/>
              <a:gd name="connsiteY55" fmla="*/ 25875 h 944910"/>
              <a:gd name="connsiteX56" fmla="*/ 322478 w 945099"/>
              <a:gd name="connsiteY56" fmla="*/ 18225 h 944910"/>
              <a:gd name="connsiteX57" fmla="*/ 322523 w 945099"/>
              <a:gd name="connsiteY57" fmla="*/ 18225 h 944910"/>
              <a:gd name="connsiteX58" fmla="*/ 237788 w 945099"/>
              <a:gd name="connsiteY58" fmla="*/ 272610 h 944910"/>
              <a:gd name="connsiteX59" fmla="*/ 234998 w 945099"/>
              <a:gd name="connsiteY59" fmla="*/ 292410 h 944910"/>
              <a:gd name="connsiteX60" fmla="*/ 28358 w 945099"/>
              <a:gd name="connsiteY60" fmla="*/ 292410 h 944910"/>
              <a:gd name="connsiteX61" fmla="*/ 316988 w 945099"/>
              <a:gd name="connsiteY61" fmla="*/ 19890 h 944910"/>
              <a:gd name="connsiteX62" fmla="*/ 450098 w 945099"/>
              <a:gd name="connsiteY62" fmla="*/ 0 h 944910"/>
              <a:gd name="connsiteX63" fmla="*/ 594728 w 945099"/>
              <a:gd name="connsiteY63" fmla="*/ 278235 h 944910"/>
              <a:gd name="connsiteX64" fmla="*/ 596798 w 945099"/>
              <a:gd name="connsiteY64" fmla="*/ 292410 h 944910"/>
              <a:gd name="connsiteX65" fmla="*/ 303398 w 945099"/>
              <a:gd name="connsiteY65" fmla="*/ 292410 h 944910"/>
              <a:gd name="connsiteX66" fmla="*/ 450098 w 945099"/>
              <a:gd name="connsiteY66" fmla="*/ 0 h 94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945099" h="944910">
                <a:moveTo>
                  <a:pt x="310778" y="652410"/>
                </a:moveTo>
                <a:lnTo>
                  <a:pt x="405098" y="652410"/>
                </a:lnTo>
                <a:lnTo>
                  <a:pt x="405098" y="652455"/>
                </a:lnTo>
                <a:lnTo>
                  <a:pt x="405098" y="764955"/>
                </a:lnTo>
                <a:cubicBezTo>
                  <a:pt x="405098" y="814662"/>
                  <a:pt x="445391" y="854955"/>
                  <a:pt x="495098" y="854955"/>
                </a:cubicBezTo>
                <a:lnTo>
                  <a:pt x="515303" y="854955"/>
                </a:lnTo>
                <a:cubicBezTo>
                  <a:pt x="494738" y="883800"/>
                  <a:pt x="472373" y="899910"/>
                  <a:pt x="450098" y="899910"/>
                </a:cubicBezTo>
                <a:cubicBezTo>
                  <a:pt x="396233" y="899910"/>
                  <a:pt x="342098" y="805635"/>
                  <a:pt x="313388" y="665685"/>
                </a:cubicBezTo>
                <a:close/>
                <a:moveTo>
                  <a:pt x="241838" y="652410"/>
                </a:moveTo>
                <a:lnTo>
                  <a:pt x="241838" y="652455"/>
                </a:lnTo>
                <a:cubicBezTo>
                  <a:pt x="258218" y="746145"/>
                  <a:pt x="286028" y="825840"/>
                  <a:pt x="322478" y="881640"/>
                </a:cubicBezTo>
                <a:cubicBezTo>
                  <a:pt x="208067" y="847683"/>
                  <a:pt x="111763" y="769793"/>
                  <a:pt x="54638" y="665010"/>
                </a:cubicBezTo>
                <a:lnTo>
                  <a:pt x="48068" y="652455"/>
                </a:lnTo>
                <a:close/>
                <a:moveTo>
                  <a:pt x="495099" y="494910"/>
                </a:moveTo>
                <a:lnTo>
                  <a:pt x="900099" y="494910"/>
                </a:lnTo>
                <a:cubicBezTo>
                  <a:pt x="924952" y="494910"/>
                  <a:pt x="945099" y="515056"/>
                  <a:pt x="945099" y="539910"/>
                </a:cubicBezTo>
                <a:lnTo>
                  <a:pt x="945099" y="764910"/>
                </a:lnTo>
                <a:cubicBezTo>
                  <a:pt x="945099" y="789763"/>
                  <a:pt x="924952" y="809910"/>
                  <a:pt x="900099" y="809910"/>
                </a:cubicBezTo>
                <a:lnTo>
                  <a:pt x="765099" y="809910"/>
                </a:lnTo>
                <a:lnTo>
                  <a:pt x="765099" y="899910"/>
                </a:lnTo>
                <a:lnTo>
                  <a:pt x="787599" y="899910"/>
                </a:lnTo>
                <a:cubicBezTo>
                  <a:pt x="800024" y="899910"/>
                  <a:pt x="810099" y="909986"/>
                  <a:pt x="810099" y="922410"/>
                </a:cubicBezTo>
                <a:cubicBezTo>
                  <a:pt x="810099" y="934835"/>
                  <a:pt x="800024" y="944910"/>
                  <a:pt x="787599" y="944910"/>
                </a:cubicBezTo>
                <a:lnTo>
                  <a:pt x="607599" y="944910"/>
                </a:lnTo>
                <a:cubicBezTo>
                  <a:pt x="595175" y="944910"/>
                  <a:pt x="585099" y="934835"/>
                  <a:pt x="585099" y="922410"/>
                </a:cubicBezTo>
                <a:cubicBezTo>
                  <a:pt x="585099" y="909986"/>
                  <a:pt x="595175" y="899910"/>
                  <a:pt x="607599" y="899910"/>
                </a:cubicBezTo>
                <a:lnTo>
                  <a:pt x="630099" y="899910"/>
                </a:lnTo>
                <a:lnTo>
                  <a:pt x="630099" y="809910"/>
                </a:lnTo>
                <a:lnTo>
                  <a:pt x="495099" y="809910"/>
                </a:lnTo>
                <a:cubicBezTo>
                  <a:pt x="470245" y="809910"/>
                  <a:pt x="450099" y="789763"/>
                  <a:pt x="450099" y="764910"/>
                </a:cubicBezTo>
                <a:lnTo>
                  <a:pt x="450099" y="539910"/>
                </a:lnTo>
                <a:cubicBezTo>
                  <a:pt x="450099" y="515056"/>
                  <a:pt x="470245" y="494910"/>
                  <a:pt x="495099" y="494910"/>
                </a:cubicBezTo>
                <a:close/>
                <a:moveTo>
                  <a:pt x="672038" y="359910"/>
                </a:moveTo>
                <a:lnTo>
                  <a:pt x="891188" y="359910"/>
                </a:lnTo>
                <a:cubicBezTo>
                  <a:pt x="897038" y="388935"/>
                  <a:pt x="900188" y="419040"/>
                  <a:pt x="900188" y="449865"/>
                </a:cubicBezTo>
                <a:lnTo>
                  <a:pt x="900188" y="449910"/>
                </a:lnTo>
                <a:lnTo>
                  <a:pt x="675188" y="449910"/>
                </a:lnTo>
                <a:cubicBezTo>
                  <a:pt x="675188" y="429480"/>
                  <a:pt x="674693" y="409320"/>
                  <a:pt x="673748" y="389475"/>
                </a:cubicBezTo>
                <a:close/>
                <a:moveTo>
                  <a:pt x="296018" y="359910"/>
                </a:moveTo>
                <a:lnTo>
                  <a:pt x="604223" y="359910"/>
                </a:lnTo>
                <a:cubicBezTo>
                  <a:pt x="606473" y="388980"/>
                  <a:pt x="607688" y="419040"/>
                  <a:pt x="607688" y="449910"/>
                </a:cubicBezTo>
                <a:lnTo>
                  <a:pt x="495098" y="449910"/>
                </a:lnTo>
                <a:cubicBezTo>
                  <a:pt x="445391" y="449910"/>
                  <a:pt x="405098" y="490203"/>
                  <a:pt x="405098" y="539910"/>
                </a:cubicBezTo>
                <a:lnTo>
                  <a:pt x="405098" y="584910"/>
                </a:lnTo>
                <a:lnTo>
                  <a:pt x="300428" y="584910"/>
                </a:lnTo>
                <a:cubicBezTo>
                  <a:pt x="292563" y="517532"/>
                  <a:pt x="290576" y="449595"/>
                  <a:pt x="294488" y="381870"/>
                </a:cubicBezTo>
                <a:close/>
                <a:moveTo>
                  <a:pt x="9053" y="359910"/>
                </a:moveTo>
                <a:lnTo>
                  <a:pt x="228203" y="359910"/>
                </a:lnTo>
                <a:cubicBezTo>
                  <a:pt x="223511" y="426150"/>
                  <a:pt x="224022" y="492651"/>
                  <a:pt x="229733" y="558810"/>
                </a:cubicBezTo>
                <a:lnTo>
                  <a:pt x="232298" y="584910"/>
                </a:lnTo>
                <a:lnTo>
                  <a:pt x="20618" y="584910"/>
                </a:lnTo>
                <a:cubicBezTo>
                  <a:pt x="-2161" y="512086"/>
                  <a:pt x="-6140" y="434687"/>
                  <a:pt x="9053" y="359910"/>
                </a:cubicBezTo>
                <a:close/>
                <a:moveTo>
                  <a:pt x="577718" y="18225"/>
                </a:moveTo>
                <a:cubicBezTo>
                  <a:pt x="713312" y="58470"/>
                  <a:pt x="822190" y="159968"/>
                  <a:pt x="871838" y="292410"/>
                </a:cubicBezTo>
                <a:lnTo>
                  <a:pt x="665243" y="292410"/>
                </a:lnTo>
                <a:cubicBezTo>
                  <a:pt x="651068" y="183690"/>
                  <a:pt x="622178" y="90225"/>
                  <a:pt x="582578" y="25875"/>
                </a:cubicBezTo>
                <a:close/>
                <a:moveTo>
                  <a:pt x="322478" y="18225"/>
                </a:moveTo>
                <a:lnTo>
                  <a:pt x="322523" y="18225"/>
                </a:lnTo>
                <a:cubicBezTo>
                  <a:pt x="282878" y="78930"/>
                  <a:pt x="253403" y="168030"/>
                  <a:pt x="237788" y="272610"/>
                </a:cubicBezTo>
                <a:lnTo>
                  <a:pt x="234998" y="292410"/>
                </a:lnTo>
                <a:lnTo>
                  <a:pt x="28358" y="292410"/>
                </a:lnTo>
                <a:cubicBezTo>
                  <a:pt x="77302" y="161860"/>
                  <a:pt x="183844" y="61264"/>
                  <a:pt x="316988" y="19890"/>
                </a:cubicBezTo>
                <a:close/>
                <a:moveTo>
                  <a:pt x="450098" y="0"/>
                </a:moveTo>
                <a:cubicBezTo>
                  <a:pt x="509498" y="0"/>
                  <a:pt x="569168" y="114390"/>
                  <a:pt x="594728" y="278235"/>
                </a:cubicBezTo>
                <a:lnTo>
                  <a:pt x="596798" y="292410"/>
                </a:lnTo>
                <a:lnTo>
                  <a:pt x="303398" y="292410"/>
                </a:lnTo>
                <a:cubicBezTo>
                  <a:pt x="327653" y="121005"/>
                  <a:pt x="389078" y="0"/>
                  <a:pt x="450098" y="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7">
            <a:extLst>
              <a:ext uri="{FF2B5EF4-FFF2-40B4-BE49-F238E27FC236}">
                <a16:creationId xmlns:a16="http://schemas.microsoft.com/office/drawing/2014/main" id="{5F406E6D-59C6-2636-13FE-D7853312A3B6}"/>
              </a:ext>
            </a:extLst>
          </p:cNvPr>
          <p:cNvSpPr/>
          <p:nvPr/>
        </p:nvSpPr>
        <p:spPr>
          <a:xfrm>
            <a:off x="1873067" y="2840320"/>
            <a:ext cx="899971" cy="687091"/>
          </a:xfrm>
          <a:custGeom>
            <a:avLst/>
            <a:gdLst>
              <a:gd name="connsiteX0" fmla="*/ 438750 w 899971"/>
              <a:gd name="connsiteY0" fmla="*/ 0 h 687091"/>
              <a:gd name="connsiteX1" fmla="*/ 183915 w 899971"/>
              <a:gd name="connsiteY1" fmla="*/ 213750 h 687091"/>
              <a:gd name="connsiteX2" fmla="*/ 180000 w 899971"/>
              <a:gd name="connsiteY2" fmla="*/ 213750 h 687091"/>
              <a:gd name="connsiteX3" fmla="*/ 0 w 899971"/>
              <a:gd name="connsiteY3" fmla="*/ 393750 h 687091"/>
              <a:gd name="connsiteX4" fmla="*/ 180000 w 899971"/>
              <a:gd name="connsiteY4" fmla="*/ 573750 h 687091"/>
              <a:gd name="connsiteX5" fmla="*/ 322560 w 899971"/>
              <a:gd name="connsiteY5" fmla="*/ 573750 h 687091"/>
              <a:gd name="connsiteX6" fmla="*/ 338085 w 899971"/>
              <a:gd name="connsiteY6" fmla="*/ 484335 h 687091"/>
              <a:gd name="connsiteX7" fmla="*/ 450585 w 899971"/>
              <a:gd name="connsiteY7" fmla="*/ 371835 h 687091"/>
              <a:gd name="connsiteX8" fmla="*/ 561956 w 899971"/>
              <a:gd name="connsiteY8" fmla="*/ 371799 h 687091"/>
              <a:gd name="connsiteX9" fmla="*/ 577440 w 899971"/>
              <a:gd name="connsiteY9" fmla="*/ 461250 h 687091"/>
              <a:gd name="connsiteX10" fmla="*/ 682560 w 899971"/>
              <a:gd name="connsiteY10" fmla="*/ 461250 h 687091"/>
              <a:gd name="connsiteX11" fmla="*/ 719838 w 899971"/>
              <a:gd name="connsiteY11" fmla="*/ 356306 h 687091"/>
              <a:gd name="connsiteX12" fmla="*/ 809460 w 899971"/>
              <a:gd name="connsiteY12" fmla="*/ 371835 h 687091"/>
              <a:gd name="connsiteX13" fmla="*/ 872730 w 899971"/>
              <a:gd name="connsiteY13" fmla="*/ 435105 h 687091"/>
              <a:gd name="connsiteX14" fmla="*/ 738900 w 899971"/>
              <a:gd name="connsiteY14" fmla="*/ 218565 h 687091"/>
              <a:gd name="connsiteX15" fmla="*/ 697500 w 899971"/>
              <a:gd name="connsiteY15" fmla="*/ 213750 h 687091"/>
              <a:gd name="connsiteX16" fmla="*/ 693585 w 899971"/>
              <a:gd name="connsiteY16" fmla="*/ 213750 h 687091"/>
              <a:gd name="connsiteX17" fmla="*/ 438750 w 899971"/>
              <a:gd name="connsiteY17" fmla="*/ 0 h 687091"/>
              <a:gd name="connsiteX18" fmla="*/ 530100 w 899971"/>
              <a:gd name="connsiteY18" fmla="*/ 451350 h 687091"/>
              <a:gd name="connsiteX19" fmla="*/ 531783 w 899971"/>
              <a:gd name="connsiteY19" fmla="*/ 403650 h 687091"/>
              <a:gd name="connsiteX20" fmla="*/ 484083 w 899971"/>
              <a:gd name="connsiteY20" fmla="*/ 401967 h 687091"/>
              <a:gd name="connsiteX21" fmla="*/ 482400 w 899971"/>
              <a:gd name="connsiteY21" fmla="*/ 403650 h 687091"/>
              <a:gd name="connsiteX22" fmla="*/ 369900 w 899971"/>
              <a:gd name="connsiteY22" fmla="*/ 516150 h 687091"/>
              <a:gd name="connsiteX23" fmla="*/ 369900 w 899971"/>
              <a:gd name="connsiteY23" fmla="*/ 563850 h 687091"/>
              <a:gd name="connsiteX24" fmla="*/ 482400 w 899971"/>
              <a:gd name="connsiteY24" fmla="*/ 676350 h 687091"/>
              <a:gd name="connsiteX25" fmla="*/ 530100 w 899971"/>
              <a:gd name="connsiteY25" fmla="*/ 678033 h 687091"/>
              <a:gd name="connsiteX26" fmla="*/ 531783 w 899971"/>
              <a:gd name="connsiteY26" fmla="*/ 630333 h 687091"/>
              <a:gd name="connsiteX27" fmla="*/ 530100 w 899971"/>
              <a:gd name="connsiteY27" fmla="*/ 628650 h 687091"/>
              <a:gd name="connsiteX28" fmla="*/ 475200 w 899971"/>
              <a:gd name="connsiteY28" fmla="*/ 573750 h 687091"/>
              <a:gd name="connsiteX29" fmla="*/ 784800 w 899971"/>
              <a:gd name="connsiteY29" fmla="*/ 573750 h 687091"/>
              <a:gd name="connsiteX30" fmla="*/ 729900 w 899971"/>
              <a:gd name="connsiteY30" fmla="*/ 628650 h 687091"/>
              <a:gd name="connsiteX31" fmla="*/ 728217 w 899971"/>
              <a:gd name="connsiteY31" fmla="*/ 676350 h 687091"/>
              <a:gd name="connsiteX32" fmla="*/ 775917 w 899971"/>
              <a:gd name="connsiteY32" fmla="*/ 678033 h 687091"/>
              <a:gd name="connsiteX33" fmla="*/ 777600 w 899971"/>
              <a:gd name="connsiteY33" fmla="*/ 676350 h 687091"/>
              <a:gd name="connsiteX34" fmla="*/ 890100 w 899971"/>
              <a:gd name="connsiteY34" fmla="*/ 563850 h 687091"/>
              <a:gd name="connsiteX35" fmla="*/ 890100 w 899971"/>
              <a:gd name="connsiteY35" fmla="*/ 516150 h 687091"/>
              <a:gd name="connsiteX36" fmla="*/ 777600 w 899971"/>
              <a:gd name="connsiteY36" fmla="*/ 403650 h 687091"/>
              <a:gd name="connsiteX37" fmla="*/ 729900 w 899971"/>
              <a:gd name="connsiteY37" fmla="*/ 401967 h 687091"/>
              <a:gd name="connsiteX38" fmla="*/ 728217 w 899971"/>
              <a:gd name="connsiteY38" fmla="*/ 449667 h 687091"/>
              <a:gd name="connsiteX39" fmla="*/ 729900 w 899971"/>
              <a:gd name="connsiteY39" fmla="*/ 451350 h 687091"/>
              <a:gd name="connsiteX40" fmla="*/ 784800 w 899971"/>
              <a:gd name="connsiteY40" fmla="*/ 506250 h 687091"/>
              <a:gd name="connsiteX41" fmla="*/ 475200 w 899971"/>
              <a:gd name="connsiteY41" fmla="*/ 506250 h 687091"/>
              <a:gd name="connsiteX42" fmla="*/ 530100 w 899971"/>
              <a:gd name="connsiteY42" fmla="*/ 451350 h 68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9971" h="687091">
                <a:moveTo>
                  <a:pt x="438750" y="0"/>
                </a:moveTo>
                <a:cubicBezTo>
                  <a:pt x="313209" y="23"/>
                  <a:pt x="205784" y="90129"/>
                  <a:pt x="183915" y="213750"/>
                </a:cubicBezTo>
                <a:lnTo>
                  <a:pt x="180000" y="213750"/>
                </a:lnTo>
                <a:cubicBezTo>
                  <a:pt x="80589" y="213750"/>
                  <a:pt x="0" y="294341"/>
                  <a:pt x="0" y="393750"/>
                </a:cubicBezTo>
                <a:cubicBezTo>
                  <a:pt x="0" y="493160"/>
                  <a:pt x="80589" y="573750"/>
                  <a:pt x="180000" y="573750"/>
                </a:cubicBezTo>
                <a:lnTo>
                  <a:pt x="322560" y="573750"/>
                </a:lnTo>
                <a:cubicBezTo>
                  <a:pt x="308314" y="543659"/>
                  <a:pt x="314530" y="507861"/>
                  <a:pt x="338085" y="484335"/>
                </a:cubicBezTo>
                <a:lnTo>
                  <a:pt x="450585" y="371835"/>
                </a:lnTo>
                <a:cubicBezTo>
                  <a:pt x="481329" y="341073"/>
                  <a:pt x="531189" y="341055"/>
                  <a:pt x="561956" y="371799"/>
                </a:cubicBezTo>
                <a:cubicBezTo>
                  <a:pt x="585513" y="395339"/>
                  <a:pt x="591714" y="431159"/>
                  <a:pt x="577440" y="461250"/>
                </a:cubicBezTo>
                <a:lnTo>
                  <a:pt x="682560" y="461250"/>
                </a:lnTo>
                <a:cubicBezTo>
                  <a:pt x="663872" y="421979"/>
                  <a:pt x="680562" y="374990"/>
                  <a:pt x="719838" y="356306"/>
                </a:cubicBezTo>
                <a:cubicBezTo>
                  <a:pt x="749984" y="341960"/>
                  <a:pt x="785898" y="348183"/>
                  <a:pt x="809460" y="371835"/>
                </a:cubicBezTo>
                <a:lnTo>
                  <a:pt x="872730" y="435105"/>
                </a:lnTo>
                <a:cubicBezTo>
                  <a:pt x="895568" y="338355"/>
                  <a:pt x="835650" y="241405"/>
                  <a:pt x="738900" y="218565"/>
                </a:cubicBezTo>
                <a:cubicBezTo>
                  <a:pt x="725333" y="215362"/>
                  <a:pt x="711441" y="213746"/>
                  <a:pt x="697500" y="213750"/>
                </a:cubicBezTo>
                <a:lnTo>
                  <a:pt x="693585" y="213750"/>
                </a:lnTo>
                <a:cubicBezTo>
                  <a:pt x="671715" y="90129"/>
                  <a:pt x="564291" y="23"/>
                  <a:pt x="438750" y="0"/>
                </a:cubicBezTo>
                <a:close/>
                <a:moveTo>
                  <a:pt x="530100" y="451350"/>
                </a:moveTo>
                <a:cubicBezTo>
                  <a:pt x="543735" y="438642"/>
                  <a:pt x="544491" y="417285"/>
                  <a:pt x="531783" y="403650"/>
                </a:cubicBezTo>
                <a:cubicBezTo>
                  <a:pt x="519075" y="390015"/>
                  <a:pt x="497723" y="389259"/>
                  <a:pt x="484083" y="401967"/>
                </a:cubicBezTo>
                <a:cubicBezTo>
                  <a:pt x="483503" y="402507"/>
                  <a:pt x="482940" y="403070"/>
                  <a:pt x="482400" y="403650"/>
                </a:cubicBezTo>
                <a:lnTo>
                  <a:pt x="369900" y="516150"/>
                </a:lnTo>
                <a:cubicBezTo>
                  <a:pt x="356740" y="529326"/>
                  <a:pt x="356740" y="550674"/>
                  <a:pt x="369900" y="563850"/>
                </a:cubicBezTo>
                <a:lnTo>
                  <a:pt x="482400" y="676350"/>
                </a:lnTo>
                <a:cubicBezTo>
                  <a:pt x="495108" y="689985"/>
                  <a:pt x="516465" y="690741"/>
                  <a:pt x="530100" y="678033"/>
                </a:cubicBezTo>
                <a:cubicBezTo>
                  <a:pt x="543735" y="665325"/>
                  <a:pt x="544491" y="643972"/>
                  <a:pt x="531783" y="630333"/>
                </a:cubicBezTo>
                <a:cubicBezTo>
                  <a:pt x="531243" y="629752"/>
                  <a:pt x="530681" y="629190"/>
                  <a:pt x="530100" y="628650"/>
                </a:cubicBezTo>
                <a:lnTo>
                  <a:pt x="475200" y="573750"/>
                </a:lnTo>
                <a:lnTo>
                  <a:pt x="784800" y="573750"/>
                </a:lnTo>
                <a:lnTo>
                  <a:pt x="729900" y="628650"/>
                </a:lnTo>
                <a:cubicBezTo>
                  <a:pt x="716265" y="641358"/>
                  <a:pt x="715509" y="662715"/>
                  <a:pt x="728217" y="676350"/>
                </a:cubicBezTo>
                <a:cubicBezTo>
                  <a:pt x="740925" y="689985"/>
                  <a:pt x="762278" y="690741"/>
                  <a:pt x="775917" y="678033"/>
                </a:cubicBezTo>
                <a:cubicBezTo>
                  <a:pt x="776498" y="677493"/>
                  <a:pt x="777060" y="676931"/>
                  <a:pt x="777600" y="676350"/>
                </a:cubicBezTo>
                <a:lnTo>
                  <a:pt x="890100" y="563850"/>
                </a:lnTo>
                <a:cubicBezTo>
                  <a:pt x="903263" y="550674"/>
                  <a:pt x="903263" y="529326"/>
                  <a:pt x="890100" y="516150"/>
                </a:cubicBezTo>
                <a:lnTo>
                  <a:pt x="777600" y="403650"/>
                </a:lnTo>
                <a:cubicBezTo>
                  <a:pt x="764892" y="390015"/>
                  <a:pt x="743535" y="389259"/>
                  <a:pt x="729900" y="401967"/>
                </a:cubicBezTo>
                <a:cubicBezTo>
                  <a:pt x="716265" y="414675"/>
                  <a:pt x="715509" y="436028"/>
                  <a:pt x="728217" y="449667"/>
                </a:cubicBezTo>
                <a:cubicBezTo>
                  <a:pt x="728757" y="450248"/>
                  <a:pt x="729320" y="450810"/>
                  <a:pt x="729900" y="451350"/>
                </a:cubicBezTo>
                <a:lnTo>
                  <a:pt x="784800" y="506250"/>
                </a:lnTo>
                <a:lnTo>
                  <a:pt x="475200" y="506250"/>
                </a:lnTo>
                <a:lnTo>
                  <a:pt x="530100" y="451350"/>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3">
            <a:extLst>
              <a:ext uri="{FF2B5EF4-FFF2-40B4-BE49-F238E27FC236}">
                <a16:creationId xmlns:a16="http://schemas.microsoft.com/office/drawing/2014/main" id="{C8CA7068-E772-94EA-338C-3C197F6F5DD9}"/>
              </a:ext>
            </a:extLst>
          </p:cNvPr>
          <p:cNvSpPr/>
          <p:nvPr/>
        </p:nvSpPr>
        <p:spPr>
          <a:xfrm>
            <a:off x="8535726" y="5282814"/>
            <a:ext cx="371256" cy="464070"/>
          </a:xfrm>
          <a:custGeom>
            <a:avLst/>
            <a:gdLst>
              <a:gd name="connsiteX0" fmla="*/ 360000 w 720000"/>
              <a:gd name="connsiteY0" fmla="*/ 360000 h 900000"/>
              <a:gd name="connsiteX1" fmla="*/ 720000 w 720000"/>
              <a:gd name="connsiteY1" fmla="*/ 180000 h 900000"/>
              <a:gd name="connsiteX2" fmla="*/ 360000 w 720000"/>
              <a:gd name="connsiteY2" fmla="*/ 0 h 900000"/>
              <a:gd name="connsiteX3" fmla="*/ 0 w 720000"/>
              <a:gd name="connsiteY3" fmla="*/ 180000 h 900000"/>
              <a:gd name="connsiteX4" fmla="*/ 360000 w 720000"/>
              <a:gd name="connsiteY4" fmla="*/ 360000 h 900000"/>
              <a:gd name="connsiteX5" fmla="*/ 644760 w 720000"/>
              <a:gd name="connsiteY5" fmla="*/ 367650 h 900000"/>
              <a:gd name="connsiteX6" fmla="*/ 720000 w 720000"/>
              <a:gd name="connsiteY6" fmla="*/ 317385 h 900000"/>
              <a:gd name="connsiteX7" fmla="*/ 720000 w 720000"/>
              <a:gd name="connsiteY7" fmla="*/ 720000 h 900000"/>
              <a:gd name="connsiteX8" fmla="*/ 360000 w 720000"/>
              <a:gd name="connsiteY8" fmla="*/ 900000 h 900000"/>
              <a:gd name="connsiteX9" fmla="*/ 0 w 720000"/>
              <a:gd name="connsiteY9" fmla="*/ 720000 h 900000"/>
              <a:gd name="connsiteX10" fmla="*/ 0 w 720000"/>
              <a:gd name="connsiteY10" fmla="*/ 317385 h 900000"/>
              <a:gd name="connsiteX11" fmla="*/ 75240 w 720000"/>
              <a:gd name="connsiteY11" fmla="*/ 367650 h 900000"/>
              <a:gd name="connsiteX12" fmla="*/ 360000 w 720000"/>
              <a:gd name="connsiteY12" fmla="*/ 427500 h 900000"/>
              <a:gd name="connsiteX13" fmla="*/ 644760 w 720000"/>
              <a:gd name="connsiteY13" fmla="*/ 36765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000" h="900000">
                <a:moveTo>
                  <a:pt x="360000" y="360000"/>
                </a:moveTo>
                <a:cubicBezTo>
                  <a:pt x="558810" y="360000"/>
                  <a:pt x="720000" y="279450"/>
                  <a:pt x="720000" y="180000"/>
                </a:cubicBezTo>
                <a:cubicBezTo>
                  <a:pt x="720000" y="80550"/>
                  <a:pt x="558810" y="0"/>
                  <a:pt x="360000" y="0"/>
                </a:cubicBezTo>
                <a:cubicBezTo>
                  <a:pt x="161190" y="0"/>
                  <a:pt x="0" y="80550"/>
                  <a:pt x="0" y="180000"/>
                </a:cubicBezTo>
                <a:cubicBezTo>
                  <a:pt x="0" y="279450"/>
                  <a:pt x="161190" y="360000"/>
                  <a:pt x="360000" y="360000"/>
                </a:cubicBezTo>
                <a:close/>
                <a:moveTo>
                  <a:pt x="644760" y="367650"/>
                </a:moveTo>
                <a:cubicBezTo>
                  <a:pt x="671954" y="354297"/>
                  <a:pt x="697252" y="337394"/>
                  <a:pt x="720000" y="317385"/>
                </a:cubicBezTo>
                <a:lnTo>
                  <a:pt x="720000" y="720000"/>
                </a:lnTo>
                <a:cubicBezTo>
                  <a:pt x="720000" y="819450"/>
                  <a:pt x="558810" y="900000"/>
                  <a:pt x="360000" y="900000"/>
                </a:cubicBezTo>
                <a:cubicBezTo>
                  <a:pt x="161190" y="900000"/>
                  <a:pt x="0" y="819450"/>
                  <a:pt x="0" y="720000"/>
                </a:cubicBezTo>
                <a:lnTo>
                  <a:pt x="0" y="317385"/>
                </a:lnTo>
                <a:cubicBezTo>
                  <a:pt x="22746" y="337394"/>
                  <a:pt x="48047" y="354297"/>
                  <a:pt x="75240" y="367650"/>
                </a:cubicBezTo>
                <a:cubicBezTo>
                  <a:pt x="151650" y="405810"/>
                  <a:pt x="252360" y="427500"/>
                  <a:pt x="360000" y="427500"/>
                </a:cubicBezTo>
                <a:cubicBezTo>
                  <a:pt x="467640" y="427500"/>
                  <a:pt x="568350" y="405810"/>
                  <a:pt x="644760" y="36765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6" name="Freeform 15">
            <a:extLst>
              <a:ext uri="{FF2B5EF4-FFF2-40B4-BE49-F238E27FC236}">
                <a16:creationId xmlns:a16="http://schemas.microsoft.com/office/drawing/2014/main" id="{1BC4DB2B-24DD-C37D-C0D4-1B9B41B27993}"/>
              </a:ext>
            </a:extLst>
          </p:cNvPr>
          <p:cNvSpPr/>
          <p:nvPr/>
        </p:nvSpPr>
        <p:spPr>
          <a:xfrm>
            <a:off x="4707414" y="5271236"/>
            <a:ext cx="487324" cy="487227"/>
          </a:xfrm>
          <a:custGeom>
            <a:avLst/>
            <a:gdLst>
              <a:gd name="connsiteX0" fmla="*/ 310778 w 945099"/>
              <a:gd name="connsiteY0" fmla="*/ 652410 h 944910"/>
              <a:gd name="connsiteX1" fmla="*/ 405098 w 945099"/>
              <a:gd name="connsiteY1" fmla="*/ 652410 h 944910"/>
              <a:gd name="connsiteX2" fmla="*/ 405098 w 945099"/>
              <a:gd name="connsiteY2" fmla="*/ 652455 h 944910"/>
              <a:gd name="connsiteX3" fmla="*/ 405098 w 945099"/>
              <a:gd name="connsiteY3" fmla="*/ 764955 h 944910"/>
              <a:gd name="connsiteX4" fmla="*/ 495098 w 945099"/>
              <a:gd name="connsiteY4" fmla="*/ 854955 h 944910"/>
              <a:gd name="connsiteX5" fmla="*/ 515303 w 945099"/>
              <a:gd name="connsiteY5" fmla="*/ 854955 h 944910"/>
              <a:gd name="connsiteX6" fmla="*/ 450098 w 945099"/>
              <a:gd name="connsiteY6" fmla="*/ 899910 h 944910"/>
              <a:gd name="connsiteX7" fmla="*/ 313388 w 945099"/>
              <a:gd name="connsiteY7" fmla="*/ 665685 h 944910"/>
              <a:gd name="connsiteX8" fmla="*/ 241838 w 945099"/>
              <a:gd name="connsiteY8" fmla="*/ 652410 h 944910"/>
              <a:gd name="connsiteX9" fmla="*/ 241838 w 945099"/>
              <a:gd name="connsiteY9" fmla="*/ 652455 h 944910"/>
              <a:gd name="connsiteX10" fmla="*/ 322478 w 945099"/>
              <a:gd name="connsiteY10" fmla="*/ 881640 h 944910"/>
              <a:gd name="connsiteX11" fmla="*/ 54638 w 945099"/>
              <a:gd name="connsiteY11" fmla="*/ 665010 h 944910"/>
              <a:gd name="connsiteX12" fmla="*/ 48068 w 945099"/>
              <a:gd name="connsiteY12" fmla="*/ 652455 h 944910"/>
              <a:gd name="connsiteX13" fmla="*/ 495099 w 945099"/>
              <a:gd name="connsiteY13" fmla="*/ 494910 h 944910"/>
              <a:gd name="connsiteX14" fmla="*/ 900099 w 945099"/>
              <a:gd name="connsiteY14" fmla="*/ 494910 h 944910"/>
              <a:gd name="connsiteX15" fmla="*/ 945099 w 945099"/>
              <a:gd name="connsiteY15" fmla="*/ 539910 h 944910"/>
              <a:gd name="connsiteX16" fmla="*/ 945099 w 945099"/>
              <a:gd name="connsiteY16" fmla="*/ 764910 h 944910"/>
              <a:gd name="connsiteX17" fmla="*/ 900099 w 945099"/>
              <a:gd name="connsiteY17" fmla="*/ 809910 h 944910"/>
              <a:gd name="connsiteX18" fmla="*/ 765099 w 945099"/>
              <a:gd name="connsiteY18" fmla="*/ 809910 h 944910"/>
              <a:gd name="connsiteX19" fmla="*/ 765099 w 945099"/>
              <a:gd name="connsiteY19" fmla="*/ 899910 h 944910"/>
              <a:gd name="connsiteX20" fmla="*/ 787599 w 945099"/>
              <a:gd name="connsiteY20" fmla="*/ 899910 h 944910"/>
              <a:gd name="connsiteX21" fmla="*/ 810099 w 945099"/>
              <a:gd name="connsiteY21" fmla="*/ 922410 h 944910"/>
              <a:gd name="connsiteX22" fmla="*/ 787599 w 945099"/>
              <a:gd name="connsiteY22" fmla="*/ 944910 h 944910"/>
              <a:gd name="connsiteX23" fmla="*/ 607599 w 945099"/>
              <a:gd name="connsiteY23" fmla="*/ 944910 h 944910"/>
              <a:gd name="connsiteX24" fmla="*/ 585099 w 945099"/>
              <a:gd name="connsiteY24" fmla="*/ 922410 h 944910"/>
              <a:gd name="connsiteX25" fmla="*/ 607599 w 945099"/>
              <a:gd name="connsiteY25" fmla="*/ 899910 h 944910"/>
              <a:gd name="connsiteX26" fmla="*/ 630099 w 945099"/>
              <a:gd name="connsiteY26" fmla="*/ 899910 h 944910"/>
              <a:gd name="connsiteX27" fmla="*/ 630099 w 945099"/>
              <a:gd name="connsiteY27" fmla="*/ 809910 h 944910"/>
              <a:gd name="connsiteX28" fmla="*/ 495099 w 945099"/>
              <a:gd name="connsiteY28" fmla="*/ 809910 h 944910"/>
              <a:gd name="connsiteX29" fmla="*/ 450099 w 945099"/>
              <a:gd name="connsiteY29" fmla="*/ 764910 h 944910"/>
              <a:gd name="connsiteX30" fmla="*/ 450099 w 945099"/>
              <a:gd name="connsiteY30" fmla="*/ 539910 h 944910"/>
              <a:gd name="connsiteX31" fmla="*/ 495099 w 945099"/>
              <a:gd name="connsiteY31" fmla="*/ 494910 h 944910"/>
              <a:gd name="connsiteX32" fmla="*/ 672038 w 945099"/>
              <a:gd name="connsiteY32" fmla="*/ 359910 h 944910"/>
              <a:gd name="connsiteX33" fmla="*/ 891188 w 945099"/>
              <a:gd name="connsiteY33" fmla="*/ 359910 h 944910"/>
              <a:gd name="connsiteX34" fmla="*/ 900188 w 945099"/>
              <a:gd name="connsiteY34" fmla="*/ 449865 h 944910"/>
              <a:gd name="connsiteX35" fmla="*/ 900188 w 945099"/>
              <a:gd name="connsiteY35" fmla="*/ 449910 h 944910"/>
              <a:gd name="connsiteX36" fmla="*/ 675188 w 945099"/>
              <a:gd name="connsiteY36" fmla="*/ 449910 h 944910"/>
              <a:gd name="connsiteX37" fmla="*/ 673748 w 945099"/>
              <a:gd name="connsiteY37" fmla="*/ 389475 h 944910"/>
              <a:gd name="connsiteX38" fmla="*/ 296018 w 945099"/>
              <a:gd name="connsiteY38" fmla="*/ 359910 h 944910"/>
              <a:gd name="connsiteX39" fmla="*/ 604223 w 945099"/>
              <a:gd name="connsiteY39" fmla="*/ 359910 h 944910"/>
              <a:gd name="connsiteX40" fmla="*/ 607688 w 945099"/>
              <a:gd name="connsiteY40" fmla="*/ 449910 h 944910"/>
              <a:gd name="connsiteX41" fmla="*/ 495098 w 945099"/>
              <a:gd name="connsiteY41" fmla="*/ 449910 h 944910"/>
              <a:gd name="connsiteX42" fmla="*/ 405098 w 945099"/>
              <a:gd name="connsiteY42" fmla="*/ 539910 h 944910"/>
              <a:gd name="connsiteX43" fmla="*/ 405098 w 945099"/>
              <a:gd name="connsiteY43" fmla="*/ 584910 h 944910"/>
              <a:gd name="connsiteX44" fmla="*/ 300428 w 945099"/>
              <a:gd name="connsiteY44" fmla="*/ 584910 h 944910"/>
              <a:gd name="connsiteX45" fmla="*/ 294488 w 945099"/>
              <a:gd name="connsiteY45" fmla="*/ 381870 h 944910"/>
              <a:gd name="connsiteX46" fmla="*/ 9053 w 945099"/>
              <a:gd name="connsiteY46" fmla="*/ 359910 h 944910"/>
              <a:gd name="connsiteX47" fmla="*/ 228203 w 945099"/>
              <a:gd name="connsiteY47" fmla="*/ 359910 h 944910"/>
              <a:gd name="connsiteX48" fmla="*/ 229733 w 945099"/>
              <a:gd name="connsiteY48" fmla="*/ 558810 h 944910"/>
              <a:gd name="connsiteX49" fmla="*/ 232298 w 945099"/>
              <a:gd name="connsiteY49" fmla="*/ 584910 h 944910"/>
              <a:gd name="connsiteX50" fmla="*/ 20618 w 945099"/>
              <a:gd name="connsiteY50" fmla="*/ 584910 h 944910"/>
              <a:gd name="connsiteX51" fmla="*/ 9053 w 945099"/>
              <a:gd name="connsiteY51" fmla="*/ 359910 h 944910"/>
              <a:gd name="connsiteX52" fmla="*/ 577718 w 945099"/>
              <a:gd name="connsiteY52" fmla="*/ 18225 h 944910"/>
              <a:gd name="connsiteX53" fmla="*/ 871838 w 945099"/>
              <a:gd name="connsiteY53" fmla="*/ 292410 h 944910"/>
              <a:gd name="connsiteX54" fmla="*/ 665243 w 945099"/>
              <a:gd name="connsiteY54" fmla="*/ 292410 h 944910"/>
              <a:gd name="connsiteX55" fmla="*/ 582578 w 945099"/>
              <a:gd name="connsiteY55" fmla="*/ 25875 h 944910"/>
              <a:gd name="connsiteX56" fmla="*/ 322478 w 945099"/>
              <a:gd name="connsiteY56" fmla="*/ 18225 h 944910"/>
              <a:gd name="connsiteX57" fmla="*/ 322523 w 945099"/>
              <a:gd name="connsiteY57" fmla="*/ 18225 h 944910"/>
              <a:gd name="connsiteX58" fmla="*/ 237788 w 945099"/>
              <a:gd name="connsiteY58" fmla="*/ 272610 h 944910"/>
              <a:gd name="connsiteX59" fmla="*/ 234998 w 945099"/>
              <a:gd name="connsiteY59" fmla="*/ 292410 h 944910"/>
              <a:gd name="connsiteX60" fmla="*/ 28358 w 945099"/>
              <a:gd name="connsiteY60" fmla="*/ 292410 h 944910"/>
              <a:gd name="connsiteX61" fmla="*/ 316988 w 945099"/>
              <a:gd name="connsiteY61" fmla="*/ 19890 h 944910"/>
              <a:gd name="connsiteX62" fmla="*/ 450098 w 945099"/>
              <a:gd name="connsiteY62" fmla="*/ 0 h 944910"/>
              <a:gd name="connsiteX63" fmla="*/ 594728 w 945099"/>
              <a:gd name="connsiteY63" fmla="*/ 278235 h 944910"/>
              <a:gd name="connsiteX64" fmla="*/ 596798 w 945099"/>
              <a:gd name="connsiteY64" fmla="*/ 292410 h 944910"/>
              <a:gd name="connsiteX65" fmla="*/ 303398 w 945099"/>
              <a:gd name="connsiteY65" fmla="*/ 292410 h 944910"/>
              <a:gd name="connsiteX66" fmla="*/ 450098 w 945099"/>
              <a:gd name="connsiteY66" fmla="*/ 0 h 94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945099" h="944910">
                <a:moveTo>
                  <a:pt x="310778" y="652410"/>
                </a:moveTo>
                <a:lnTo>
                  <a:pt x="405098" y="652410"/>
                </a:lnTo>
                <a:lnTo>
                  <a:pt x="405098" y="652455"/>
                </a:lnTo>
                <a:lnTo>
                  <a:pt x="405098" y="764955"/>
                </a:lnTo>
                <a:cubicBezTo>
                  <a:pt x="405098" y="814662"/>
                  <a:pt x="445391" y="854955"/>
                  <a:pt x="495098" y="854955"/>
                </a:cubicBezTo>
                <a:lnTo>
                  <a:pt x="515303" y="854955"/>
                </a:lnTo>
                <a:cubicBezTo>
                  <a:pt x="494738" y="883800"/>
                  <a:pt x="472373" y="899910"/>
                  <a:pt x="450098" y="899910"/>
                </a:cubicBezTo>
                <a:cubicBezTo>
                  <a:pt x="396233" y="899910"/>
                  <a:pt x="342098" y="805635"/>
                  <a:pt x="313388" y="665685"/>
                </a:cubicBezTo>
                <a:close/>
                <a:moveTo>
                  <a:pt x="241838" y="652410"/>
                </a:moveTo>
                <a:lnTo>
                  <a:pt x="241838" y="652455"/>
                </a:lnTo>
                <a:cubicBezTo>
                  <a:pt x="258218" y="746145"/>
                  <a:pt x="286028" y="825840"/>
                  <a:pt x="322478" y="881640"/>
                </a:cubicBezTo>
                <a:cubicBezTo>
                  <a:pt x="208067" y="847683"/>
                  <a:pt x="111763" y="769793"/>
                  <a:pt x="54638" y="665010"/>
                </a:cubicBezTo>
                <a:lnTo>
                  <a:pt x="48068" y="652455"/>
                </a:lnTo>
                <a:close/>
                <a:moveTo>
                  <a:pt x="495099" y="494910"/>
                </a:moveTo>
                <a:lnTo>
                  <a:pt x="900099" y="494910"/>
                </a:lnTo>
                <a:cubicBezTo>
                  <a:pt x="924952" y="494910"/>
                  <a:pt x="945099" y="515056"/>
                  <a:pt x="945099" y="539910"/>
                </a:cubicBezTo>
                <a:lnTo>
                  <a:pt x="945099" y="764910"/>
                </a:lnTo>
                <a:cubicBezTo>
                  <a:pt x="945099" y="789763"/>
                  <a:pt x="924952" y="809910"/>
                  <a:pt x="900099" y="809910"/>
                </a:cubicBezTo>
                <a:lnTo>
                  <a:pt x="765099" y="809910"/>
                </a:lnTo>
                <a:lnTo>
                  <a:pt x="765099" y="899910"/>
                </a:lnTo>
                <a:lnTo>
                  <a:pt x="787599" y="899910"/>
                </a:lnTo>
                <a:cubicBezTo>
                  <a:pt x="800024" y="899910"/>
                  <a:pt x="810099" y="909986"/>
                  <a:pt x="810099" y="922410"/>
                </a:cubicBezTo>
                <a:cubicBezTo>
                  <a:pt x="810099" y="934835"/>
                  <a:pt x="800024" y="944910"/>
                  <a:pt x="787599" y="944910"/>
                </a:cubicBezTo>
                <a:lnTo>
                  <a:pt x="607599" y="944910"/>
                </a:lnTo>
                <a:cubicBezTo>
                  <a:pt x="595175" y="944910"/>
                  <a:pt x="585099" y="934835"/>
                  <a:pt x="585099" y="922410"/>
                </a:cubicBezTo>
                <a:cubicBezTo>
                  <a:pt x="585099" y="909986"/>
                  <a:pt x="595175" y="899910"/>
                  <a:pt x="607599" y="899910"/>
                </a:cubicBezTo>
                <a:lnTo>
                  <a:pt x="630099" y="899910"/>
                </a:lnTo>
                <a:lnTo>
                  <a:pt x="630099" y="809910"/>
                </a:lnTo>
                <a:lnTo>
                  <a:pt x="495099" y="809910"/>
                </a:lnTo>
                <a:cubicBezTo>
                  <a:pt x="470245" y="809910"/>
                  <a:pt x="450099" y="789763"/>
                  <a:pt x="450099" y="764910"/>
                </a:cubicBezTo>
                <a:lnTo>
                  <a:pt x="450099" y="539910"/>
                </a:lnTo>
                <a:cubicBezTo>
                  <a:pt x="450099" y="515056"/>
                  <a:pt x="470245" y="494910"/>
                  <a:pt x="495099" y="494910"/>
                </a:cubicBezTo>
                <a:close/>
                <a:moveTo>
                  <a:pt x="672038" y="359910"/>
                </a:moveTo>
                <a:lnTo>
                  <a:pt x="891188" y="359910"/>
                </a:lnTo>
                <a:cubicBezTo>
                  <a:pt x="897038" y="388935"/>
                  <a:pt x="900188" y="419040"/>
                  <a:pt x="900188" y="449865"/>
                </a:cubicBezTo>
                <a:lnTo>
                  <a:pt x="900188" y="449910"/>
                </a:lnTo>
                <a:lnTo>
                  <a:pt x="675188" y="449910"/>
                </a:lnTo>
                <a:cubicBezTo>
                  <a:pt x="675188" y="429480"/>
                  <a:pt x="674693" y="409320"/>
                  <a:pt x="673748" y="389475"/>
                </a:cubicBezTo>
                <a:close/>
                <a:moveTo>
                  <a:pt x="296018" y="359910"/>
                </a:moveTo>
                <a:lnTo>
                  <a:pt x="604223" y="359910"/>
                </a:lnTo>
                <a:cubicBezTo>
                  <a:pt x="606473" y="388980"/>
                  <a:pt x="607688" y="419040"/>
                  <a:pt x="607688" y="449910"/>
                </a:cubicBezTo>
                <a:lnTo>
                  <a:pt x="495098" y="449910"/>
                </a:lnTo>
                <a:cubicBezTo>
                  <a:pt x="445391" y="449910"/>
                  <a:pt x="405098" y="490203"/>
                  <a:pt x="405098" y="539910"/>
                </a:cubicBezTo>
                <a:lnTo>
                  <a:pt x="405098" y="584910"/>
                </a:lnTo>
                <a:lnTo>
                  <a:pt x="300428" y="584910"/>
                </a:lnTo>
                <a:cubicBezTo>
                  <a:pt x="292563" y="517532"/>
                  <a:pt x="290576" y="449595"/>
                  <a:pt x="294488" y="381870"/>
                </a:cubicBezTo>
                <a:close/>
                <a:moveTo>
                  <a:pt x="9053" y="359910"/>
                </a:moveTo>
                <a:lnTo>
                  <a:pt x="228203" y="359910"/>
                </a:lnTo>
                <a:cubicBezTo>
                  <a:pt x="223511" y="426150"/>
                  <a:pt x="224022" y="492651"/>
                  <a:pt x="229733" y="558810"/>
                </a:cubicBezTo>
                <a:lnTo>
                  <a:pt x="232298" y="584910"/>
                </a:lnTo>
                <a:lnTo>
                  <a:pt x="20618" y="584910"/>
                </a:lnTo>
                <a:cubicBezTo>
                  <a:pt x="-2161" y="512086"/>
                  <a:pt x="-6140" y="434687"/>
                  <a:pt x="9053" y="359910"/>
                </a:cubicBezTo>
                <a:close/>
                <a:moveTo>
                  <a:pt x="577718" y="18225"/>
                </a:moveTo>
                <a:cubicBezTo>
                  <a:pt x="713312" y="58470"/>
                  <a:pt x="822190" y="159968"/>
                  <a:pt x="871838" y="292410"/>
                </a:cubicBezTo>
                <a:lnTo>
                  <a:pt x="665243" y="292410"/>
                </a:lnTo>
                <a:cubicBezTo>
                  <a:pt x="651068" y="183690"/>
                  <a:pt x="622178" y="90225"/>
                  <a:pt x="582578" y="25875"/>
                </a:cubicBezTo>
                <a:close/>
                <a:moveTo>
                  <a:pt x="322478" y="18225"/>
                </a:moveTo>
                <a:lnTo>
                  <a:pt x="322523" y="18225"/>
                </a:lnTo>
                <a:cubicBezTo>
                  <a:pt x="282878" y="78930"/>
                  <a:pt x="253403" y="168030"/>
                  <a:pt x="237788" y="272610"/>
                </a:cubicBezTo>
                <a:lnTo>
                  <a:pt x="234998" y="292410"/>
                </a:lnTo>
                <a:lnTo>
                  <a:pt x="28358" y="292410"/>
                </a:lnTo>
                <a:cubicBezTo>
                  <a:pt x="77302" y="161860"/>
                  <a:pt x="183844" y="61264"/>
                  <a:pt x="316988" y="19890"/>
                </a:cubicBezTo>
                <a:close/>
                <a:moveTo>
                  <a:pt x="450098" y="0"/>
                </a:moveTo>
                <a:cubicBezTo>
                  <a:pt x="509498" y="0"/>
                  <a:pt x="569168" y="114390"/>
                  <a:pt x="594728" y="278235"/>
                </a:cubicBezTo>
                <a:lnTo>
                  <a:pt x="596798" y="292410"/>
                </a:lnTo>
                <a:lnTo>
                  <a:pt x="303398" y="292410"/>
                </a:lnTo>
                <a:cubicBezTo>
                  <a:pt x="327653" y="121005"/>
                  <a:pt x="389078" y="0"/>
                  <a:pt x="450098" y="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7">
            <a:extLst>
              <a:ext uri="{FF2B5EF4-FFF2-40B4-BE49-F238E27FC236}">
                <a16:creationId xmlns:a16="http://schemas.microsoft.com/office/drawing/2014/main" id="{3185DD5E-F184-BF00-A1B9-AB5BA2955DD9}"/>
              </a:ext>
            </a:extLst>
          </p:cNvPr>
          <p:cNvSpPr/>
          <p:nvPr/>
        </p:nvSpPr>
        <p:spPr>
          <a:xfrm>
            <a:off x="925260" y="5337706"/>
            <a:ext cx="464055" cy="354287"/>
          </a:xfrm>
          <a:custGeom>
            <a:avLst/>
            <a:gdLst>
              <a:gd name="connsiteX0" fmla="*/ 438750 w 899971"/>
              <a:gd name="connsiteY0" fmla="*/ 0 h 687091"/>
              <a:gd name="connsiteX1" fmla="*/ 183915 w 899971"/>
              <a:gd name="connsiteY1" fmla="*/ 213750 h 687091"/>
              <a:gd name="connsiteX2" fmla="*/ 180000 w 899971"/>
              <a:gd name="connsiteY2" fmla="*/ 213750 h 687091"/>
              <a:gd name="connsiteX3" fmla="*/ 0 w 899971"/>
              <a:gd name="connsiteY3" fmla="*/ 393750 h 687091"/>
              <a:gd name="connsiteX4" fmla="*/ 180000 w 899971"/>
              <a:gd name="connsiteY4" fmla="*/ 573750 h 687091"/>
              <a:gd name="connsiteX5" fmla="*/ 322560 w 899971"/>
              <a:gd name="connsiteY5" fmla="*/ 573750 h 687091"/>
              <a:gd name="connsiteX6" fmla="*/ 338085 w 899971"/>
              <a:gd name="connsiteY6" fmla="*/ 484335 h 687091"/>
              <a:gd name="connsiteX7" fmla="*/ 450585 w 899971"/>
              <a:gd name="connsiteY7" fmla="*/ 371835 h 687091"/>
              <a:gd name="connsiteX8" fmla="*/ 561956 w 899971"/>
              <a:gd name="connsiteY8" fmla="*/ 371799 h 687091"/>
              <a:gd name="connsiteX9" fmla="*/ 577440 w 899971"/>
              <a:gd name="connsiteY9" fmla="*/ 461250 h 687091"/>
              <a:gd name="connsiteX10" fmla="*/ 682560 w 899971"/>
              <a:gd name="connsiteY10" fmla="*/ 461250 h 687091"/>
              <a:gd name="connsiteX11" fmla="*/ 719838 w 899971"/>
              <a:gd name="connsiteY11" fmla="*/ 356306 h 687091"/>
              <a:gd name="connsiteX12" fmla="*/ 809460 w 899971"/>
              <a:gd name="connsiteY12" fmla="*/ 371835 h 687091"/>
              <a:gd name="connsiteX13" fmla="*/ 872730 w 899971"/>
              <a:gd name="connsiteY13" fmla="*/ 435105 h 687091"/>
              <a:gd name="connsiteX14" fmla="*/ 738900 w 899971"/>
              <a:gd name="connsiteY14" fmla="*/ 218565 h 687091"/>
              <a:gd name="connsiteX15" fmla="*/ 697500 w 899971"/>
              <a:gd name="connsiteY15" fmla="*/ 213750 h 687091"/>
              <a:gd name="connsiteX16" fmla="*/ 693585 w 899971"/>
              <a:gd name="connsiteY16" fmla="*/ 213750 h 687091"/>
              <a:gd name="connsiteX17" fmla="*/ 438750 w 899971"/>
              <a:gd name="connsiteY17" fmla="*/ 0 h 687091"/>
              <a:gd name="connsiteX18" fmla="*/ 530100 w 899971"/>
              <a:gd name="connsiteY18" fmla="*/ 451350 h 687091"/>
              <a:gd name="connsiteX19" fmla="*/ 531783 w 899971"/>
              <a:gd name="connsiteY19" fmla="*/ 403650 h 687091"/>
              <a:gd name="connsiteX20" fmla="*/ 484083 w 899971"/>
              <a:gd name="connsiteY20" fmla="*/ 401967 h 687091"/>
              <a:gd name="connsiteX21" fmla="*/ 482400 w 899971"/>
              <a:gd name="connsiteY21" fmla="*/ 403650 h 687091"/>
              <a:gd name="connsiteX22" fmla="*/ 369900 w 899971"/>
              <a:gd name="connsiteY22" fmla="*/ 516150 h 687091"/>
              <a:gd name="connsiteX23" fmla="*/ 369900 w 899971"/>
              <a:gd name="connsiteY23" fmla="*/ 563850 h 687091"/>
              <a:gd name="connsiteX24" fmla="*/ 482400 w 899971"/>
              <a:gd name="connsiteY24" fmla="*/ 676350 h 687091"/>
              <a:gd name="connsiteX25" fmla="*/ 530100 w 899971"/>
              <a:gd name="connsiteY25" fmla="*/ 678033 h 687091"/>
              <a:gd name="connsiteX26" fmla="*/ 531783 w 899971"/>
              <a:gd name="connsiteY26" fmla="*/ 630333 h 687091"/>
              <a:gd name="connsiteX27" fmla="*/ 530100 w 899971"/>
              <a:gd name="connsiteY27" fmla="*/ 628650 h 687091"/>
              <a:gd name="connsiteX28" fmla="*/ 475200 w 899971"/>
              <a:gd name="connsiteY28" fmla="*/ 573750 h 687091"/>
              <a:gd name="connsiteX29" fmla="*/ 784800 w 899971"/>
              <a:gd name="connsiteY29" fmla="*/ 573750 h 687091"/>
              <a:gd name="connsiteX30" fmla="*/ 729900 w 899971"/>
              <a:gd name="connsiteY30" fmla="*/ 628650 h 687091"/>
              <a:gd name="connsiteX31" fmla="*/ 728217 w 899971"/>
              <a:gd name="connsiteY31" fmla="*/ 676350 h 687091"/>
              <a:gd name="connsiteX32" fmla="*/ 775917 w 899971"/>
              <a:gd name="connsiteY32" fmla="*/ 678033 h 687091"/>
              <a:gd name="connsiteX33" fmla="*/ 777600 w 899971"/>
              <a:gd name="connsiteY33" fmla="*/ 676350 h 687091"/>
              <a:gd name="connsiteX34" fmla="*/ 890100 w 899971"/>
              <a:gd name="connsiteY34" fmla="*/ 563850 h 687091"/>
              <a:gd name="connsiteX35" fmla="*/ 890100 w 899971"/>
              <a:gd name="connsiteY35" fmla="*/ 516150 h 687091"/>
              <a:gd name="connsiteX36" fmla="*/ 777600 w 899971"/>
              <a:gd name="connsiteY36" fmla="*/ 403650 h 687091"/>
              <a:gd name="connsiteX37" fmla="*/ 729900 w 899971"/>
              <a:gd name="connsiteY37" fmla="*/ 401967 h 687091"/>
              <a:gd name="connsiteX38" fmla="*/ 728217 w 899971"/>
              <a:gd name="connsiteY38" fmla="*/ 449667 h 687091"/>
              <a:gd name="connsiteX39" fmla="*/ 729900 w 899971"/>
              <a:gd name="connsiteY39" fmla="*/ 451350 h 687091"/>
              <a:gd name="connsiteX40" fmla="*/ 784800 w 899971"/>
              <a:gd name="connsiteY40" fmla="*/ 506250 h 687091"/>
              <a:gd name="connsiteX41" fmla="*/ 475200 w 899971"/>
              <a:gd name="connsiteY41" fmla="*/ 506250 h 687091"/>
              <a:gd name="connsiteX42" fmla="*/ 530100 w 899971"/>
              <a:gd name="connsiteY42" fmla="*/ 451350 h 68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9971" h="687091">
                <a:moveTo>
                  <a:pt x="438750" y="0"/>
                </a:moveTo>
                <a:cubicBezTo>
                  <a:pt x="313209" y="23"/>
                  <a:pt x="205784" y="90129"/>
                  <a:pt x="183915" y="213750"/>
                </a:cubicBezTo>
                <a:lnTo>
                  <a:pt x="180000" y="213750"/>
                </a:lnTo>
                <a:cubicBezTo>
                  <a:pt x="80589" y="213750"/>
                  <a:pt x="0" y="294341"/>
                  <a:pt x="0" y="393750"/>
                </a:cubicBezTo>
                <a:cubicBezTo>
                  <a:pt x="0" y="493160"/>
                  <a:pt x="80589" y="573750"/>
                  <a:pt x="180000" y="573750"/>
                </a:cubicBezTo>
                <a:lnTo>
                  <a:pt x="322560" y="573750"/>
                </a:lnTo>
                <a:cubicBezTo>
                  <a:pt x="308314" y="543659"/>
                  <a:pt x="314530" y="507861"/>
                  <a:pt x="338085" y="484335"/>
                </a:cubicBezTo>
                <a:lnTo>
                  <a:pt x="450585" y="371835"/>
                </a:lnTo>
                <a:cubicBezTo>
                  <a:pt x="481329" y="341073"/>
                  <a:pt x="531189" y="341055"/>
                  <a:pt x="561956" y="371799"/>
                </a:cubicBezTo>
                <a:cubicBezTo>
                  <a:pt x="585513" y="395339"/>
                  <a:pt x="591714" y="431159"/>
                  <a:pt x="577440" y="461250"/>
                </a:cubicBezTo>
                <a:lnTo>
                  <a:pt x="682560" y="461250"/>
                </a:lnTo>
                <a:cubicBezTo>
                  <a:pt x="663872" y="421979"/>
                  <a:pt x="680562" y="374990"/>
                  <a:pt x="719838" y="356306"/>
                </a:cubicBezTo>
                <a:cubicBezTo>
                  <a:pt x="749984" y="341960"/>
                  <a:pt x="785898" y="348183"/>
                  <a:pt x="809460" y="371835"/>
                </a:cubicBezTo>
                <a:lnTo>
                  <a:pt x="872730" y="435105"/>
                </a:lnTo>
                <a:cubicBezTo>
                  <a:pt x="895568" y="338355"/>
                  <a:pt x="835650" y="241405"/>
                  <a:pt x="738900" y="218565"/>
                </a:cubicBezTo>
                <a:cubicBezTo>
                  <a:pt x="725333" y="215362"/>
                  <a:pt x="711441" y="213746"/>
                  <a:pt x="697500" y="213750"/>
                </a:cubicBezTo>
                <a:lnTo>
                  <a:pt x="693585" y="213750"/>
                </a:lnTo>
                <a:cubicBezTo>
                  <a:pt x="671715" y="90129"/>
                  <a:pt x="564291" y="23"/>
                  <a:pt x="438750" y="0"/>
                </a:cubicBezTo>
                <a:close/>
                <a:moveTo>
                  <a:pt x="530100" y="451350"/>
                </a:moveTo>
                <a:cubicBezTo>
                  <a:pt x="543735" y="438642"/>
                  <a:pt x="544491" y="417285"/>
                  <a:pt x="531783" y="403650"/>
                </a:cubicBezTo>
                <a:cubicBezTo>
                  <a:pt x="519075" y="390015"/>
                  <a:pt x="497723" y="389259"/>
                  <a:pt x="484083" y="401967"/>
                </a:cubicBezTo>
                <a:cubicBezTo>
                  <a:pt x="483503" y="402507"/>
                  <a:pt x="482940" y="403070"/>
                  <a:pt x="482400" y="403650"/>
                </a:cubicBezTo>
                <a:lnTo>
                  <a:pt x="369900" y="516150"/>
                </a:lnTo>
                <a:cubicBezTo>
                  <a:pt x="356740" y="529326"/>
                  <a:pt x="356740" y="550674"/>
                  <a:pt x="369900" y="563850"/>
                </a:cubicBezTo>
                <a:lnTo>
                  <a:pt x="482400" y="676350"/>
                </a:lnTo>
                <a:cubicBezTo>
                  <a:pt x="495108" y="689985"/>
                  <a:pt x="516465" y="690741"/>
                  <a:pt x="530100" y="678033"/>
                </a:cubicBezTo>
                <a:cubicBezTo>
                  <a:pt x="543735" y="665325"/>
                  <a:pt x="544491" y="643972"/>
                  <a:pt x="531783" y="630333"/>
                </a:cubicBezTo>
                <a:cubicBezTo>
                  <a:pt x="531243" y="629752"/>
                  <a:pt x="530681" y="629190"/>
                  <a:pt x="530100" y="628650"/>
                </a:cubicBezTo>
                <a:lnTo>
                  <a:pt x="475200" y="573750"/>
                </a:lnTo>
                <a:lnTo>
                  <a:pt x="784800" y="573750"/>
                </a:lnTo>
                <a:lnTo>
                  <a:pt x="729900" y="628650"/>
                </a:lnTo>
                <a:cubicBezTo>
                  <a:pt x="716265" y="641358"/>
                  <a:pt x="715509" y="662715"/>
                  <a:pt x="728217" y="676350"/>
                </a:cubicBezTo>
                <a:cubicBezTo>
                  <a:pt x="740925" y="689985"/>
                  <a:pt x="762278" y="690741"/>
                  <a:pt x="775917" y="678033"/>
                </a:cubicBezTo>
                <a:cubicBezTo>
                  <a:pt x="776498" y="677493"/>
                  <a:pt x="777060" y="676931"/>
                  <a:pt x="777600" y="676350"/>
                </a:cubicBezTo>
                <a:lnTo>
                  <a:pt x="890100" y="563850"/>
                </a:lnTo>
                <a:cubicBezTo>
                  <a:pt x="903263" y="550674"/>
                  <a:pt x="903263" y="529326"/>
                  <a:pt x="890100" y="516150"/>
                </a:cubicBezTo>
                <a:lnTo>
                  <a:pt x="777600" y="403650"/>
                </a:lnTo>
                <a:cubicBezTo>
                  <a:pt x="764892" y="390015"/>
                  <a:pt x="743535" y="389259"/>
                  <a:pt x="729900" y="401967"/>
                </a:cubicBezTo>
                <a:cubicBezTo>
                  <a:pt x="716265" y="414675"/>
                  <a:pt x="715509" y="436028"/>
                  <a:pt x="728217" y="449667"/>
                </a:cubicBezTo>
                <a:cubicBezTo>
                  <a:pt x="728757" y="450248"/>
                  <a:pt x="729320" y="450810"/>
                  <a:pt x="729900" y="451350"/>
                </a:cubicBezTo>
                <a:lnTo>
                  <a:pt x="784800" y="506250"/>
                </a:lnTo>
                <a:lnTo>
                  <a:pt x="475200" y="506250"/>
                </a:lnTo>
                <a:lnTo>
                  <a:pt x="530100" y="451350"/>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3">
            <a:extLst>
              <a:ext uri="{FF2B5EF4-FFF2-40B4-BE49-F238E27FC236}">
                <a16:creationId xmlns:a16="http://schemas.microsoft.com/office/drawing/2014/main" id="{9B771A8D-E0FB-6D6E-1E3D-FE935991F69A}"/>
              </a:ext>
            </a:extLst>
          </p:cNvPr>
          <p:cNvSpPr/>
          <p:nvPr/>
        </p:nvSpPr>
        <p:spPr>
          <a:xfrm>
            <a:off x="9691426" y="5282814"/>
            <a:ext cx="371256" cy="464070"/>
          </a:xfrm>
          <a:custGeom>
            <a:avLst/>
            <a:gdLst>
              <a:gd name="connsiteX0" fmla="*/ 360000 w 720000"/>
              <a:gd name="connsiteY0" fmla="*/ 360000 h 900000"/>
              <a:gd name="connsiteX1" fmla="*/ 720000 w 720000"/>
              <a:gd name="connsiteY1" fmla="*/ 180000 h 900000"/>
              <a:gd name="connsiteX2" fmla="*/ 360000 w 720000"/>
              <a:gd name="connsiteY2" fmla="*/ 0 h 900000"/>
              <a:gd name="connsiteX3" fmla="*/ 0 w 720000"/>
              <a:gd name="connsiteY3" fmla="*/ 180000 h 900000"/>
              <a:gd name="connsiteX4" fmla="*/ 360000 w 720000"/>
              <a:gd name="connsiteY4" fmla="*/ 360000 h 900000"/>
              <a:gd name="connsiteX5" fmla="*/ 644760 w 720000"/>
              <a:gd name="connsiteY5" fmla="*/ 367650 h 900000"/>
              <a:gd name="connsiteX6" fmla="*/ 720000 w 720000"/>
              <a:gd name="connsiteY6" fmla="*/ 317385 h 900000"/>
              <a:gd name="connsiteX7" fmla="*/ 720000 w 720000"/>
              <a:gd name="connsiteY7" fmla="*/ 720000 h 900000"/>
              <a:gd name="connsiteX8" fmla="*/ 360000 w 720000"/>
              <a:gd name="connsiteY8" fmla="*/ 900000 h 900000"/>
              <a:gd name="connsiteX9" fmla="*/ 0 w 720000"/>
              <a:gd name="connsiteY9" fmla="*/ 720000 h 900000"/>
              <a:gd name="connsiteX10" fmla="*/ 0 w 720000"/>
              <a:gd name="connsiteY10" fmla="*/ 317385 h 900000"/>
              <a:gd name="connsiteX11" fmla="*/ 75240 w 720000"/>
              <a:gd name="connsiteY11" fmla="*/ 367650 h 900000"/>
              <a:gd name="connsiteX12" fmla="*/ 360000 w 720000"/>
              <a:gd name="connsiteY12" fmla="*/ 427500 h 900000"/>
              <a:gd name="connsiteX13" fmla="*/ 644760 w 720000"/>
              <a:gd name="connsiteY13" fmla="*/ 36765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000" h="900000">
                <a:moveTo>
                  <a:pt x="360000" y="360000"/>
                </a:moveTo>
                <a:cubicBezTo>
                  <a:pt x="558810" y="360000"/>
                  <a:pt x="720000" y="279450"/>
                  <a:pt x="720000" y="180000"/>
                </a:cubicBezTo>
                <a:cubicBezTo>
                  <a:pt x="720000" y="80550"/>
                  <a:pt x="558810" y="0"/>
                  <a:pt x="360000" y="0"/>
                </a:cubicBezTo>
                <a:cubicBezTo>
                  <a:pt x="161190" y="0"/>
                  <a:pt x="0" y="80550"/>
                  <a:pt x="0" y="180000"/>
                </a:cubicBezTo>
                <a:cubicBezTo>
                  <a:pt x="0" y="279450"/>
                  <a:pt x="161190" y="360000"/>
                  <a:pt x="360000" y="360000"/>
                </a:cubicBezTo>
                <a:close/>
                <a:moveTo>
                  <a:pt x="644760" y="367650"/>
                </a:moveTo>
                <a:cubicBezTo>
                  <a:pt x="671954" y="354297"/>
                  <a:pt x="697252" y="337394"/>
                  <a:pt x="720000" y="317385"/>
                </a:cubicBezTo>
                <a:lnTo>
                  <a:pt x="720000" y="720000"/>
                </a:lnTo>
                <a:cubicBezTo>
                  <a:pt x="720000" y="819450"/>
                  <a:pt x="558810" y="900000"/>
                  <a:pt x="360000" y="900000"/>
                </a:cubicBezTo>
                <a:cubicBezTo>
                  <a:pt x="161190" y="900000"/>
                  <a:pt x="0" y="819450"/>
                  <a:pt x="0" y="720000"/>
                </a:cubicBezTo>
                <a:lnTo>
                  <a:pt x="0" y="317385"/>
                </a:lnTo>
                <a:cubicBezTo>
                  <a:pt x="22746" y="337394"/>
                  <a:pt x="48047" y="354297"/>
                  <a:pt x="75240" y="367650"/>
                </a:cubicBezTo>
                <a:cubicBezTo>
                  <a:pt x="151650" y="405810"/>
                  <a:pt x="252360" y="427500"/>
                  <a:pt x="360000" y="427500"/>
                </a:cubicBezTo>
                <a:cubicBezTo>
                  <a:pt x="467640" y="427500"/>
                  <a:pt x="568350" y="405810"/>
                  <a:pt x="644760" y="36765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Freeform 18">
            <a:extLst>
              <a:ext uri="{FF2B5EF4-FFF2-40B4-BE49-F238E27FC236}">
                <a16:creationId xmlns:a16="http://schemas.microsoft.com/office/drawing/2014/main" id="{7308DE81-0D83-8DFA-F48C-B7632C01B7BC}"/>
              </a:ext>
            </a:extLst>
          </p:cNvPr>
          <p:cNvSpPr/>
          <p:nvPr/>
        </p:nvSpPr>
        <p:spPr>
          <a:xfrm>
            <a:off x="5863114" y="5271236"/>
            <a:ext cx="487324" cy="487227"/>
          </a:xfrm>
          <a:custGeom>
            <a:avLst/>
            <a:gdLst>
              <a:gd name="connsiteX0" fmla="*/ 310778 w 945099"/>
              <a:gd name="connsiteY0" fmla="*/ 652410 h 944910"/>
              <a:gd name="connsiteX1" fmla="*/ 405098 w 945099"/>
              <a:gd name="connsiteY1" fmla="*/ 652410 h 944910"/>
              <a:gd name="connsiteX2" fmla="*/ 405098 w 945099"/>
              <a:gd name="connsiteY2" fmla="*/ 652455 h 944910"/>
              <a:gd name="connsiteX3" fmla="*/ 405098 w 945099"/>
              <a:gd name="connsiteY3" fmla="*/ 764955 h 944910"/>
              <a:gd name="connsiteX4" fmla="*/ 495098 w 945099"/>
              <a:gd name="connsiteY4" fmla="*/ 854955 h 944910"/>
              <a:gd name="connsiteX5" fmla="*/ 515303 w 945099"/>
              <a:gd name="connsiteY5" fmla="*/ 854955 h 944910"/>
              <a:gd name="connsiteX6" fmla="*/ 450098 w 945099"/>
              <a:gd name="connsiteY6" fmla="*/ 899910 h 944910"/>
              <a:gd name="connsiteX7" fmla="*/ 313388 w 945099"/>
              <a:gd name="connsiteY7" fmla="*/ 665685 h 944910"/>
              <a:gd name="connsiteX8" fmla="*/ 241838 w 945099"/>
              <a:gd name="connsiteY8" fmla="*/ 652410 h 944910"/>
              <a:gd name="connsiteX9" fmla="*/ 241838 w 945099"/>
              <a:gd name="connsiteY9" fmla="*/ 652455 h 944910"/>
              <a:gd name="connsiteX10" fmla="*/ 322478 w 945099"/>
              <a:gd name="connsiteY10" fmla="*/ 881640 h 944910"/>
              <a:gd name="connsiteX11" fmla="*/ 54638 w 945099"/>
              <a:gd name="connsiteY11" fmla="*/ 665010 h 944910"/>
              <a:gd name="connsiteX12" fmla="*/ 48068 w 945099"/>
              <a:gd name="connsiteY12" fmla="*/ 652455 h 944910"/>
              <a:gd name="connsiteX13" fmla="*/ 495099 w 945099"/>
              <a:gd name="connsiteY13" fmla="*/ 494910 h 944910"/>
              <a:gd name="connsiteX14" fmla="*/ 900099 w 945099"/>
              <a:gd name="connsiteY14" fmla="*/ 494910 h 944910"/>
              <a:gd name="connsiteX15" fmla="*/ 945099 w 945099"/>
              <a:gd name="connsiteY15" fmla="*/ 539910 h 944910"/>
              <a:gd name="connsiteX16" fmla="*/ 945099 w 945099"/>
              <a:gd name="connsiteY16" fmla="*/ 764910 h 944910"/>
              <a:gd name="connsiteX17" fmla="*/ 900099 w 945099"/>
              <a:gd name="connsiteY17" fmla="*/ 809910 h 944910"/>
              <a:gd name="connsiteX18" fmla="*/ 765099 w 945099"/>
              <a:gd name="connsiteY18" fmla="*/ 809910 h 944910"/>
              <a:gd name="connsiteX19" fmla="*/ 765099 w 945099"/>
              <a:gd name="connsiteY19" fmla="*/ 899910 h 944910"/>
              <a:gd name="connsiteX20" fmla="*/ 787599 w 945099"/>
              <a:gd name="connsiteY20" fmla="*/ 899910 h 944910"/>
              <a:gd name="connsiteX21" fmla="*/ 810099 w 945099"/>
              <a:gd name="connsiteY21" fmla="*/ 922410 h 944910"/>
              <a:gd name="connsiteX22" fmla="*/ 787599 w 945099"/>
              <a:gd name="connsiteY22" fmla="*/ 944910 h 944910"/>
              <a:gd name="connsiteX23" fmla="*/ 607599 w 945099"/>
              <a:gd name="connsiteY23" fmla="*/ 944910 h 944910"/>
              <a:gd name="connsiteX24" fmla="*/ 585099 w 945099"/>
              <a:gd name="connsiteY24" fmla="*/ 922410 h 944910"/>
              <a:gd name="connsiteX25" fmla="*/ 607599 w 945099"/>
              <a:gd name="connsiteY25" fmla="*/ 899910 h 944910"/>
              <a:gd name="connsiteX26" fmla="*/ 630099 w 945099"/>
              <a:gd name="connsiteY26" fmla="*/ 899910 h 944910"/>
              <a:gd name="connsiteX27" fmla="*/ 630099 w 945099"/>
              <a:gd name="connsiteY27" fmla="*/ 809910 h 944910"/>
              <a:gd name="connsiteX28" fmla="*/ 495099 w 945099"/>
              <a:gd name="connsiteY28" fmla="*/ 809910 h 944910"/>
              <a:gd name="connsiteX29" fmla="*/ 450099 w 945099"/>
              <a:gd name="connsiteY29" fmla="*/ 764910 h 944910"/>
              <a:gd name="connsiteX30" fmla="*/ 450099 w 945099"/>
              <a:gd name="connsiteY30" fmla="*/ 539910 h 944910"/>
              <a:gd name="connsiteX31" fmla="*/ 495099 w 945099"/>
              <a:gd name="connsiteY31" fmla="*/ 494910 h 944910"/>
              <a:gd name="connsiteX32" fmla="*/ 672038 w 945099"/>
              <a:gd name="connsiteY32" fmla="*/ 359910 h 944910"/>
              <a:gd name="connsiteX33" fmla="*/ 891188 w 945099"/>
              <a:gd name="connsiteY33" fmla="*/ 359910 h 944910"/>
              <a:gd name="connsiteX34" fmla="*/ 900188 w 945099"/>
              <a:gd name="connsiteY34" fmla="*/ 449865 h 944910"/>
              <a:gd name="connsiteX35" fmla="*/ 900188 w 945099"/>
              <a:gd name="connsiteY35" fmla="*/ 449910 h 944910"/>
              <a:gd name="connsiteX36" fmla="*/ 675188 w 945099"/>
              <a:gd name="connsiteY36" fmla="*/ 449910 h 944910"/>
              <a:gd name="connsiteX37" fmla="*/ 673748 w 945099"/>
              <a:gd name="connsiteY37" fmla="*/ 389475 h 944910"/>
              <a:gd name="connsiteX38" fmla="*/ 296018 w 945099"/>
              <a:gd name="connsiteY38" fmla="*/ 359910 h 944910"/>
              <a:gd name="connsiteX39" fmla="*/ 604223 w 945099"/>
              <a:gd name="connsiteY39" fmla="*/ 359910 h 944910"/>
              <a:gd name="connsiteX40" fmla="*/ 607688 w 945099"/>
              <a:gd name="connsiteY40" fmla="*/ 449910 h 944910"/>
              <a:gd name="connsiteX41" fmla="*/ 495098 w 945099"/>
              <a:gd name="connsiteY41" fmla="*/ 449910 h 944910"/>
              <a:gd name="connsiteX42" fmla="*/ 405098 w 945099"/>
              <a:gd name="connsiteY42" fmla="*/ 539910 h 944910"/>
              <a:gd name="connsiteX43" fmla="*/ 405098 w 945099"/>
              <a:gd name="connsiteY43" fmla="*/ 584910 h 944910"/>
              <a:gd name="connsiteX44" fmla="*/ 300428 w 945099"/>
              <a:gd name="connsiteY44" fmla="*/ 584910 h 944910"/>
              <a:gd name="connsiteX45" fmla="*/ 294488 w 945099"/>
              <a:gd name="connsiteY45" fmla="*/ 381870 h 944910"/>
              <a:gd name="connsiteX46" fmla="*/ 9053 w 945099"/>
              <a:gd name="connsiteY46" fmla="*/ 359910 h 944910"/>
              <a:gd name="connsiteX47" fmla="*/ 228203 w 945099"/>
              <a:gd name="connsiteY47" fmla="*/ 359910 h 944910"/>
              <a:gd name="connsiteX48" fmla="*/ 229733 w 945099"/>
              <a:gd name="connsiteY48" fmla="*/ 558810 h 944910"/>
              <a:gd name="connsiteX49" fmla="*/ 232298 w 945099"/>
              <a:gd name="connsiteY49" fmla="*/ 584910 h 944910"/>
              <a:gd name="connsiteX50" fmla="*/ 20618 w 945099"/>
              <a:gd name="connsiteY50" fmla="*/ 584910 h 944910"/>
              <a:gd name="connsiteX51" fmla="*/ 9053 w 945099"/>
              <a:gd name="connsiteY51" fmla="*/ 359910 h 944910"/>
              <a:gd name="connsiteX52" fmla="*/ 577718 w 945099"/>
              <a:gd name="connsiteY52" fmla="*/ 18225 h 944910"/>
              <a:gd name="connsiteX53" fmla="*/ 871838 w 945099"/>
              <a:gd name="connsiteY53" fmla="*/ 292410 h 944910"/>
              <a:gd name="connsiteX54" fmla="*/ 665243 w 945099"/>
              <a:gd name="connsiteY54" fmla="*/ 292410 h 944910"/>
              <a:gd name="connsiteX55" fmla="*/ 582578 w 945099"/>
              <a:gd name="connsiteY55" fmla="*/ 25875 h 944910"/>
              <a:gd name="connsiteX56" fmla="*/ 322478 w 945099"/>
              <a:gd name="connsiteY56" fmla="*/ 18225 h 944910"/>
              <a:gd name="connsiteX57" fmla="*/ 322523 w 945099"/>
              <a:gd name="connsiteY57" fmla="*/ 18225 h 944910"/>
              <a:gd name="connsiteX58" fmla="*/ 237788 w 945099"/>
              <a:gd name="connsiteY58" fmla="*/ 272610 h 944910"/>
              <a:gd name="connsiteX59" fmla="*/ 234998 w 945099"/>
              <a:gd name="connsiteY59" fmla="*/ 292410 h 944910"/>
              <a:gd name="connsiteX60" fmla="*/ 28358 w 945099"/>
              <a:gd name="connsiteY60" fmla="*/ 292410 h 944910"/>
              <a:gd name="connsiteX61" fmla="*/ 316988 w 945099"/>
              <a:gd name="connsiteY61" fmla="*/ 19890 h 944910"/>
              <a:gd name="connsiteX62" fmla="*/ 450098 w 945099"/>
              <a:gd name="connsiteY62" fmla="*/ 0 h 944910"/>
              <a:gd name="connsiteX63" fmla="*/ 594728 w 945099"/>
              <a:gd name="connsiteY63" fmla="*/ 278235 h 944910"/>
              <a:gd name="connsiteX64" fmla="*/ 596798 w 945099"/>
              <a:gd name="connsiteY64" fmla="*/ 292410 h 944910"/>
              <a:gd name="connsiteX65" fmla="*/ 303398 w 945099"/>
              <a:gd name="connsiteY65" fmla="*/ 292410 h 944910"/>
              <a:gd name="connsiteX66" fmla="*/ 450098 w 945099"/>
              <a:gd name="connsiteY66" fmla="*/ 0 h 94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945099" h="944910">
                <a:moveTo>
                  <a:pt x="310778" y="652410"/>
                </a:moveTo>
                <a:lnTo>
                  <a:pt x="405098" y="652410"/>
                </a:lnTo>
                <a:lnTo>
                  <a:pt x="405098" y="652455"/>
                </a:lnTo>
                <a:lnTo>
                  <a:pt x="405098" y="764955"/>
                </a:lnTo>
                <a:cubicBezTo>
                  <a:pt x="405098" y="814662"/>
                  <a:pt x="445391" y="854955"/>
                  <a:pt x="495098" y="854955"/>
                </a:cubicBezTo>
                <a:lnTo>
                  <a:pt x="515303" y="854955"/>
                </a:lnTo>
                <a:cubicBezTo>
                  <a:pt x="494738" y="883800"/>
                  <a:pt x="472373" y="899910"/>
                  <a:pt x="450098" y="899910"/>
                </a:cubicBezTo>
                <a:cubicBezTo>
                  <a:pt x="396233" y="899910"/>
                  <a:pt x="342098" y="805635"/>
                  <a:pt x="313388" y="665685"/>
                </a:cubicBezTo>
                <a:close/>
                <a:moveTo>
                  <a:pt x="241838" y="652410"/>
                </a:moveTo>
                <a:lnTo>
                  <a:pt x="241838" y="652455"/>
                </a:lnTo>
                <a:cubicBezTo>
                  <a:pt x="258218" y="746145"/>
                  <a:pt x="286028" y="825840"/>
                  <a:pt x="322478" y="881640"/>
                </a:cubicBezTo>
                <a:cubicBezTo>
                  <a:pt x="208067" y="847683"/>
                  <a:pt x="111763" y="769793"/>
                  <a:pt x="54638" y="665010"/>
                </a:cubicBezTo>
                <a:lnTo>
                  <a:pt x="48068" y="652455"/>
                </a:lnTo>
                <a:close/>
                <a:moveTo>
                  <a:pt x="495099" y="494910"/>
                </a:moveTo>
                <a:lnTo>
                  <a:pt x="900099" y="494910"/>
                </a:lnTo>
                <a:cubicBezTo>
                  <a:pt x="924952" y="494910"/>
                  <a:pt x="945099" y="515056"/>
                  <a:pt x="945099" y="539910"/>
                </a:cubicBezTo>
                <a:lnTo>
                  <a:pt x="945099" y="764910"/>
                </a:lnTo>
                <a:cubicBezTo>
                  <a:pt x="945099" y="789763"/>
                  <a:pt x="924952" y="809910"/>
                  <a:pt x="900099" y="809910"/>
                </a:cubicBezTo>
                <a:lnTo>
                  <a:pt x="765099" y="809910"/>
                </a:lnTo>
                <a:lnTo>
                  <a:pt x="765099" y="899910"/>
                </a:lnTo>
                <a:lnTo>
                  <a:pt x="787599" y="899910"/>
                </a:lnTo>
                <a:cubicBezTo>
                  <a:pt x="800024" y="899910"/>
                  <a:pt x="810099" y="909986"/>
                  <a:pt x="810099" y="922410"/>
                </a:cubicBezTo>
                <a:cubicBezTo>
                  <a:pt x="810099" y="934835"/>
                  <a:pt x="800024" y="944910"/>
                  <a:pt x="787599" y="944910"/>
                </a:cubicBezTo>
                <a:lnTo>
                  <a:pt x="607599" y="944910"/>
                </a:lnTo>
                <a:cubicBezTo>
                  <a:pt x="595175" y="944910"/>
                  <a:pt x="585099" y="934835"/>
                  <a:pt x="585099" y="922410"/>
                </a:cubicBezTo>
                <a:cubicBezTo>
                  <a:pt x="585099" y="909986"/>
                  <a:pt x="595175" y="899910"/>
                  <a:pt x="607599" y="899910"/>
                </a:cubicBezTo>
                <a:lnTo>
                  <a:pt x="630099" y="899910"/>
                </a:lnTo>
                <a:lnTo>
                  <a:pt x="630099" y="809910"/>
                </a:lnTo>
                <a:lnTo>
                  <a:pt x="495099" y="809910"/>
                </a:lnTo>
                <a:cubicBezTo>
                  <a:pt x="470245" y="809910"/>
                  <a:pt x="450099" y="789763"/>
                  <a:pt x="450099" y="764910"/>
                </a:cubicBezTo>
                <a:lnTo>
                  <a:pt x="450099" y="539910"/>
                </a:lnTo>
                <a:cubicBezTo>
                  <a:pt x="450099" y="515056"/>
                  <a:pt x="470245" y="494910"/>
                  <a:pt x="495099" y="494910"/>
                </a:cubicBezTo>
                <a:close/>
                <a:moveTo>
                  <a:pt x="672038" y="359910"/>
                </a:moveTo>
                <a:lnTo>
                  <a:pt x="891188" y="359910"/>
                </a:lnTo>
                <a:cubicBezTo>
                  <a:pt x="897038" y="388935"/>
                  <a:pt x="900188" y="419040"/>
                  <a:pt x="900188" y="449865"/>
                </a:cubicBezTo>
                <a:lnTo>
                  <a:pt x="900188" y="449910"/>
                </a:lnTo>
                <a:lnTo>
                  <a:pt x="675188" y="449910"/>
                </a:lnTo>
                <a:cubicBezTo>
                  <a:pt x="675188" y="429480"/>
                  <a:pt x="674693" y="409320"/>
                  <a:pt x="673748" y="389475"/>
                </a:cubicBezTo>
                <a:close/>
                <a:moveTo>
                  <a:pt x="296018" y="359910"/>
                </a:moveTo>
                <a:lnTo>
                  <a:pt x="604223" y="359910"/>
                </a:lnTo>
                <a:cubicBezTo>
                  <a:pt x="606473" y="388980"/>
                  <a:pt x="607688" y="419040"/>
                  <a:pt x="607688" y="449910"/>
                </a:cubicBezTo>
                <a:lnTo>
                  <a:pt x="495098" y="449910"/>
                </a:lnTo>
                <a:cubicBezTo>
                  <a:pt x="445391" y="449910"/>
                  <a:pt x="405098" y="490203"/>
                  <a:pt x="405098" y="539910"/>
                </a:cubicBezTo>
                <a:lnTo>
                  <a:pt x="405098" y="584910"/>
                </a:lnTo>
                <a:lnTo>
                  <a:pt x="300428" y="584910"/>
                </a:lnTo>
                <a:cubicBezTo>
                  <a:pt x="292563" y="517532"/>
                  <a:pt x="290576" y="449595"/>
                  <a:pt x="294488" y="381870"/>
                </a:cubicBezTo>
                <a:close/>
                <a:moveTo>
                  <a:pt x="9053" y="359910"/>
                </a:moveTo>
                <a:lnTo>
                  <a:pt x="228203" y="359910"/>
                </a:lnTo>
                <a:cubicBezTo>
                  <a:pt x="223511" y="426150"/>
                  <a:pt x="224022" y="492651"/>
                  <a:pt x="229733" y="558810"/>
                </a:cubicBezTo>
                <a:lnTo>
                  <a:pt x="232298" y="584910"/>
                </a:lnTo>
                <a:lnTo>
                  <a:pt x="20618" y="584910"/>
                </a:lnTo>
                <a:cubicBezTo>
                  <a:pt x="-2161" y="512086"/>
                  <a:pt x="-6140" y="434687"/>
                  <a:pt x="9053" y="359910"/>
                </a:cubicBezTo>
                <a:close/>
                <a:moveTo>
                  <a:pt x="577718" y="18225"/>
                </a:moveTo>
                <a:cubicBezTo>
                  <a:pt x="713312" y="58470"/>
                  <a:pt x="822190" y="159968"/>
                  <a:pt x="871838" y="292410"/>
                </a:cubicBezTo>
                <a:lnTo>
                  <a:pt x="665243" y="292410"/>
                </a:lnTo>
                <a:cubicBezTo>
                  <a:pt x="651068" y="183690"/>
                  <a:pt x="622178" y="90225"/>
                  <a:pt x="582578" y="25875"/>
                </a:cubicBezTo>
                <a:close/>
                <a:moveTo>
                  <a:pt x="322478" y="18225"/>
                </a:moveTo>
                <a:lnTo>
                  <a:pt x="322523" y="18225"/>
                </a:lnTo>
                <a:cubicBezTo>
                  <a:pt x="282878" y="78930"/>
                  <a:pt x="253403" y="168030"/>
                  <a:pt x="237788" y="272610"/>
                </a:cubicBezTo>
                <a:lnTo>
                  <a:pt x="234998" y="292410"/>
                </a:lnTo>
                <a:lnTo>
                  <a:pt x="28358" y="292410"/>
                </a:lnTo>
                <a:cubicBezTo>
                  <a:pt x="77302" y="161860"/>
                  <a:pt x="183844" y="61264"/>
                  <a:pt x="316988" y="19890"/>
                </a:cubicBezTo>
                <a:close/>
                <a:moveTo>
                  <a:pt x="450098" y="0"/>
                </a:moveTo>
                <a:cubicBezTo>
                  <a:pt x="509498" y="0"/>
                  <a:pt x="569168" y="114390"/>
                  <a:pt x="594728" y="278235"/>
                </a:cubicBezTo>
                <a:lnTo>
                  <a:pt x="596798" y="292410"/>
                </a:lnTo>
                <a:lnTo>
                  <a:pt x="303398" y="292410"/>
                </a:lnTo>
                <a:cubicBezTo>
                  <a:pt x="327653" y="121005"/>
                  <a:pt x="389078" y="0"/>
                  <a:pt x="450098" y="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7">
            <a:extLst>
              <a:ext uri="{FF2B5EF4-FFF2-40B4-BE49-F238E27FC236}">
                <a16:creationId xmlns:a16="http://schemas.microsoft.com/office/drawing/2014/main" id="{916999D2-820D-AD31-14EE-DE1E8D3A31EF}"/>
              </a:ext>
            </a:extLst>
          </p:cNvPr>
          <p:cNvSpPr/>
          <p:nvPr/>
        </p:nvSpPr>
        <p:spPr>
          <a:xfrm>
            <a:off x="2080960" y="5337706"/>
            <a:ext cx="464055" cy="354287"/>
          </a:xfrm>
          <a:custGeom>
            <a:avLst/>
            <a:gdLst>
              <a:gd name="connsiteX0" fmla="*/ 438750 w 899971"/>
              <a:gd name="connsiteY0" fmla="*/ 0 h 687091"/>
              <a:gd name="connsiteX1" fmla="*/ 183915 w 899971"/>
              <a:gd name="connsiteY1" fmla="*/ 213750 h 687091"/>
              <a:gd name="connsiteX2" fmla="*/ 180000 w 899971"/>
              <a:gd name="connsiteY2" fmla="*/ 213750 h 687091"/>
              <a:gd name="connsiteX3" fmla="*/ 0 w 899971"/>
              <a:gd name="connsiteY3" fmla="*/ 393750 h 687091"/>
              <a:gd name="connsiteX4" fmla="*/ 180000 w 899971"/>
              <a:gd name="connsiteY4" fmla="*/ 573750 h 687091"/>
              <a:gd name="connsiteX5" fmla="*/ 322560 w 899971"/>
              <a:gd name="connsiteY5" fmla="*/ 573750 h 687091"/>
              <a:gd name="connsiteX6" fmla="*/ 338085 w 899971"/>
              <a:gd name="connsiteY6" fmla="*/ 484335 h 687091"/>
              <a:gd name="connsiteX7" fmla="*/ 450585 w 899971"/>
              <a:gd name="connsiteY7" fmla="*/ 371835 h 687091"/>
              <a:gd name="connsiteX8" fmla="*/ 561956 w 899971"/>
              <a:gd name="connsiteY8" fmla="*/ 371799 h 687091"/>
              <a:gd name="connsiteX9" fmla="*/ 577440 w 899971"/>
              <a:gd name="connsiteY9" fmla="*/ 461250 h 687091"/>
              <a:gd name="connsiteX10" fmla="*/ 682560 w 899971"/>
              <a:gd name="connsiteY10" fmla="*/ 461250 h 687091"/>
              <a:gd name="connsiteX11" fmla="*/ 719838 w 899971"/>
              <a:gd name="connsiteY11" fmla="*/ 356306 h 687091"/>
              <a:gd name="connsiteX12" fmla="*/ 809460 w 899971"/>
              <a:gd name="connsiteY12" fmla="*/ 371835 h 687091"/>
              <a:gd name="connsiteX13" fmla="*/ 872730 w 899971"/>
              <a:gd name="connsiteY13" fmla="*/ 435105 h 687091"/>
              <a:gd name="connsiteX14" fmla="*/ 738900 w 899971"/>
              <a:gd name="connsiteY14" fmla="*/ 218565 h 687091"/>
              <a:gd name="connsiteX15" fmla="*/ 697500 w 899971"/>
              <a:gd name="connsiteY15" fmla="*/ 213750 h 687091"/>
              <a:gd name="connsiteX16" fmla="*/ 693585 w 899971"/>
              <a:gd name="connsiteY16" fmla="*/ 213750 h 687091"/>
              <a:gd name="connsiteX17" fmla="*/ 438750 w 899971"/>
              <a:gd name="connsiteY17" fmla="*/ 0 h 687091"/>
              <a:gd name="connsiteX18" fmla="*/ 530100 w 899971"/>
              <a:gd name="connsiteY18" fmla="*/ 451350 h 687091"/>
              <a:gd name="connsiteX19" fmla="*/ 531783 w 899971"/>
              <a:gd name="connsiteY19" fmla="*/ 403650 h 687091"/>
              <a:gd name="connsiteX20" fmla="*/ 484083 w 899971"/>
              <a:gd name="connsiteY20" fmla="*/ 401967 h 687091"/>
              <a:gd name="connsiteX21" fmla="*/ 482400 w 899971"/>
              <a:gd name="connsiteY21" fmla="*/ 403650 h 687091"/>
              <a:gd name="connsiteX22" fmla="*/ 369900 w 899971"/>
              <a:gd name="connsiteY22" fmla="*/ 516150 h 687091"/>
              <a:gd name="connsiteX23" fmla="*/ 369900 w 899971"/>
              <a:gd name="connsiteY23" fmla="*/ 563850 h 687091"/>
              <a:gd name="connsiteX24" fmla="*/ 482400 w 899971"/>
              <a:gd name="connsiteY24" fmla="*/ 676350 h 687091"/>
              <a:gd name="connsiteX25" fmla="*/ 530100 w 899971"/>
              <a:gd name="connsiteY25" fmla="*/ 678033 h 687091"/>
              <a:gd name="connsiteX26" fmla="*/ 531783 w 899971"/>
              <a:gd name="connsiteY26" fmla="*/ 630333 h 687091"/>
              <a:gd name="connsiteX27" fmla="*/ 530100 w 899971"/>
              <a:gd name="connsiteY27" fmla="*/ 628650 h 687091"/>
              <a:gd name="connsiteX28" fmla="*/ 475200 w 899971"/>
              <a:gd name="connsiteY28" fmla="*/ 573750 h 687091"/>
              <a:gd name="connsiteX29" fmla="*/ 784800 w 899971"/>
              <a:gd name="connsiteY29" fmla="*/ 573750 h 687091"/>
              <a:gd name="connsiteX30" fmla="*/ 729900 w 899971"/>
              <a:gd name="connsiteY30" fmla="*/ 628650 h 687091"/>
              <a:gd name="connsiteX31" fmla="*/ 728217 w 899971"/>
              <a:gd name="connsiteY31" fmla="*/ 676350 h 687091"/>
              <a:gd name="connsiteX32" fmla="*/ 775917 w 899971"/>
              <a:gd name="connsiteY32" fmla="*/ 678033 h 687091"/>
              <a:gd name="connsiteX33" fmla="*/ 777600 w 899971"/>
              <a:gd name="connsiteY33" fmla="*/ 676350 h 687091"/>
              <a:gd name="connsiteX34" fmla="*/ 890100 w 899971"/>
              <a:gd name="connsiteY34" fmla="*/ 563850 h 687091"/>
              <a:gd name="connsiteX35" fmla="*/ 890100 w 899971"/>
              <a:gd name="connsiteY35" fmla="*/ 516150 h 687091"/>
              <a:gd name="connsiteX36" fmla="*/ 777600 w 899971"/>
              <a:gd name="connsiteY36" fmla="*/ 403650 h 687091"/>
              <a:gd name="connsiteX37" fmla="*/ 729900 w 899971"/>
              <a:gd name="connsiteY37" fmla="*/ 401967 h 687091"/>
              <a:gd name="connsiteX38" fmla="*/ 728217 w 899971"/>
              <a:gd name="connsiteY38" fmla="*/ 449667 h 687091"/>
              <a:gd name="connsiteX39" fmla="*/ 729900 w 899971"/>
              <a:gd name="connsiteY39" fmla="*/ 451350 h 687091"/>
              <a:gd name="connsiteX40" fmla="*/ 784800 w 899971"/>
              <a:gd name="connsiteY40" fmla="*/ 506250 h 687091"/>
              <a:gd name="connsiteX41" fmla="*/ 475200 w 899971"/>
              <a:gd name="connsiteY41" fmla="*/ 506250 h 687091"/>
              <a:gd name="connsiteX42" fmla="*/ 530100 w 899971"/>
              <a:gd name="connsiteY42" fmla="*/ 451350 h 68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9971" h="687091">
                <a:moveTo>
                  <a:pt x="438750" y="0"/>
                </a:moveTo>
                <a:cubicBezTo>
                  <a:pt x="313209" y="23"/>
                  <a:pt x="205784" y="90129"/>
                  <a:pt x="183915" y="213750"/>
                </a:cubicBezTo>
                <a:lnTo>
                  <a:pt x="180000" y="213750"/>
                </a:lnTo>
                <a:cubicBezTo>
                  <a:pt x="80589" y="213750"/>
                  <a:pt x="0" y="294341"/>
                  <a:pt x="0" y="393750"/>
                </a:cubicBezTo>
                <a:cubicBezTo>
                  <a:pt x="0" y="493160"/>
                  <a:pt x="80589" y="573750"/>
                  <a:pt x="180000" y="573750"/>
                </a:cubicBezTo>
                <a:lnTo>
                  <a:pt x="322560" y="573750"/>
                </a:lnTo>
                <a:cubicBezTo>
                  <a:pt x="308314" y="543659"/>
                  <a:pt x="314530" y="507861"/>
                  <a:pt x="338085" y="484335"/>
                </a:cubicBezTo>
                <a:lnTo>
                  <a:pt x="450585" y="371835"/>
                </a:lnTo>
                <a:cubicBezTo>
                  <a:pt x="481329" y="341073"/>
                  <a:pt x="531189" y="341055"/>
                  <a:pt x="561956" y="371799"/>
                </a:cubicBezTo>
                <a:cubicBezTo>
                  <a:pt x="585513" y="395339"/>
                  <a:pt x="591714" y="431159"/>
                  <a:pt x="577440" y="461250"/>
                </a:cubicBezTo>
                <a:lnTo>
                  <a:pt x="682560" y="461250"/>
                </a:lnTo>
                <a:cubicBezTo>
                  <a:pt x="663872" y="421979"/>
                  <a:pt x="680562" y="374990"/>
                  <a:pt x="719838" y="356306"/>
                </a:cubicBezTo>
                <a:cubicBezTo>
                  <a:pt x="749984" y="341960"/>
                  <a:pt x="785898" y="348183"/>
                  <a:pt x="809460" y="371835"/>
                </a:cubicBezTo>
                <a:lnTo>
                  <a:pt x="872730" y="435105"/>
                </a:lnTo>
                <a:cubicBezTo>
                  <a:pt x="895568" y="338355"/>
                  <a:pt x="835650" y="241405"/>
                  <a:pt x="738900" y="218565"/>
                </a:cubicBezTo>
                <a:cubicBezTo>
                  <a:pt x="725333" y="215362"/>
                  <a:pt x="711441" y="213746"/>
                  <a:pt x="697500" y="213750"/>
                </a:cubicBezTo>
                <a:lnTo>
                  <a:pt x="693585" y="213750"/>
                </a:lnTo>
                <a:cubicBezTo>
                  <a:pt x="671715" y="90129"/>
                  <a:pt x="564291" y="23"/>
                  <a:pt x="438750" y="0"/>
                </a:cubicBezTo>
                <a:close/>
                <a:moveTo>
                  <a:pt x="530100" y="451350"/>
                </a:moveTo>
                <a:cubicBezTo>
                  <a:pt x="543735" y="438642"/>
                  <a:pt x="544491" y="417285"/>
                  <a:pt x="531783" y="403650"/>
                </a:cubicBezTo>
                <a:cubicBezTo>
                  <a:pt x="519075" y="390015"/>
                  <a:pt x="497723" y="389259"/>
                  <a:pt x="484083" y="401967"/>
                </a:cubicBezTo>
                <a:cubicBezTo>
                  <a:pt x="483503" y="402507"/>
                  <a:pt x="482940" y="403070"/>
                  <a:pt x="482400" y="403650"/>
                </a:cubicBezTo>
                <a:lnTo>
                  <a:pt x="369900" y="516150"/>
                </a:lnTo>
                <a:cubicBezTo>
                  <a:pt x="356740" y="529326"/>
                  <a:pt x="356740" y="550674"/>
                  <a:pt x="369900" y="563850"/>
                </a:cubicBezTo>
                <a:lnTo>
                  <a:pt x="482400" y="676350"/>
                </a:lnTo>
                <a:cubicBezTo>
                  <a:pt x="495108" y="689985"/>
                  <a:pt x="516465" y="690741"/>
                  <a:pt x="530100" y="678033"/>
                </a:cubicBezTo>
                <a:cubicBezTo>
                  <a:pt x="543735" y="665325"/>
                  <a:pt x="544491" y="643972"/>
                  <a:pt x="531783" y="630333"/>
                </a:cubicBezTo>
                <a:cubicBezTo>
                  <a:pt x="531243" y="629752"/>
                  <a:pt x="530681" y="629190"/>
                  <a:pt x="530100" y="628650"/>
                </a:cubicBezTo>
                <a:lnTo>
                  <a:pt x="475200" y="573750"/>
                </a:lnTo>
                <a:lnTo>
                  <a:pt x="784800" y="573750"/>
                </a:lnTo>
                <a:lnTo>
                  <a:pt x="729900" y="628650"/>
                </a:lnTo>
                <a:cubicBezTo>
                  <a:pt x="716265" y="641358"/>
                  <a:pt x="715509" y="662715"/>
                  <a:pt x="728217" y="676350"/>
                </a:cubicBezTo>
                <a:cubicBezTo>
                  <a:pt x="740925" y="689985"/>
                  <a:pt x="762278" y="690741"/>
                  <a:pt x="775917" y="678033"/>
                </a:cubicBezTo>
                <a:cubicBezTo>
                  <a:pt x="776498" y="677493"/>
                  <a:pt x="777060" y="676931"/>
                  <a:pt x="777600" y="676350"/>
                </a:cubicBezTo>
                <a:lnTo>
                  <a:pt x="890100" y="563850"/>
                </a:lnTo>
                <a:cubicBezTo>
                  <a:pt x="903263" y="550674"/>
                  <a:pt x="903263" y="529326"/>
                  <a:pt x="890100" y="516150"/>
                </a:cubicBezTo>
                <a:lnTo>
                  <a:pt x="777600" y="403650"/>
                </a:lnTo>
                <a:cubicBezTo>
                  <a:pt x="764892" y="390015"/>
                  <a:pt x="743535" y="389259"/>
                  <a:pt x="729900" y="401967"/>
                </a:cubicBezTo>
                <a:cubicBezTo>
                  <a:pt x="716265" y="414675"/>
                  <a:pt x="715509" y="436028"/>
                  <a:pt x="728217" y="449667"/>
                </a:cubicBezTo>
                <a:cubicBezTo>
                  <a:pt x="728757" y="450248"/>
                  <a:pt x="729320" y="450810"/>
                  <a:pt x="729900" y="451350"/>
                </a:cubicBezTo>
                <a:lnTo>
                  <a:pt x="784800" y="506250"/>
                </a:lnTo>
                <a:lnTo>
                  <a:pt x="475200" y="506250"/>
                </a:lnTo>
                <a:lnTo>
                  <a:pt x="530100" y="451350"/>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3">
            <a:extLst>
              <a:ext uri="{FF2B5EF4-FFF2-40B4-BE49-F238E27FC236}">
                <a16:creationId xmlns:a16="http://schemas.microsoft.com/office/drawing/2014/main" id="{F393A59B-449D-1890-0253-38EAF7D84384}"/>
              </a:ext>
            </a:extLst>
          </p:cNvPr>
          <p:cNvSpPr/>
          <p:nvPr/>
        </p:nvSpPr>
        <p:spPr>
          <a:xfrm>
            <a:off x="10859826" y="5282814"/>
            <a:ext cx="371256" cy="464070"/>
          </a:xfrm>
          <a:custGeom>
            <a:avLst/>
            <a:gdLst>
              <a:gd name="connsiteX0" fmla="*/ 360000 w 720000"/>
              <a:gd name="connsiteY0" fmla="*/ 360000 h 900000"/>
              <a:gd name="connsiteX1" fmla="*/ 720000 w 720000"/>
              <a:gd name="connsiteY1" fmla="*/ 180000 h 900000"/>
              <a:gd name="connsiteX2" fmla="*/ 360000 w 720000"/>
              <a:gd name="connsiteY2" fmla="*/ 0 h 900000"/>
              <a:gd name="connsiteX3" fmla="*/ 0 w 720000"/>
              <a:gd name="connsiteY3" fmla="*/ 180000 h 900000"/>
              <a:gd name="connsiteX4" fmla="*/ 360000 w 720000"/>
              <a:gd name="connsiteY4" fmla="*/ 360000 h 900000"/>
              <a:gd name="connsiteX5" fmla="*/ 644760 w 720000"/>
              <a:gd name="connsiteY5" fmla="*/ 367650 h 900000"/>
              <a:gd name="connsiteX6" fmla="*/ 720000 w 720000"/>
              <a:gd name="connsiteY6" fmla="*/ 317385 h 900000"/>
              <a:gd name="connsiteX7" fmla="*/ 720000 w 720000"/>
              <a:gd name="connsiteY7" fmla="*/ 720000 h 900000"/>
              <a:gd name="connsiteX8" fmla="*/ 360000 w 720000"/>
              <a:gd name="connsiteY8" fmla="*/ 900000 h 900000"/>
              <a:gd name="connsiteX9" fmla="*/ 0 w 720000"/>
              <a:gd name="connsiteY9" fmla="*/ 720000 h 900000"/>
              <a:gd name="connsiteX10" fmla="*/ 0 w 720000"/>
              <a:gd name="connsiteY10" fmla="*/ 317385 h 900000"/>
              <a:gd name="connsiteX11" fmla="*/ 75240 w 720000"/>
              <a:gd name="connsiteY11" fmla="*/ 367650 h 900000"/>
              <a:gd name="connsiteX12" fmla="*/ 360000 w 720000"/>
              <a:gd name="connsiteY12" fmla="*/ 427500 h 900000"/>
              <a:gd name="connsiteX13" fmla="*/ 644760 w 720000"/>
              <a:gd name="connsiteY13" fmla="*/ 36765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000" h="900000">
                <a:moveTo>
                  <a:pt x="360000" y="360000"/>
                </a:moveTo>
                <a:cubicBezTo>
                  <a:pt x="558810" y="360000"/>
                  <a:pt x="720000" y="279450"/>
                  <a:pt x="720000" y="180000"/>
                </a:cubicBezTo>
                <a:cubicBezTo>
                  <a:pt x="720000" y="80550"/>
                  <a:pt x="558810" y="0"/>
                  <a:pt x="360000" y="0"/>
                </a:cubicBezTo>
                <a:cubicBezTo>
                  <a:pt x="161190" y="0"/>
                  <a:pt x="0" y="80550"/>
                  <a:pt x="0" y="180000"/>
                </a:cubicBezTo>
                <a:cubicBezTo>
                  <a:pt x="0" y="279450"/>
                  <a:pt x="161190" y="360000"/>
                  <a:pt x="360000" y="360000"/>
                </a:cubicBezTo>
                <a:close/>
                <a:moveTo>
                  <a:pt x="644760" y="367650"/>
                </a:moveTo>
                <a:cubicBezTo>
                  <a:pt x="671954" y="354297"/>
                  <a:pt x="697252" y="337394"/>
                  <a:pt x="720000" y="317385"/>
                </a:cubicBezTo>
                <a:lnTo>
                  <a:pt x="720000" y="720000"/>
                </a:lnTo>
                <a:cubicBezTo>
                  <a:pt x="720000" y="819450"/>
                  <a:pt x="558810" y="900000"/>
                  <a:pt x="360000" y="900000"/>
                </a:cubicBezTo>
                <a:cubicBezTo>
                  <a:pt x="161190" y="900000"/>
                  <a:pt x="0" y="819450"/>
                  <a:pt x="0" y="720000"/>
                </a:cubicBezTo>
                <a:lnTo>
                  <a:pt x="0" y="317385"/>
                </a:lnTo>
                <a:cubicBezTo>
                  <a:pt x="22746" y="337394"/>
                  <a:pt x="48047" y="354297"/>
                  <a:pt x="75240" y="367650"/>
                </a:cubicBezTo>
                <a:cubicBezTo>
                  <a:pt x="151650" y="405810"/>
                  <a:pt x="252360" y="427500"/>
                  <a:pt x="360000" y="427500"/>
                </a:cubicBezTo>
                <a:cubicBezTo>
                  <a:pt x="467640" y="427500"/>
                  <a:pt x="568350" y="405810"/>
                  <a:pt x="644760" y="36765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Freeform 21">
            <a:extLst>
              <a:ext uri="{FF2B5EF4-FFF2-40B4-BE49-F238E27FC236}">
                <a16:creationId xmlns:a16="http://schemas.microsoft.com/office/drawing/2014/main" id="{07F689CB-6522-78E4-7310-9CBB9A77D317}"/>
              </a:ext>
            </a:extLst>
          </p:cNvPr>
          <p:cNvSpPr/>
          <p:nvPr/>
        </p:nvSpPr>
        <p:spPr>
          <a:xfrm>
            <a:off x="7031514" y="5271236"/>
            <a:ext cx="487324" cy="487227"/>
          </a:xfrm>
          <a:custGeom>
            <a:avLst/>
            <a:gdLst>
              <a:gd name="connsiteX0" fmla="*/ 310778 w 945099"/>
              <a:gd name="connsiteY0" fmla="*/ 652410 h 944910"/>
              <a:gd name="connsiteX1" fmla="*/ 405098 w 945099"/>
              <a:gd name="connsiteY1" fmla="*/ 652410 h 944910"/>
              <a:gd name="connsiteX2" fmla="*/ 405098 w 945099"/>
              <a:gd name="connsiteY2" fmla="*/ 652455 h 944910"/>
              <a:gd name="connsiteX3" fmla="*/ 405098 w 945099"/>
              <a:gd name="connsiteY3" fmla="*/ 764955 h 944910"/>
              <a:gd name="connsiteX4" fmla="*/ 495098 w 945099"/>
              <a:gd name="connsiteY4" fmla="*/ 854955 h 944910"/>
              <a:gd name="connsiteX5" fmla="*/ 515303 w 945099"/>
              <a:gd name="connsiteY5" fmla="*/ 854955 h 944910"/>
              <a:gd name="connsiteX6" fmla="*/ 450098 w 945099"/>
              <a:gd name="connsiteY6" fmla="*/ 899910 h 944910"/>
              <a:gd name="connsiteX7" fmla="*/ 313388 w 945099"/>
              <a:gd name="connsiteY7" fmla="*/ 665685 h 944910"/>
              <a:gd name="connsiteX8" fmla="*/ 241838 w 945099"/>
              <a:gd name="connsiteY8" fmla="*/ 652410 h 944910"/>
              <a:gd name="connsiteX9" fmla="*/ 241838 w 945099"/>
              <a:gd name="connsiteY9" fmla="*/ 652455 h 944910"/>
              <a:gd name="connsiteX10" fmla="*/ 322478 w 945099"/>
              <a:gd name="connsiteY10" fmla="*/ 881640 h 944910"/>
              <a:gd name="connsiteX11" fmla="*/ 54638 w 945099"/>
              <a:gd name="connsiteY11" fmla="*/ 665010 h 944910"/>
              <a:gd name="connsiteX12" fmla="*/ 48068 w 945099"/>
              <a:gd name="connsiteY12" fmla="*/ 652455 h 944910"/>
              <a:gd name="connsiteX13" fmla="*/ 495099 w 945099"/>
              <a:gd name="connsiteY13" fmla="*/ 494910 h 944910"/>
              <a:gd name="connsiteX14" fmla="*/ 900099 w 945099"/>
              <a:gd name="connsiteY14" fmla="*/ 494910 h 944910"/>
              <a:gd name="connsiteX15" fmla="*/ 945099 w 945099"/>
              <a:gd name="connsiteY15" fmla="*/ 539910 h 944910"/>
              <a:gd name="connsiteX16" fmla="*/ 945099 w 945099"/>
              <a:gd name="connsiteY16" fmla="*/ 764910 h 944910"/>
              <a:gd name="connsiteX17" fmla="*/ 900099 w 945099"/>
              <a:gd name="connsiteY17" fmla="*/ 809910 h 944910"/>
              <a:gd name="connsiteX18" fmla="*/ 765099 w 945099"/>
              <a:gd name="connsiteY18" fmla="*/ 809910 h 944910"/>
              <a:gd name="connsiteX19" fmla="*/ 765099 w 945099"/>
              <a:gd name="connsiteY19" fmla="*/ 899910 h 944910"/>
              <a:gd name="connsiteX20" fmla="*/ 787599 w 945099"/>
              <a:gd name="connsiteY20" fmla="*/ 899910 h 944910"/>
              <a:gd name="connsiteX21" fmla="*/ 810099 w 945099"/>
              <a:gd name="connsiteY21" fmla="*/ 922410 h 944910"/>
              <a:gd name="connsiteX22" fmla="*/ 787599 w 945099"/>
              <a:gd name="connsiteY22" fmla="*/ 944910 h 944910"/>
              <a:gd name="connsiteX23" fmla="*/ 607599 w 945099"/>
              <a:gd name="connsiteY23" fmla="*/ 944910 h 944910"/>
              <a:gd name="connsiteX24" fmla="*/ 585099 w 945099"/>
              <a:gd name="connsiteY24" fmla="*/ 922410 h 944910"/>
              <a:gd name="connsiteX25" fmla="*/ 607599 w 945099"/>
              <a:gd name="connsiteY25" fmla="*/ 899910 h 944910"/>
              <a:gd name="connsiteX26" fmla="*/ 630099 w 945099"/>
              <a:gd name="connsiteY26" fmla="*/ 899910 h 944910"/>
              <a:gd name="connsiteX27" fmla="*/ 630099 w 945099"/>
              <a:gd name="connsiteY27" fmla="*/ 809910 h 944910"/>
              <a:gd name="connsiteX28" fmla="*/ 495099 w 945099"/>
              <a:gd name="connsiteY28" fmla="*/ 809910 h 944910"/>
              <a:gd name="connsiteX29" fmla="*/ 450099 w 945099"/>
              <a:gd name="connsiteY29" fmla="*/ 764910 h 944910"/>
              <a:gd name="connsiteX30" fmla="*/ 450099 w 945099"/>
              <a:gd name="connsiteY30" fmla="*/ 539910 h 944910"/>
              <a:gd name="connsiteX31" fmla="*/ 495099 w 945099"/>
              <a:gd name="connsiteY31" fmla="*/ 494910 h 944910"/>
              <a:gd name="connsiteX32" fmla="*/ 672038 w 945099"/>
              <a:gd name="connsiteY32" fmla="*/ 359910 h 944910"/>
              <a:gd name="connsiteX33" fmla="*/ 891188 w 945099"/>
              <a:gd name="connsiteY33" fmla="*/ 359910 h 944910"/>
              <a:gd name="connsiteX34" fmla="*/ 900188 w 945099"/>
              <a:gd name="connsiteY34" fmla="*/ 449865 h 944910"/>
              <a:gd name="connsiteX35" fmla="*/ 900188 w 945099"/>
              <a:gd name="connsiteY35" fmla="*/ 449910 h 944910"/>
              <a:gd name="connsiteX36" fmla="*/ 675188 w 945099"/>
              <a:gd name="connsiteY36" fmla="*/ 449910 h 944910"/>
              <a:gd name="connsiteX37" fmla="*/ 673748 w 945099"/>
              <a:gd name="connsiteY37" fmla="*/ 389475 h 944910"/>
              <a:gd name="connsiteX38" fmla="*/ 296018 w 945099"/>
              <a:gd name="connsiteY38" fmla="*/ 359910 h 944910"/>
              <a:gd name="connsiteX39" fmla="*/ 604223 w 945099"/>
              <a:gd name="connsiteY39" fmla="*/ 359910 h 944910"/>
              <a:gd name="connsiteX40" fmla="*/ 607688 w 945099"/>
              <a:gd name="connsiteY40" fmla="*/ 449910 h 944910"/>
              <a:gd name="connsiteX41" fmla="*/ 495098 w 945099"/>
              <a:gd name="connsiteY41" fmla="*/ 449910 h 944910"/>
              <a:gd name="connsiteX42" fmla="*/ 405098 w 945099"/>
              <a:gd name="connsiteY42" fmla="*/ 539910 h 944910"/>
              <a:gd name="connsiteX43" fmla="*/ 405098 w 945099"/>
              <a:gd name="connsiteY43" fmla="*/ 584910 h 944910"/>
              <a:gd name="connsiteX44" fmla="*/ 300428 w 945099"/>
              <a:gd name="connsiteY44" fmla="*/ 584910 h 944910"/>
              <a:gd name="connsiteX45" fmla="*/ 294488 w 945099"/>
              <a:gd name="connsiteY45" fmla="*/ 381870 h 944910"/>
              <a:gd name="connsiteX46" fmla="*/ 9053 w 945099"/>
              <a:gd name="connsiteY46" fmla="*/ 359910 h 944910"/>
              <a:gd name="connsiteX47" fmla="*/ 228203 w 945099"/>
              <a:gd name="connsiteY47" fmla="*/ 359910 h 944910"/>
              <a:gd name="connsiteX48" fmla="*/ 229733 w 945099"/>
              <a:gd name="connsiteY48" fmla="*/ 558810 h 944910"/>
              <a:gd name="connsiteX49" fmla="*/ 232298 w 945099"/>
              <a:gd name="connsiteY49" fmla="*/ 584910 h 944910"/>
              <a:gd name="connsiteX50" fmla="*/ 20618 w 945099"/>
              <a:gd name="connsiteY50" fmla="*/ 584910 h 944910"/>
              <a:gd name="connsiteX51" fmla="*/ 9053 w 945099"/>
              <a:gd name="connsiteY51" fmla="*/ 359910 h 944910"/>
              <a:gd name="connsiteX52" fmla="*/ 577718 w 945099"/>
              <a:gd name="connsiteY52" fmla="*/ 18225 h 944910"/>
              <a:gd name="connsiteX53" fmla="*/ 871838 w 945099"/>
              <a:gd name="connsiteY53" fmla="*/ 292410 h 944910"/>
              <a:gd name="connsiteX54" fmla="*/ 665243 w 945099"/>
              <a:gd name="connsiteY54" fmla="*/ 292410 h 944910"/>
              <a:gd name="connsiteX55" fmla="*/ 582578 w 945099"/>
              <a:gd name="connsiteY55" fmla="*/ 25875 h 944910"/>
              <a:gd name="connsiteX56" fmla="*/ 322478 w 945099"/>
              <a:gd name="connsiteY56" fmla="*/ 18225 h 944910"/>
              <a:gd name="connsiteX57" fmla="*/ 322523 w 945099"/>
              <a:gd name="connsiteY57" fmla="*/ 18225 h 944910"/>
              <a:gd name="connsiteX58" fmla="*/ 237788 w 945099"/>
              <a:gd name="connsiteY58" fmla="*/ 272610 h 944910"/>
              <a:gd name="connsiteX59" fmla="*/ 234998 w 945099"/>
              <a:gd name="connsiteY59" fmla="*/ 292410 h 944910"/>
              <a:gd name="connsiteX60" fmla="*/ 28358 w 945099"/>
              <a:gd name="connsiteY60" fmla="*/ 292410 h 944910"/>
              <a:gd name="connsiteX61" fmla="*/ 316988 w 945099"/>
              <a:gd name="connsiteY61" fmla="*/ 19890 h 944910"/>
              <a:gd name="connsiteX62" fmla="*/ 450098 w 945099"/>
              <a:gd name="connsiteY62" fmla="*/ 0 h 944910"/>
              <a:gd name="connsiteX63" fmla="*/ 594728 w 945099"/>
              <a:gd name="connsiteY63" fmla="*/ 278235 h 944910"/>
              <a:gd name="connsiteX64" fmla="*/ 596798 w 945099"/>
              <a:gd name="connsiteY64" fmla="*/ 292410 h 944910"/>
              <a:gd name="connsiteX65" fmla="*/ 303398 w 945099"/>
              <a:gd name="connsiteY65" fmla="*/ 292410 h 944910"/>
              <a:gd name="connsiteX66" fmla="*/ 450098 w 945099"/>
              <a:gd name="connsiteY66" fmla="*/ 0 h 94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945099" h="944910">
                <a:moveTo>
                  <a:pt x="310778" y="652410"/>
                </a:moveTo>
                <a:lnTo>
                  <a:pt x="405098" y="652410"/>
                </a:lnTo>
                <a:lnTo>
                  <a:pt x="405098" y="652455"/>
                </a:lnTo>
                <a:lnTo>
                  <a:pt x="405098" y="764955"/>
                </a:lnTo>
                <a:cubicBezTo>
                  <a:pt x="405098" y="814662"/>
                  <a:pt x="445391" y="854955"/>
                  <a:pt x="495098" y="854955"/>
                </a:cubicBezTo>
                <a:lnTo>
                  <a:pt x="515303" y="854955"/>
                </a:lnTo>
                <a:cubicBezTo>
                  <a:pt x="494738" y="883800"/>
                  <a:pt x="472373" y="899910"/>
                  <a:pt x="450098" y="899910"/>
                </a:cubicBezTo>
                <a:cubicBezTo>
                  <a:pt x="396233" y="899910"/>
                  <a:pt x="342098" y="805635"/>
                  <a:pt x="313388" y="665685"/>
                </a:cubicBezTo>
                <a:close/>
                <a:moveTo>
                  <a:pt x="241838" y="652410"/>
                </a:moveTo>
                <a:lnTo>
                  <a:pt x="241838" y="652455"/>
                </a:lnTo>
                <a:cubicBezTo>
                  <a:pt x="258218" y="746145"/>
                  <a:pt x="286028" y="825840"/>
                  <a:pt x="322478" y="881640"/>
                </a:cubicBezTo>
                <a:cubicBezTo>
                  <a:pt x="208067" y="847683"/>
                  <a:pt x="111763" y="769793"/>
                  <a:pt x="54638" y="665010"/>
                </a:cubicBezTo>
                <a:lnTo>
                  <a:pt x="48068" y="652455"/>
                </a:lnTo>
                <a:close/>
                <a:moveTo>
                  <a:pt x="495099" y="494910"/>
                </a:moveTo>
                <a:lnTo>
                  <a:pt x="900099" y="494910"/>
                </a:lnTo>
                <a:cubicBezTo>
                  <a:pt x="924952" y="494910"/>
                  <a:pt x="945099" y="515056"/>
                  <a:pt x="945099" y="539910"/>
                </a:cubicBezTo>
                <a:lnTo>
                  <a:pt x="945099" y="764910"/>
                </a:lnTo>
                <a:cubicBezTo>
                  <a:pt x="945099" y="789763"/>
                  <a:pt x="924952" y="809910"/>
                  <a:pt x="900099" y="809910"/>
                </a:cubicBezTo>
                <a:lnTo>
                  <a:pt x="765099" y="809910"/>
                </a:lnTo>
                <a:lnTo>
                  <a:pt x="765099" y="899910"/>
                </a:lnTo>
                <a:lnTo>
                  <a:pt x="787599" y="899910"/>
                </a:lnTo>
                <a:cubicBezTo>
                  <a:pt x="800024" y="899910"/>
                  <a:pt x="810099" y="909986"/>
                  <a:pt x="810099" y="922410"/>
                </a:cubicBezTo>
                <a:cubicBezTo>
                  <a:pt x="810099" y="934835"/>
                  <a:pt x="800024" y="944910"/>
                  <a:pt x="787599" y="944910"/>
                </a:cubicBezTo>
                <a:lnTo>
                  <a:pt x="607599" y="944910"/>
                </a:lnTo>
                <a:cubicBezTo>
                  <a:pt x="595175" y="944910"/>
                  <a:pt x="585099" y="934835"/>
                  <a:pt x="585099" y="922410"/>
                </a:cubicBezTo>
                <a:cubicBezTo>
                  <a:pt x="585099" y="909986"/>
                  <a:pt x="595175" y="899910"/>
                  <a:pt x="607599" y="899910"/>
                </a:cubicBezTo>
                <a:lnTo>
                  <a:pt x="630099" y="899910"/>
                </a:lnTo>
                <a:lnTo>
                  <a:pt x="630099" y="809910"/>
                </a:lnTo>
                <a:lnTo>
                  <a:pt x="495099" y="809910"/>
                </a:lnTo>
                <a:cubicBezTo>
                  <a:pt x="470245" y="809910"/>
                  <a:pt x="450099" y="789763"/>
                  <a:pt x="450099" y="764910"/>
                </a:cubicBezTo>
                <a:lnTo>
                  <a:pt x="450099" y="539910"/>
                </a:lnTo>
                <a:cubicBezTo>
                  <a:pt x="450099" y="515056"/>
                  <a:pt x="470245" y="494910"/>
                  <a:pt x="495099" y="494910"/>
                </a:cubicBezTo>
                <a:close/>
                <a:moveTo>
                  <a:pt x="672038" y="359910"/>
                </a:moveTo>
                <a:lnTo>
                  <a:pt x="891188" y="359910"/>
                </a:lnTo>
                <a:cubicBezTo>
                  <a:pt x="897038" y="388935"/>
                  <a:pt x="900188" y="419040"/>
                  <a:pt x="900188" y="449865"/>
                </a:cubicBezTo>
                <a:lnTo>
                  <a:pt x="900188" y="449910"/>
                </a:lnTo>
                <a:lnTo>
                  <a:pt x="675188" y="449910"/>
                </a:lnTo>
                <a:cubicBezTo>
                  <a:pt x="675188" y="429480"/>
                  <a:pt x="674693" y="409320"/>
                  <a:pt x="673748" y="389475"/>
                </a:cubicBezTo>
                <a:close/>
                <a:moveTo>
                  <a:pt x="296018" y="359910"/>
                </a:moveTo>
                <a:lnTo>
                  <a:pt x="604223" y="359910"/>
                </a:lnTo>
                <a:cubicBezTo>
                  <a:pt x="606473" y="388980"/>
                  <a:pt x="607688" y="419040"/>
                  <a:pt x="607688" y="449910"/>
                </a:cubicBezTo>
                <a:lnTo>
                  <a:pt x="495098" y="449910"/>
                </a:lnTo>
                <a:cubicBezTo>
                  <a:pt x="445391" y="449910"/>
                  <a:pt x="405098" y="490203"/>
                  <a:pt x="405098" y="539910"/>
                </a:cubicBezTo>
                <a:lnTo>
                  <a:pt x="405098" y="584910"/>
                </a:lnTo>
                <a:lnTo>
                  <a:pt x="300428" y="584910"/>
                </a:lnTo>
                <a:cubicBezTo>
                  <a:pt x="292563" y="517532"/>
                  <a:pt x="290576" y="449595"/>
                  <a:pt x="294488" y="381870"/>
                </a:cubicBezTo>
                <a:close/>
                <a:moveTo>
                  <a:pt x="9053" y="359910"/>
                </a:moveTo>
                <a:lnTo>
                  <a:pt x="228203" y="359910"/>
                </a:lnTo>
                <a:cubicBezTo>
                  <a:pt x="223511" y="426150"/>
                  <a:pt x="224022" y="492651"/>
                  <a:pt x="229733" y="558810"/>
                </a:cubicBezTo>
                <a:lnTo>
                  <a:pt x="232298" y="584910"/>
                </a:lnTo>
                <a:lnTo>
                  <a:pt x="20618" y="584910"/>
                </a:lnTo>
                <a:cubicBezTo>
                  <a:pt x="-2161" y="512086"/>
                  <a:pt x="-6140" y="434687"/>
                  <a:pt x="9053" y="359910"/>
                </a:cubicBezTo>
                <a:close/>
                <a:moveTo>
                  <a:pt x="577718" y="18225"/>
                </a:moveTo>
                <a:cubicBezTo>
                  <a:pt x="713312" y="58470"/>
                  <a:pt x="822190" y="159968"/>
                  <a:pt x="871838" y="292410"/>
                </a:cubicBezTo>
                <a:lnTo>
                  <a:pt x="665243" y="292410"/>
                </a:lnTo>
                <a:cubicBezTo>
                  <a:pt x="651068" y="183690"/>
                  <a:pt x="622178" y="90225"/>
                  <a:pt x="582578" y="25875"/>
                </a:cubicBezTo>
                <a:close/>
                <a:moveTo>
                  <a:pt x="322478" y="18225"/>
                </a:moveTo>
                <a:lnTo>
                  <a:pt x="322523" y="18225"/>
                </a:lnTo>
                <a:cubicBezTo>
                  <a:pt x="282878" y="78930"/>
                  <a:pt x="253403" y="168030"/>
                  <a:pt x="237788" y="272610"/>
                </a:cubicBezTo>
                <a:lnTo>
                  <a:pt x="234998" y="292410"/>
                </a:lnTo>
                <a:lnTo>
                  <a:pt x="28358" y="292410"/>
                </a:lnTo>
                <a:cubicBezTo>
                  <a:pt x="77302" y="161860"/>
                  <a:pt x="183844" y="61264"/>
                  <a:pt x="316988" y="19890"/>
                </a:cubicBezTo>
                <a:close/>
                <a:moveTo>
                  <a:pt x="450098" y="0"/>
                </a:moveTo>
                <a:cubicBezTo>
                  <a:pt x="509498" y="0"/>
                  <a:pt x="569168" y="114390"/>
                  <a:pt x="594728" y="278235"/>
                </a:cubicBezTo>
                <a:lnTo>
                  <a:pt x="596798" y="292410"/>
                </a:lnTo>
                <a:lnTo>
                  <a:pt x="303398" y="292410"/>
                </a:lnTo>
                <a:cubicBezTo>
                  <a:pt x="327653" y="121005"/>
                  <a:pt x="389078" y="0"/>
                  <a:pt x="450098" y="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Graphic 7">
            <a:extLst>
              <a:ext uri="{FF2B5EF4-FFF2-40B4-BE49-F238E27FC236}">
                <a16:creationId xmlns:a16="http://schemas.microsoft.com/office/drawing/2014/main" id="{340BDFDF-AA85-EA57-30F9-EB53962415DE}"/>
              </a:ext>
            </a:extLst>
          </p:cNvPr>
          <p:cNvSpPr/>
          <p:nvPr/>
        </p:nvSpPr>
        <p:spPr>
          <a:xfrm>
            <a:off x="3249360" y="5337706"/>
            <a:ext cx="464055" cy="354287"/>
          </a:xfrm>
          <a:custGeom>
            <a:avLst/>
            <a:gdLst>
              <a:gd name="connsiteX0" fmla="*/ 438750 w 899971"/>
              <a:gd name="connsiteY0" fmla="*/ 0 h 687091"/>
              <a:gd name="connsiteX1" fmla="*/ 183915 w 899971"/>
              <a:gd name="connsiteY1" fmla="*/ 213750 h 687091"/>
              <a:gd name="connsiteX2" fmla="*/ 180000 w 899971"/>
              <a:gd name="connsiteY2" fmla="*/ 213750 h 687091"/>
              <a:gd name="connsiteX3" fmla="*/ 0 w 899971"/>
              <a:gd name="connsiteY3" fmla="*/ 393750 h 687091"/>
              <a:gd name="connsiteX4" fmla="*/ 180000 w 899971"/>
              <a:gd name="connsiteY4" fmla="*/ 573750 h 687091"/>
              <a:gd name="connsiteX5" fmla="*/ 322560 w 899971"/>
              <a:gd name="connsiteY5" fmla="*/ 573750 h 687091"/>
              <a:gd name="connsiteX6" fmla="*/ 338085 w 899971"/>
              <a:gd name="connsiteY6" fmla="*/ 484335 h 687091"/>
              <a:gd name="connsiteX7" fmla="*/ 450585 w 899971"/>
              <a:gd name="connsiteY7" fmla="*/ 371835 h 687091"/>
              <a:gd name="connsiteX8" fmla="*/ 561956 w 899971"/>
              <a:gd name="connsiteY8" fmla="*/ 371799 h 687091"/>
              <a:gd name="connsiteX9" fmla="*/ 577440 w 899971"/>
              <a:gd name="connsiteY9" fmla="*/ 461250 h 687091"/>
              <a:gd name="connsiteX10" fmla="*/ 682560 w 899971"/>
              <a:gd name="connsiteY10" fmla="*/ 461250 h 687091"/>
              <a:gd name="connsiteX11" fmla="*/ 719838 w 899971"/>
              <a:gd name="connsiteY11" fmla="*/ 356306 h 687091"/>
              <a:gd name="connsiteX12" fmla="*/ 809460 w 899971"/>
              <a:gd name="connsiteY12" fmla="*/ 371835 h 687091"/>
              <a:gd name="connsiteX13" fmla="*/ 872730 w 899971"/>
              <a:gd name="connsiteY13" fmla="*/ 435105 h 687091"/>
              <a:gd name="connsiteX14" fmla="*/ 738900 w 899971"/>
              <a:gd name="connsiteY14" fmla="*/ 218565 h 687091"/>
              <a:gd name="connsiteX15" fmla="*/ 697500 w 899971"/>
              <a:gd name="connsiteY15" fmla="*/ 213750 h 687091"/>
              <a:gd name="connsiteX16" fmla="*/ 693585 w 899971"/>
              <a:gd name="connsiteY16" fmla="*/ 213750 h 687091"/>
              <a:gd name="connsiteX17" fmla="*/ 438750 w 899971"/>
              <a:gd name="connsiteY17" fmla="*/ 0 h 687091"/>
              <a:gd name="connsiteX18" fmla="*/ 530100 w 899971"/>
              <a:gd name="connsiteY18" fmla="*/ 451350 h 687091"/>
              <a:gd name="connsiteX19" fmla="*/ 531783 w 899971"/>
              <a:gd name="connsiteY19" fmla="*/ 403650 h 687091"/>
              <a:gd name="connsiteX20" fmla="*/ 484083 w 899971"/>
              <a:gd name="connsiteY20" fmla="*/ 401967 h 687091"/>
              <a:gd name="connsiteX21" fmla="*/ 482400 w 899971"/>
              <a:gd name="connsiteY21" fmla="*/ 403650 h 687091"/>
              <a:gd name="connsiteX22" fmla="*/ 369900 w 899971"/>
              <a:gd name="connsiteY22" fmla="*/ 516150 h 687091"/>
              <a:gd name="connsiteX23" fmla="*/ 369900 w 899971"/>
              <a:gd name="connsiteY23" fmla="*/ 563850 h 687091"/>
              <a:gd name="connsiteX24" fmla="*/ 482400 w 899971"/>
              <a:gd name="connsiteY24" fmla="*/ 676350 h 687091"/>
              <a:gd name="connsiteX25" fmla="*/ 530100 w 899971"/>
              <a:gd name="connsiteY25" fmla="*/ 678033 h 687091"/>
              <a:gd name="connsiteX26" fmla="*/ 531783 w 899971"/>
              <a:gd name="connsiteY26" fmla="*/ 630333 h 687091"/>
              <a:gd name="connsiteX27" fmla="*/ 530100 w 899971"/>
              <a:gd name="connsiteY27" fmla="*/ 628650 h 687091"/>
              <a:gd name="connsiteX28" fmla="*/ 475200 w 899971"/>
              <a:gd name="connsiteY28" fmla="*/ 573750 h 687091"/>
              <a:gd name="connsiteX29" fmla="*/ 784800 w 899971"/>
              <a:gd name="connsiteY29" fmla="*/ 573750 h 687091"/>
              <a:gd name="connsiteX30" fmla="*/ 729900 w 899971"/>
              <a:gd name="connsiteY30" fmla="*/ 628650 h 687091"/>
              <a:gd name="connsiteX31" fmla="*/ 728217 w 899971"/>
              <a:gd name="connsiteY31" fmla="*/ 676350 h 687091"/>
              <a:gd name="connsiteX32" fmla="*/ 775917 w 899971"/>
              <a:gd name="connsiteY32" fmla="*/ 678033 h 687091"/>
              <a:gd name="connsiteX33" fmla="*/ 777600 w 899971"/>
              <a:gd name="connsiteY33" fmla="*/ 676350 h 687091"/>
              <a:gd name="connsiteX34" fmla="*/ 890100 w 899971"/>
              <a:gd name="connsiteY34" fmla="*/ 563850 h 687091"/>
              <a:gd name="connsiteX35" fmla="*/ 890100 w 899971"/>
              <a:gd name="connsiteY35" fmla="*/ 516150 h 687091"/>
              <a:gd name="connsiteX36" fmla="*/ 777600 w 899971"/>
              <a:gd name="connsiteY36" fmla="*/ 403650 h 687091"/>
              <a:gd name="connsiteX37" fmla="*/ 729900 w 899971"/>
              <a:gd name="connsiteY37" fmla="*/ 401967 h 687091"/>
              <a:gd name="connsiteX38" fmla="*/ 728217 w 899971"/>
              <a:gd name="connsiteY38" fmla="*/ 449667 h 687091"/>
              <a:gd name="connsiteX39" fmla="*/ 729900 w 899971"/>
              <a:gd name="connsiteY39" fmla="*/ 451350 h 687091"/>
              <a:gd name="connsiteX40" fmla="*/ 784800 w 899971"/>
              <a:gd name="connsiteY40" fmla="*/ 506250 h 687091"/>
              <a:gd name="connsiteX41" fmla="*/ 475200 w 899971"/>
              <a:gd name="connsiteY41" fmla="*/ 506250 h 687091"/>
              <a:gd name="connsiteX42" fmla="*/ 530100 w 899971"/>
              <a:gd name="connsiteY42" fmla="*/ 451350 h 68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9971" h="687091">
                <a:moveTo>
                  <a:pt x="438750" y="0"/>
                </a:moveTo>
                <a:cubicBezTo>
                  <a:pt x="313209" y="23"/>
                  <a:pt x="205784" y="90129"/>
                  <a:pt x="183915" y="213750"/>
                </a:cubicBezTo>
                <a:lnTo>
                  <a:pt x="180000" y="213750"/>
                </a:lnTo>
                <a:cubicBezTo>
                  <a:pt x="80589" y="213750"/>
                  <a:pt x="0" y="294341"/>
                  <a:pt x="0" y="393750"/>
                </a:cubicBezTo>
                <a:cubicBezTo>
                  <a:pt x="0" y="493160"/>
                  <a:pt x="80589" y="573750"/>
                  <a:pt x="180000" y="573750"/>
                </a:cubicBezTo>
                <a:lnTo>
                  <a:pt x="322560" y="573750"/>
                </a:lnTo>
                <a:cubicBezTo>
                  <a:pt x="308314" y="543659"/>
                  <a:pt x="314530" y="507861"/>
                  <a:pt x="338085" y="484335"/>
                </a:cubicBezTo>
                <a:lnTo>
                  <a:pt x="450585" y="371835"/>
                </a:lnTo>
                <a:cubicBezTo>
                  <a:pt x="481329" y="341073"/>
                  <a:pt x="531189" y="341055"/>
                  <a:pt x="561956" y="371799"/>
                </a:cubicBezTo>
                <a:cubicBezTo>
                  <a:pt x="585513" y="395339"/>
                  <a:pt x="591714" y="431159"/>
                  <a:pt x="577440" y="461250"/>
                </a:cubicBezTo>
                <a:lnTo>
                  <a:pt x="682560" y="461250"/>
                </a:lnTo>
                <a:cubicBezTo>
                  <a:pt x="663872" y="421979"/>
                  <a:pt x="680562" y="374990"/>
                  <a:pt x="719838" y="356306"/>
                </a:cubicBezTo>
                <a:cubicBezTo>
                  <a:pt x="749984" y="341960"/>
                  <a:pt x="785898" y="348183"/>
                  <a:pt x="809460" y="371835"/>
                </a:cubicBezTo>
                <a:lnTo>
                  <a:pt x="872730" y="435105"/>
                </a:lnTo>
                <a:cubicBezTo>
                  <a:pt x="895568" y="338355"/>
                  <a:pt x="835650" y="241405"/>
                  <a:pt x="738900" y="218565"/>
                </a:cubicBezTo>
                <a:cubicBezTo>
                  <a:pt x="725333" y="215362"/>
                  <a:pt x="711441" y="213746"/>
                  <a:pt x="697500" y="213750"/>
                </a:cubicBezTo>
                <a:lnTo>
                  <a:pt x="693585" y="213750"/>
                </a:lnTo>
                <a:cubicBezTo>
                  <a:pt x="671715" y="90129"/>
                  <a:pt x="564291" y="23"/>
                  <a:pt x="438750" y="0"/>
                </a:cubicBezTo>
                <a:close/>
                <a:moveTo>
                  <a:pt x="530100" y="451350"/>
                </a:moveTo>
                <a:cubicBezTo>
                  <a:pt x="543735" y="438642"/>
                  <a:pt x="544491" y="417285"/>
                  <a:pt x="531783" y="403650"/>
                </a:cubicBezTo>
                <a:cubicBezTo>
                  <a:pt x="519075" y="390015"/>
                  <a:pt x="497723" y="389259"/>
                  <a:pt x="484083" y="401967"/>
                </a:cubicBezTo>
                <a:cubicBezTo>
                  <a:pt x="483503" y="402507"/>
                  <a:pt x="482940" y="403070"/>
                  <a:pt x="482400" y="403650"/>
                </a:cubicBezTo>
                <a:lnTo>
                  <a:pt x="369900" y="516150"/>
                </a:lnTo>
                <a:cubicBezTo>
                  <a:pt x="356740" y="529326"/>
                  <a:pt x="356740" y="550674"/>
                  <a:pt x="369900" y="563850"/>
                </a:cubicBezTo>
                <a:lnTo>
                  <a:pt x="482400" y="676350"/>
                </a:lnTo>
                <a:cubicBezTo>
                  <a:pt x="495108" y="689985"/>
                  <a:pt x="516465" y="690741"/>
                  <a:pt x="530100" y="678033"/>
                </a:cubicBezTo>
                <a:cubicBezTo>
                  <a:pt x="543735" y="665325"/>
                  <a:pt x="544491" y="643972"/>
                  <a:pt x="531783" y="630333"/>
                </a:cubicBezTo>
                <a:cubicBezTo>
                  <a:pt x="531243" y="629752"/>
                  <a:pt x="530681" y="629190"/>
                  <a:pt x="530100" y="628650"/>
                </a:cubicBezTo>
                <a:lnTo>
                  <a:pt x="475200" y="573750"/>
                </a:lnTo>
                <a:lnTo>
                  <a:pt x="784800" y="573750"/>
                </a:lnTo>
                <a:lnTo>
                  <a:pt x="729900" y="628650"/>
                </a:lnTo>
                <a:cubicBezTo>
                  <a:pt x="716265" y="641358"/>
                  <a:pt x="715509" y="662715"/>
                  <a:pt x="728217" y="676350"/>
                </a:cubicBezTo>
                <a:cubicBezTo>
                  <a:pt x="740925" y="689985"/>
                  <a:pt x="762278" y="690741"/>
                  <a:pt x="775917" y="678033"/>
                </a:cubicBezTo>
                <a:cubicBezTo>
                  <a:pt x="776498" y="677493"/>
                  <a:pt x="777060" y="676931"/>
                  <a:pt x="777600" y="676350"/>
                </a:cubicBezTo>
                <a:lnTo>
                  <a:pt x="890100" y="563850"/>
                </a:lnTo>
                <a:cubicBezTo>
                  <a:pt x="903263" y="550674"/>
                  <a:pt x="903263" y="529326"/>
                  <a:pt x="890100" y="516150"/>
                </a:cubicBezTo>
                <a:lnTo>
                  <a:pt x="777600" y="403650"/>
                </a:lnTo>
                <a:cubicBezTo>
                  <a:pt x="764892" y="390015"/>
                  <a:pt x="743535" y="389259"/>
                  <a:pt x="729900" y="401967"/>
                </a:cubicBezTo>
                <a:cubicBezTo>
                  <a:pt x="716265" y="414675"/>
                  <a:pt x="715509" y="436028"/>
                  <a:pt x="728217" y="449667"/>
                </a:cubicBezTo>
                <a:cubicBezTo>
                  <a:pt x="728757" y="450248"/>
                  <a:pt x="729320" y="450810"/>
                  <a:pt x="729900" y="451350"/>
                </a:cubicBezTo>
                <a:lnTo>
                  <a:pt x="784800" y="506250"/>
                </a:lnTo>
                <a:lnTo>
                  <a:pt x="475200" y="506250"/>
                </a:lnTo>
                <a:lnTo>
                  <a:pt x="530100" y="451350"/>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414149038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Security</a:t>
            </a:r>
          </a:p>
        </p:txBody>
      </p:sp>
      <p:sp>
        <p:nvSpPr>
          <p:cNvPr id="11" name="Graphic 3">
            <a:extLst>
              <a:ext uri="{FF2B5EF4-FFF2-40B4-BE49-F238E27FC236}">
                <a16:creationId xmlns:a16="http://schemas.microsoft.com/office/drawing/2014/main" id="{B0B6F71B-81D0-ADD8-04D3-0FACA3462AE9}"/>
              </a:ext>
            </a:extLst>
          </p:cNvPr>
          <p:cNvSpPr/>
          <p:nvPr/>
        </p:nvSpPr>
        <p:spPr>
          <a:xfrm>
            <a:off x="5702471" y="2726913"/>
            <a:ext cx="900000" cy="944999"/>
          </a:xfrm>
          <a:custGeom>
            <a:avLst/>
            <a:gdLst>
              <a:gd name="connsiteX0" fmla="*/ 0 w 900000"/>
              <a:gd name="connsiteY0" fmla="*/ 168750 h 944999"/>
              <a:gd name="connsiteX1" fmla="*/ 33750 w 900000"/>
              <a:gd name="connsiteY1" fmla="*/ 135000 h 944999"/>
              <a:gd name="connsiteX2" fmla="*/ 384750 w 900000"/>
              <a:gd name="connsiteY2" fmla="*/ 6750 h 944999"/>
              <a:gd name="connsiteX3" fmla="*/ 425250 w 900000"/>
              <a:gd name="connsiteY3" fmla="*/ 6750 h 944999"/>
              <a:gd name="connsiteX4" fmla="*/ 776250 w 900000"/>
              <a:gd name="connsiteY4" fmla="*/ 135000 h 944999"/>
              <a:gd name="connsiteX5" fmla="*/ 810000 w 900000"/>
              <a:gd name="connsiteY5" fmla="*/ 168750 h 944999"/>
              <a:gd name="connsiteX6" fmla="*/ 810000 w 900000"/>
              <a:gd name="connsiteY6" fmla="*/ 405000 h 944999"/>
              <a:gd name="connsiteX7" fmla="*/ 808200 w 900000"/>
              <a:gd name="connsiteY7" fmla="*/ 449820 h 944999"/>
              <a:gd name="connsiteX8" fmla="*/ 404838 w 900000"/>
              <a:gd name="connsiteY8" fmla="*/ 541530 h 944999"/>
              <a:gd name="connsiteX9" fmla="*/ 433350 w 900000"/>
              <a:gd name="connsiteY9" fmla="*/ 891225 h 944999"/>
              <a:gd name="connsiteX10" fmla="*/ 417375 w 900000"/>
              <a:gd name="connsiteY10" fmla="*/ 897660 h 944999"/>
              <a:gd name="connsiteX11" fmla="*/ 392625 w 900000"/>
              <a:gd name="connsiteY11" fmla="*/ 897660 h 944999"/>
              <a:gd name="connsiteX12" fmla="*/ 0 w 900000"/>
              <a:gd name="connsiteY12" fmla="*/ 405000 h 944999"/>
              <a:gd name="connsiteX13" fmla="*/ 0 w 900000"/>
              <a:gd name="connsiteY13" fmla="*/ 168750 h 944999"/>
              <a:gd name="connsiteX14" fmla="*/ 900000 w 900000"/>
              <a:gd name="connsiteY14" fmla="*/ 697500 h 944999"/>
              <a:gd name="connsiteX15" fmla="*/ 652500 w 900000"/>
              <a:gd name="connsiteY15" fmla="*/ 450000 h 944999"/>
              <a:gd name="connsiteX16" fmla="*/ 405000 w 900000"/>
              <a:gd name="connsiteY16" fmla="*/ 697500 h 944999"/>
              <a:gd name="connsiteX17" fmla="*/ 652500 w 900000"/>
              <a:gd name="connsiteY17" fmla="*/ 945000 h 944999"/>
              <a:gd name="connsiteX18" fmla="*/ 900000 w 900000"/>
              <a:gd name="connsiteY18" fmla="*/ 697500 h 944999"/>
              <a:gd name="connsiteX19" fmla="*/ 803430 w 900000"/>
              <a:gd name="connsiteY19" fmla="*/ 591570 h 944999"/>
              <a:gd name="connsiteX20" fmla="*/ 803471 w 900000"/>
              <a:gd name="connsiteY20" fmla="*/ 623390 h 944999"/>
              <a:gd name="connsiteX21" fmla="*/ 803430 w 900000"/>
              <a:gd name="connsiteY21" fmla="*/ 623430 h 944999"/>
              <a:gd name="connsiteX22" fmla="*/ 623430 w 900000"/>
              <a:gd name="connsiteY22" fmla="*/ 803430 h 944999"/>
              <a:gd name="connsiteX23" fmla="*/ 591611 w 900000"/>
              <a:gd name="connsiteY23" fmla="*/ 803471 h 944999"/>
              <a:gd name="connsiteX24" fmla="*/ 591570 w 900000"/>
              <a:gd name="connsiteY24" fmla="*/ 803430 h 944999"/>
              <a:gd name="connsiteX25" fmla="*/ 501570 w 900000"/>
              <a:gd name="connsiteY25" fmla="*/ 713430 h 944999"/>
              <a:gd name="connsiteX26" fmla="*/ 501570 w 900000"/>
              <a:gd name="connsiteY26" fmla="*/ 681570 h 944999"/>
              <a:gd name="connsiteX27" fmla="*/ 533430 w 900000"/>
              <a:gd name="connsiteY27" fmla="*/ 681570 h 944999"/>
              <a:gd name="connsiteX28" fmla="*/ 607500 w 900000"/>
              <a:gd name="connsiteY28" fmla="*/ 755685 h 944999"/>
              <a:gd name="connsiteX29" fmla="*/ 771570 w 900000"/>
              <a:gd name="connsiteY29" fmla="*/ 591570 h 944999"/>
              <a:gd name="connsiteX30" fmla="*/ 803390 w 900000"/>
              <a:gd name="connsiteY30" fmla="*/ 591530 h 944999"/>
              <a:gd name="connsiteX31" fmla="*/ 803430 w 900000"/>
              <a:gd name="connsiteY31" fmla="*/ 591570 h 94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0000" h="944999">
                <a:moveTo>
                  <a:pt x="0" y="168750"/>
                </a:moveTo>
                <a:cubicBezTo>
                  <a:pt x="0" y="150111"/>
                  <a:pt x="15111" y="135000"/>
                  <a:pt x="33750" y="135000"/>
                </a:cubicBezTo>
                <a:cubicBezTo>
                  <a:pt x="153585" y="135000"/>
                  <a:pt x="270360" y="92565"/>
                  <a:pt x="384750" y="6750"/>
                </a:cubicBezTo>
                <a:cubicBezTo>
                  <a:pt x="396752" y="-2250"/>
                  <a:pt x="413249" y="-2250"/>
                  <a:pt x="425250" y="6750"/>
                </a:cubicBezTo>
                <a:cubicBezTo>
                  <a:pt x="539640" y="92565"/>
                  <a:pt x="656415" y="135000"/>
                  <a:pt x="776250" y="135000"/>
                </a:cubicBezTo>
                <a:cubicBezTo>
                  <a:pt x="794889" y="135000"/>
                  <a:pt x="810000" y="150111"/>
                  <a:pt x="810000" y="168750"/>
                </a:cubicBezTo>
                <a:lnTo>
                  <a:pt x="810000" y="405000"/>
                </a:lnTo>
                <a:cubicBezTo>
                  <a:pt x="810000" y="420210"/>
                  <a:pt x="809370" y="435150"/>
                  <a:pt x="808200" y="449820"/>
                </a:cubicBezTo>
                <a:cubicBezTo>
                  <a:pt x="671490" y="363758"/>
                  <a:pt x="490896" y="404820"/>
                  <a:pt x="404838" y="541530"/>
                </a:cubicBezTo>
                <a:cubicBezTo>
                  <a:pt x="335615" y="651488"/>
                  <a:pt x="347229" y="793931"/>
                  <a:pt x="433350" y="891225"/>
                </a:cubicBezTo>
                <a:lnTo>
                  <a:pt x="417375" y="897660"/>
                </a:lnTo>
                <a:cubicBezTo>
                  <a:pt x="409424" y="900792"/>
                  <a:pt x="400577" y="900792"/>
                  <a:pt x="392625" y="897660"/>
                </a:cubicBezTo>
                <a:cubicBezTo>
                  <a:pt x="133110" y="795420"/>
                  <a:pt x="0" y="630000"/>
                  <a:pt x="0" y="405000"/>
                </a:cubicBezTo>
                <a:lnTo>
                  <a:pt x="0" y="168750"/>
                </a:lnTo>
                <a:close/>
                <a:moveTo>
                  <a:pt x="900000" y="697500"/>
                </a:moveTo>
                <a:cubicBezTo>
                  <a:pt x="900000" y="560808"/>
                  <a:pt x="789192" y="450000"/>
                  <a:pt x="652500" y="450000"/>
                </a:cubicBezTo>
                <a:cubicBezTo>
                  <a:pt x="515808" y="450000"/>
                  <a:pt x="405000" y="560808"/>
                  <a:pt x="405000" y="697500"/>
                </a:cubicBezTo>
                <a:cubicBezTo>
                  <a:pt x="405000" y="834192"/>
                  <a:pt x="515808" y="945000"/>
                  <a:pt x="652500" y="945000"/>
                </a:cubicBezTo>
                <a:cubicBezTo>
                  <a:pt x="789192" y="945000"/>
                  <a:pt x="900000" y="834192"/>
                  <a:pt x="900000" y="697500"/>
                </a:cubicBezTo>
                <a:close/>
                <a:moveTo>
                  <a:pt x="803430" y="591570"/>
                </a:moveTo>
                <a:cubicBezTo>
                  <a:pt x="812228" y="600345"/>
                  <a:pt x="812246" y="614592"/>
                  <a:pt x="803471" y="623390"/>
                </a:cubicBezTo>
                <a:cubicBezTo>
                  <a:pt x="803457" y="623403"/>
                  <a:pt x="803444" y="623417"/>
                  <a:pt x="803430" y="623430"/>
                </a:cubicBezTo>
                <a:lnTo>
                  <a:pt x="623430" y="803430"/>
                </a:lnTo>
                <a:cubicBezTo>
                  <a:pt x="614655" y="812228"/>
                  <a:pt x="600408" y="812246"/>
                  <a:pt x="591611" y="803471"/>
                </a:cubicBezTo>
                <a:cubicBezTo>
                  <a:pt x="591597" y="803457"/>
                  <a:pt x="591584" y="803444"/>
                  <a:pt x="591570" y="803430"/>
                </a:cubicBezTo>
                <a:lnTo>
                  <a:pt x="501570" y="713430"/>
                </a:lnTo>
                <a:cubicBezTo>
                  <a:pt x="492772" y="704633"/>
                  <a:pt x="492772" y="690367"/>
                  <a:pt x="501570" y="681570"/>
                </a:cubicBezTo>
                <a:cubicBezTo>
                  <a:pt x="510368" y="672773"/>
                  <a:pt x="524633" y="672773"/>
                  <a:pt x="533430" y="681570"/>
                </a:cubicBezTo>
                <a:lnTo>
                  <a:pt x="607500" y="755685"/>
                </a:lnTo>
                <a:lnTo>
                  <a:pt x="771570" y="591570"/>
                </a:lnTo>
                <a:cubicBezTo>
                  <a:pt x="780345" y="582773"/>
                  <a:pt x="794592" y="582755"/>
                  <a:pt x="803390" y="591530"/>
                </a:cubicBezTo>
                <a:cubicBezTo>
                  <a:pt x="803403" y="591543"/>
                  <a:pt x="803417" y="591557"/>
                  <a:pt x="803430" y="59157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 name="Graphic 5">
            <a:extLst>
              <a:ext uri="{FF2B5EF4-FFF2-40B4-BE49-F238E27FC236}">
                <a16:creationId xmlns:a16="http://schemas.microsoft.com/office/drawing/2014/main" id="{283C7AAE-9F49-E4A5-BFB0-3C1C3DAD9B27}"/>
              </a:ext>
            </a:extLst>
          </p:cNvPr>
          <p:cNvSpPr/>
          <p:nvPr/>
        </p:nvSpPr>
        <p:spPr>
          <a:xfrm>
            <a:off x="1906737" y="2726913"/>
            <a:ext cx="810000" cy="900008"/>
          </a:xfrm>
          <a:custGeom>
            <a:avLst/>
            <a:gdLst>
              <a:gd name="connsiteX0" fmla="*/ 0 w 810000"/>
              <a:gd name="connsiteY0" fmla="*/ 168750 h 900008"/>
              <a:gd name="connsiteX1" fmla="*/ 0 w 810000"/>
              <a:gd name="connsiteY1" fmla="*/ 405000 h 900008"/>
              <a:gd name="connsiteX2" fmla="*/ 392625 w 810000"/>
              <a:gd name="connsiteY2" fmla="*/ 897660 h 900008"/>
              <a:gd name="connsiteX3" fmla="*/ 417375 w 810000"/>
              <a:gd name="connsiteY3" fmla="*/ 897660 h 900008"/>
              <a:gd name="connsiteX4" fmla="*/ 810000 w 810000"/>
              <a:gd name="connsiteY4" fmla="*/ 405000 h 900008"/>
              <a:gd name="connsiteX5" fmla="*/ 810000 w 810000"/>
              <a:gd name="connsiteY5" fmla="*/ 168750 h 900008"/>
              <a:gd name="connsiteX6" fmla="*/ 776250 w 810000"/>
              <a:gd name="connsiteY6" fmla="*/ 135000 h 900008"/>
              <a:gd name="connsiteX7" fmla="*/ 425250 w 810000"/>
              <a:gd name="connsiteY7" fmla="*/ 6750 h 900008"/>
              <a:gd name="connsiteX8" fmla="*/ 384750 w 810000"/>
              <a:gd name="connsiteY8" fmla="*/ 6750 h 900008"/>
              <a:gd name="connsiteX9" fmla="*/ 33750 w 810000"/>
              <a:gd name="connsiteY9" fmla="*/ 135000 h 900008"/>
              <a:gd name="connsiteX10" fmla="*/ 0 w 810000"/>
              <a:gd name="connsiteY10" fmla="*/ 168750 h 900008"/>
              <a:gd name="connsiteX11" fmla="*/ 494775 w 810000"/>
              <a:gd name="connsiteY11" fmla="*/ 405000 h 900008"/>
              <a:gd name="connsiteX12" fmla="*/ 438750 w 810000"/>
              <a:gd name="connsiteY12" fmla="*/ 488340 h 900008"/>
              <a:gd name="connsiteX13" fmla="*/ 438750 w 810000"/>
              <a:gd name="connsiteY13" fmla="*/ 596250 h 900008"/>
              <a:gd name="connsiteX14" fmla="*/ 405000 w 810000"/>
              <a:gd name="connsiteY14" fmla="*/ 630000 h 900008"/>
              <a:gd name="connsiteX15" fmla="*/ 371250 w 810000"/>
              <a:gd name="connsiteY15" fmla="*/ 596250 h 900008"/>
              <a:gd name="connsiteX16" fmla="*/ 371250 w 810000"/>
              <a:gd name="connsiteY16" fmla="*/ 488520 h 900008"/>
              <a:gd name="connsiteX17" fmla="*/ 321251 w 810000"/>
              <a:gd name="connsiteY17" fmla="*/ 371471 h 900008"/>
              <a:gd name="connsiteX18" fmla="*/ 438300 w 810000"/>
              <a:gd name="connsiteY18" fmla="*/ 321474 h 900008"/>
              <a:gd name="connsiteX19" fmla="*/ 494775 w 810000"/>
              <a:gd name="connsiteY19" fmla="*/ 405000 h 90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0000" h="900008">
                <a:moveTo>
                  <a:pt x="0" y="168750"/>
                </a:moveTo>
                <a:lnTo>
                  <a:pt x="0" y="405000"/>
                </a:lnTo>
                <a:cubicBezTo>
                  <a:pt x="0" y="630045"/>
                  <a:pt x="133110" y="795420"/>
                  <a:pt x="392625" y="897660"/>
                </a:cubicBezTo>
                <a:cubicBezTo>
                  <a:pt x="400577" y="900792"/>
                  <a:pt x="409424" y="900792"/>
                  <a:pt x="417375" y="897660"/>
                </a:cubicBezTo>
                <a:cubicBezTo>
                  <a:pt x="676890" y="795420"/>
                  <a:pt x="810000" y="630000"/>
                  <a:pt x="810000" y="405000"/>
                </a:cubicBezTo>
                <a:lnTo>
                  <a:pt x="810000" y="168750"/>
                </a:lnTo>
                <a:cubicBezTo>
                  <a:pt x="810000" y="150111"/>
                  <a:pt x="794889" y="135000"/>
                  <a:pt x="776250" y="135000"/>
                </a:cubicBezTo>
                <a:cubicBezTo>
                  <a:pt x="656415" y="135000"/>
                  <a:pt x="539640" y="92565"/>
                  <a:pt x="425250" y="6750"/>
                </a:cubicBezTo>
                <a:cubicBezTo>
                  <a:pt x="413249" y="-2250"/>
                  <a:pt x="396752" y="-2250"/>
                  <a:pt x="384750" y="6750"/>
                </a:cubicBezTo>
                <a:cubicBezTo>
                  <a:pt x="270360" y="92565"/>
                  <a:pt x="153585" y="135000"/>
                  <a:pt x="33750" y="135000"/>
                </a:cubicBezTo>
                <a:cubicBezTo>
                  <a:pt x="15111" y="135000"/>
                  <a:pt x="0" y="150111"/>
                  <a:pt x="0" y="168750"/>
                </a:cubicBezTo>
                <a:close/>
                <a:moveTo>
                  <a:pt x="494775" y="405000"/>
                </a:moveTo>
                <a:cubicBezTo>
                  <a:pt x="494775" y="441585"/>
                  <a:pt x="472626" y="474530"/>
                  <a:pt x="438750" y="488340"/>
                </a:cubicBezTo>
                <a:lnTo>
                  <a:pt x="438750" y="596250"/>
                </a:lnTo>
                <a:cubicBezTo>
                  <a:pt x="438750" y="614889"/>
                  <a:pt x="423639" y="630000"/>
                  <a:pt x="405000" y="630000"/>
                </a:cubicBezTo>
                <a:cubicBezTo>
                  <a:pt x="386361" y="630000"/>
                  <a:pt x="371250" y="614889"/>
                  <a:pt x="371250" y="596250"/>
                </a:cubicBezTo>
                <a:lnTo>
                  <a:pt x="371250" y="488520"/>
                </a:lnTo>
                <a:cubicBezTo>
                  <a:pt x="325121" y="470003"/>
                  <a:pt x="302737" y="417600"/>
                  <a:pt x="321251" y="371471"/>
                </a:cubicBezTo>
                <a:cubicBezTo>
                  <a:pt x="339768" y="325344"/>
                  <a:pt x="392171" y="302959"/>
                  <a:pt x="438300" y="321474"/>
                </a:cubicBezTo>
                <a:cubicBezTo>
                  <a:pt x="472419" y="335169"/>
                  <a:pt x="494775" y="368235"/>
                  <a:pt x="494775" y="405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9">
            <a:extLst>
              <a:ext uri="{FF2B5EF4-FFF2-40B4-BE49-F238E27FC236}">
                <a16:creationId xmlns:a16="http://schemas.microsoft.com/office/drawing/2014/main" id="{CC22E65D-FE92-9AA0-5F7A-07DF1B153B5E}"/>
              </a:ext>
            </a:extLst>
          </p:cNvPr>
          <p:cNvSpPr/>
          <p:nvPr/>
        </p:nvSpPr>
        <p:spPr>
          <a:xfrm>
            <a:off x="9427806" y="2726913"/>
            <a:ext cx="900000" cy="900090"/>
          </a:xfrm>
          <a:custGeom>
            <a:avLst/>
            <a:gdLst>
              <a:gd name="connsiteX0" fmla="*/ 360000 w 900000"/>
              <a:gd name="connsiteY0" fmla="*/ 0 h 900090"/>
              <a:gd name="connsiteX1" fmla="*/ 540000 w 900000"/>
              <a:gd name="connsiteY1" fmla="*/ 180000 h 900090"/>
              <a:gd name="connsiteX2" fmla="*/ 540000 w 900000"/>
              <a:gd name="connsiteY2" fmla="*/ 270000 h 900090"/>
              <a:gd name="connsiteX3" fmla="*/ 652500 w 900000"/>
              <a:gd name="connsiteY3" fmla="*/ 270000 h 900090"/>
              <a:gd name="connsiteX4" fmla="*/ 720000 w 900000"/>
              <a:gd name="connsiteY4" fmla="*/ 337500 h 900090"/>
              <a:gd name="connsiteX5" fmla="*/ 720000 w 900000"/>
              <a:gd name="connsiteY5" fmla="*/ 405000 h 900090"/>
              <a:gd name="connsiteX6" fmla="*/ 679680 w 900000"/>
              <a:gd name="connsiteY6" fmla="*/ 419805 h 900090"/>
              <a:gd name="connsiteX7" fmla="*/ 674865 w 900000"/>
              <a:gd name="connsiteY7" fmla="*/ 424305 h 900090"/>
              <a:gd name="connsiteX8" fmla="*/ 558000 w 900000"/>
              <a:gd name="connsiteY8" fmla="*/ 480015 h 900090"/>
              <a:gd name="connsiteX9" fmla="*/ 495000 w 900000"/>
              <a:gd name="connsiteY9" fmla="*/ 543735 h 900090"/>
              <a:gd name="connsiteX10" fmla="*/ 495000 w 900000"/>
              <a:gd name="connsiteY10" fmla="*/ 656280 h 900090"/>
              <a:gd name="connsiteX11" fmla="*/ 615600 w 900000"/>
              <a:gd name="connsiteY11" fmla="*/ 900090 h 900090"/>
              <a:gd name="connsiteX12" fmla="*/ 67500 w 900000"/>
              <a:gd name="connsiteY12" fmla="*/ 900000 h 900090"/>
              <a:gd name="connsiteX13" fmla="*/ 0 w 900000"/>
              <a:gd name="connsiteY13" fmla="*/ 832500 h 900090"/>
              <a:gd name="connsiteX14" fmla="*/ 0 w 900000"/>
              <a:gd name="connsiteY14" fmla="*/ 337500 h 900090"/>
              <a:gd name="connsiteX15" fmla="*/ 67500 w 900000"/>
              <a:gd name="connsiteY15" fmla="*/ 270000 h 900090"/>
              <a:gd name="connsiteX16" fmla="*/ 180000 w 900000"/>
              <a:gd name="connsiteY16" fmla="*/ 270000 h 900090"/>
              <a:gd name="connsiteX17" fmla="*/ 180000 w 900000"/>
              <a:gd name="connsiteY17" fmla="*/ 180000 h 900090"/>
              <a:gd name="connsiteX18" fmla="*/ 360000 w 900000"/>
              <a:gd name="connsiteY18" fmla="*/ 0 h 900090"/>
              <a:gd name="connsiteX19" fmla="*/ 732780 w 900000"/>
              <a:gd name="connsiteY19" fmla="*/ 455490 h 900090"/>
              <a:gd name="connsiteX20" fmla="*/ 882000 w 900000"/>
              <a:gd name="connsiteY20" fmla="*/ 525015 h 900090"/>
              <a:gd name="connsiteX21" fmla="*/ 899640 w 900000"/>
              <a:gd name="connsiteY21" fmla="*/ 539955 h 900090"/>
              <a:gd name="connsiteX22" fmla="*/ 900000 w 900000"/>
              <a:gd name="connsiteY22" fmla="*/ 543735 h 900090"/>
              <a:gd name="connsiteX23" fmla="*/ 900000 w 900000"/>
              <a:gd name="connsiteY23" fmla="*/ 656280 h 900090"/>
              <a:gd name="connsiteX24" fmla="*/ 725715 w 900000"/>
              <a:gd name="connsiteY24" fmla="*/ 899055 h 900090"/>
              <a:gd name="connsiteX25" fmla="*/ 714330 w 900000"/>
              <a:gd name="connsiteY25" fmla="*/ 899055 h 900090"/>
              <a:gd name="connsiteX26" fmla="*/ 540180 w 900000"/>
              <a:gd name="connsiteY26" fmla="*/ 668205 h 900090"/>
              <a:gd name="connsiteX27" fmla="*/ 540000 w 900000"/>
              <a:gd name="connsiteY27" fmla="*/ 656325 h 900090"/>
              <a:gd name="connsiteX28" fmla="*/ 540000 w 900000"/>
              <a:gd name="connsiteY28" fmla="*/ 543825 h 900090"/>
              <a:gd name="connsiteX29" fmla="*/ 558000 w 900000"/>
              <a:gd name="connsiteY29" fmla="*/ 525060 h 900090"/>
              <a:gd name="connsiteX30" fmla="*/ 707310 w 900000"/>
              <a:gd name="connsiteY30" fmla="*/ 455535 h 900090"/>
              <a:gd name="connsiteX31" fmla="*/ 732056 w 900000"/>
              <a:gd name="connsiteY31" fmla="*/ 454811 h 900090"/>
              <a:gd name="connsiteX32" fmla="*/ 732780 w 900000"/>
              <a:gd name="connsiteY32" fmla="*/ 455535 h 900090"/>
              <a:gd name="connsiteX33" fmla="*/ 360000 w 900000"/>
              <a:gd name="connsiteY33" fmla="*/ 517500 h 900090"/>
              <a:gd name="connsiteX34" fmla="*/ 292500 w 900000"/>
              <a:gd name="connsiteY34" fmla="*/ 585000 h 900090"/>
              <a:gd name="connsiteX35" fmla="*/ 360000 w 900000"/>
              <a:gd name="connsiteY35" fmla="*/ 652500 h 900090"/>
              <a:gd name="connsiteX36" fmla="*/ 427500 w 900000"/>
              <a:gd name="connsiteY36" fmla="*/ 585000 h 900090"/>
              <a:gd name="connsiteX37" fmla="*/ 360000 w 900000"/>
              <a:gd name="connsiteY37" fmla="*/ 517500 h 900090"/>
              <a:gd name="connsiteX38" fmla="*/ 360000 w 900000"/>
              <a:gd name="connsiteY38" fmla="*/ 90000 h 900090"/>
              <a:gd name="connsiteX39" fmla="*/ 270000 w 900000"/>
              <a:gd name="connsiteY39" fmla="*/ 180000 h 900090"/>
              <a:gd name="connsiteX40" fmla="*/ 270000 w 900000"/>
              <a:gd name="connsiteY40" fmla="*/ 270000 h 900090"/>
              <a:gd name="connsiteX41" fmla="*/ 450000 w 900000"/>
              <a:gd name="connsiteY41" fmla="*/ 270000 h 900090"/>
              <a:gd name="connsiteX42" fmla="*/ 450000 w 900000"/>
              <a:gd name="connsiteY42" fmla="*/ 180000 h 900090"/>
              <a:gd name="connsiteX43" fmla="*/ 360000 w 900000"/>
              <a:gd name="connsiteY43" fmla="*/ 90000 h 90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000" h="900090">
                <a:moveTo>
                  <a:pt x="360000" y="0"/>
                </a:moveTo>
                <a:cubicBezTo>
                  <a:pt x="459410" y="0"/>
                  <a:pt x="540000" y="80589"/>
                  <a:pt x="540000" y="180000"/>
                </a:cubicBezTo>
                <a:lnTo>
                  <a:pt x="540000" y="270000"/>
                </a:lnTo>
                <a:lnTo>
                  <a:pt x="652500" y="270000"/>
                </a:lnTo>
                <a:cubicBezTo>
                  <a:pt x="689778" y="270000"/>
                  <a:pt x="720000" y="300221"/>
                  <a:pt x="720000" y="337500"/>
                </a:cubicBezTo>
                <a:lnTo>
                  <a:pt x="720000" y="405000"/>
                </a:lnTo>
                <a:cubicBezTo>
                  <a:pt x="705645" y="405000"/>
                  <a:pt x="691335" y="409950"/>
                  <a:pt x="679680" y="419805"/>
                </a:cubicBezTo>
                <a:lnTo>
                  <a:pt x="674865" y="424305"/>
                </a:lnTo>
                <a:cubicBezTo>
                  <a:pt x="638325" y="462330"/>
                  <a:pt x="600345" y="480015"/>
                  <a:pt x="558000" y="480015"/>
                </a:cubicBezTo>
                <a:cubicBezTo>
                  <a:pt x="522765" y="480015"/>
                  <a:pt x="495000" y="508950"/>
                  <a:pt x="495000" y="543735"/>
                </a:cubicBezTo>
                <a:lnTo>
                  <a:pt x="495000" y="656280"/>
                </a:lnTo>
                <a:cubicBezTo>
                  <a:pt x="495000" y="763110"/>
                  <a:pt x="536580" y="846180"/>
                  <a:pt x="615600" y="900090"/>
                </a:cubicBezTo>
                <a:lnTo>
                  <a:pt x="67500" y="900000"/>
                </a:lnTo>
                <a:cubicBezTo>
                  <a:pt x="30221" y="900000"/>
                  <a:pt x="0" y="869778"/>
                  <a:pt x="0" y="832500"/>
                </a:cubicBezTo>
                <a:lnTo>
                  <a:pt x="0" y="337500"/>
                </a:lnTo>
                <a:cubicBezTo>
                  <a:pt x="0" y="300221"/>
                  <a:pt x="30221" y="270000"/>
                  <a:pt x="67500" y="270000"/>
                </a:cubicBezTo>
                <a:lnTo>
                  <a:pt x="180000" y="270000"/>
                </a:lnTo>
                <a:lnTo>
                  <a:pt x="180000" y="180000"/>
                </a:lnTo>
                <a:cubicBezTo>
                  <a:pt x="180000" y="80589"/>
                  <a:pt x="260589" y="0"/>
                  <a:pt x="360000" y="0"/>
                </a:cubicBezTo>
                <a:close/>
                <a:moveTo>
                  <a:pt x="732780" y="455490"/>
                </a:moveTo>
                <a:cubicBezTo>
                  <a:pt x="777420" y="502110"/>
                  <a:pt x="826875" y="525015"/>
                  <a:pt x="882000" y="525015"/>
                </a:cubicBezTo>
                <a:cubicBezTo>
                  <a:pt x="890685" y="525015"/>
                  <a:pt x="897975" y="531450"/>
                  <a:pt x="899640" y="539955"/>
                </a:cubicBezTo>
                <a:lnTo>
                  <a:pt x="900000" y="543735"/>
                </a:lnTo>
                <a:lnTo>
                  <a:pt x="900000" y="656280"/>
                </a:lnTo>
                <a:cubicBezTo>
                  <a:pt x="900000" y="776970"/>
                  <a:pt x="840915" y="859050"/>
                  <a:pt x="725715" y="899055"/>
                </a:cubicBezTo>
                <a:cubicBezTo>
                  <a:pt x="722029" y="900338"/>
                  <a:pt x="718016" y="900338"/>
                  <a:pt x="714330" y="899055"/>
                </a:cubicBezTo>
                <a:cubicBezTo>
                  <a:pt x="602910" y="860355"/>
                  <a:pt x="544005" y="782415"/>
                  <a:pt x="540180" y="668205"/>
                </a:cubicBezTo>
                <a:lnTo>
                  <a:pt x="540000" y="656325"/>
                </a:lnTo>
                <a:lnTo>
                  <a:pt x="540000" y="543825"/>
                </a:lnTo>
                <a:cubicBezTo>
                  <a:pt x="540000" y="533475"/>
                  <a:pt x="548100" y="525060"/>
                  <a:pt x="558000" y="525060"/>
                </a:cubicBezTo>
                <a:cubicBezTo>
                  <a:pt x="613035" y="525060"/>
                  <a:pt x="662535" y="502110"/>
                  <a:pt x="707310" y="455535"/>
                </a:cubicBezTo>
                <a:cubicBezTo>
                  <a:pt x="713943" y="448501"/>
                  <a:pt x="725022" y="448178"/>
                  <a:pt x="732056" y="454811"/>
                </a:cubicBezTo>
                <a:cubicBezTo>
                  <a:pt x="732303" y="455044"/>
                  <a:pt x="732546" y="455288"/>
                  <a:pt x="732780" y="455535"/>
                </a:cubicBezTo>
                <a:close/>
                <a:moveTo>
                  <a:pt x="360000" y="517500"/>
                </a:moveTo>
                <a:cubicBezTo>
                  <a:pt x="322721" y="517500"/>
                  <a:pt x="292500" y="547722"/>
                  <a:pt x="292500" y="585000"/>
                </a:cubicBezTo>
                <a:cubicBezTo>
                  <a:pt x="292500" y="622278"/>
                  <a:pt x="322721" y="652500"/>
                  <a:pt x="360000" y="652500"/>
                </a:cubicBezTo>
                <a:cubicBezTo>
                  <a:pt x="397278" y="652500"/>
                  <a:pt x="427500" y="622278"/>
                  <a:pt x="427500" y="585000"/>
                </a:cubicBezTo>
                <a:cubicBezTo>
                  <a:pt x="427500" y="547722"/>
                  <a:pt x="397278" y="517500"/>
                  <a:pt x="360000" y="517500"/>
                </a:cubicBezTo>
                <a:close/>
                <a:moveTo>
                  <a:pt x="360000" y="90000"/>
                </a:moveTo>
                <a:cubicBezTo>
                  <a:pt x="310294" y="90000"/>
                  <a:pt x="270000" y="130294"/>
                  <a:pt x="270000" y="180000"/>
                </a:cubicBezTo>
                <a:lnTo>
                  <a:pt x="270000" y="270000"/>
                </a:lnTo>
                <a:lnTo>
                  <a:pt x="450000" y="270000"/>
                </a:lnTo>
                <a:lnTo>
                  <a:pt x="450000" y="180000"/>
                </a:lnTo>
                <a:cubicBezTo>
                  <a:pt x="450000" y="130294"/>
                  <a:pt x="409707" y="90000"/>
                  <a:pt x="360000" y="90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Graphic 3">
            <a:extLst>
              <a:ext uri="{FF2B5EF4-FFF2-40B4-BE49-F238E27FC236}">
                <a16:creationId xmlns:a16="http://schemas.microsoft.com/office/drawing/2014/main" id="{E73B426E-12E6-D6B0-A7EB-B93C535A417C}"/>
              </a:ext>
            </a:extLst>
          </p:cNvPr>
          <p:cNvSpPr/>
          <p:nvPr/>
        </p:nvSpPr>
        <p:spPr>
          <a:xfrm>
            <a:off x="4732040" y="5273837"/>
            <a:ext cx="441682" cy="463766"/>
          </a:xfrm>
          <a:custGeom>
            <a:avLst/>
            <a:gdLst>
              <a:gd name="connsiteX0" fmla="*/ 0 w 900000"/>
              <a:gd name="connsiteY0" fmla="*/ 168750 h 944999"/>
              <a:gd name="connsiteX1" fmla="*/ 33750 w 900000"/>
              <a:gd name="connsiteY1" fmla="*/ 135000 h 944999"/>
              <a:gd name="connsiteX2" fmla="*/ 384750 w 900000"/>
              <a:gd name="connsiteY2" fmla="*/ 6750 h 944999"/>
              <a:gd name="connsiteX3" fmla="*/ 425250 w 900000"/>
              <a:gd name="connsiteY3" fmla="*/ 6750 h 944999"/>
              <a:gd name="connsiteX4" fmla="*/ 776250 w 900000"/>
              <a:gd name="connsiteY4" fmla="*/ 135000 h 944999"/>
              <a:gd name="connsiteX5" fmla="*/ 810000 w 900000"/>
              <a:gd name="connsiteY5" fmla="*/ 168750 h 944999"/>
              <a:gd name="connsiteX6" fmla="*/ 810000 w 900000"/>
              <a:gd name="connsiteY6" fmla="*/ 405000 h 944999"/>
              <a:gd name="connsiteX7" fmla="*/ 808200 w 900000"/>
              <a:gd name="connsiteY7" fmla="*/ 449820 h 944999"/>
              <a:gd name="connsiteX8" fmla="*/ 404838 w 900000"/>
              <a:gd name="connsiteY8" fmla="*/ 541530 h 944999"/>
              <a:gd name="connsiteX9" fmla="*/ 433350 w 900000"/>
              <a:gd name="connsiteY9" fmla="*/ 891225 h 944999"/>
              <a:gd name="connsiteX10" fmla="*/ 417375 w 900000"/>
              <a:gd name="connsiteY10" fmla="*/ 897660 h 944999"/>
              <a:gd name="connsiteX11" fmla="*/ 392625 w 900000"/>
              <a:gd name="connsiteY11" fmla="*/ 897660 h 944999"/>
              <a:gd name="connsiteX12" fmla="*/ 0 w 900000"/>
              <a:gd name="connsiteY12" fmla="*/ 405000 h 944999"/>
              <a:gd name="connsiteX13" fmla="*/ 0 w 900000"/>
              <a:gd name="connsiteY13" fmla="*/ 168750 h 944999"/>
              <a:gd name="connsiteX14" fmla="*/ 900000 w 900000"/>
              <a:gd name="connsiteY14" fmla="*/ 697500 h 944999"/>
              <a:gd name="connsiteX15" fmla="*/ 652500 w 900000"/>
              <a:gd name="connsiteY15" fmla="*/ 450000 h 944999"/>
              <a:gd name="connsiteX16" fmla="*/ 405000 w 900000"/>
              <a:gd name="connsiteY16" fmla="*/ 697500 h 944999"/>
              <a:gd name="connsiteX17" fmla="*/ 652500 w 900000"/>
              <a:gd name="connsiteY17" fmla="*/ 945000 h 944999"/>
              <a:gd name="connsiteX18" fmla="*/ 900000 w 900000"/>
              <a:gd name="connsiteY18" fmla="*/ 697500 h 944999"/>
              <a:gd name="connsiteX19" fmla="*/ 803430 w 900000"/>
              <a:gd name="connsiteY19" fmla="*/ 591570 h 944999"/>
              <a:gd name="connsiteX20" fmla="*/ 803471 w 900000"/>
              <a:gd name="connsiteY20" fmla="*/ 623390 h 944999"/>
              <a:gd name="connsiteX21" fmla="*/ 803430 w 900000"/>
              <a:gd name="connsiteY21" fmla="*/ 623430 h 944999"/>
              <a:gd name="connsiteX22" fmla="*/ 623430 w 900000"/>
              <a:gd name="connsiteY22" fmla="*/ 803430 h 944999"/>
              <a:gd name="connsiteX23" fmla="*/ 591611 w 900000"/>
              <a:gd name="connsiteY23" fmla="*/ 803471 h 944999"/>
              <a:gd name="connsiteX24" fmla="*/ 591570 w 900000"/>
              <a:gd name="connsiteY24" fmla="*/ 803430 h 944999"/>
              <a:gd name="connsiteX25" fmla="*/ 501570 w 900000"/>
              <a:gd name="connsiteY25" fmla="*/ 713430 h 944999"/>
              <a:gd name="connsiteX26" fmla="*/ 501570 w 900000"/>
              <a:gd name="connsiteY26" fmla="*/ 681570 h 944999"/>
              <a:gd name="connsiteX27" fmla="*/ 533430 w 900000"/>
              <a:gd name="connsiteY27" fmla="*/ 681570 h 944999"/>
              <a:gd name="connsiteX28" fmla="*/ 607500 w 900000"/>
              <a:gd name="connsiteY28" fmla="*/ 755685 h 944999"/>
              <a:gd name="connsiteX29" fmla="*/ 771570 w 900000"/>
              <a:gd name="connsiteY29" fmla="*/ 591570 h 944999"/>
              <a:gd name="connsiteX30" fmla="*/ 803390 w 900000"/>
              <a:gd name="connsiteY30" fmla="*/ 591530 h 944999"/>
              <a:gd name="connsiteX31" fmla="*/ 803430 w 900000"/>
              <a:gd name="connsiteY31" fmla="*/ 591570 h 94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0000" h="944999">
                <a:moveTo>
                  <a:pt x="0" y="168750"/>
                </a:moveTo>
                <a:cubicBezTo>
                  <a:pt x="0" y="150111"/>
                  <a:pt x="15111" y="135000"/>
                  <a:pt x="33750" y="135000"/>
                </a:cubicBezTo>
                <a:cubicBezTo>
                  <a:pt x="153585" y="135000"/>
                  <a:pt x="270360" y="92565"/>
                  <a:pt x="384750" y="6750"/>
                </a:cubicBezTo>
                <a:cubicBezTo>
                  <a:pt x="396752" y="-2250"/>
                  <a:pt x="413249" y="-2250"/>
                  <a:pt x="425250" y="6750"/>
                </a:cubicBezTo>
                <a:cubicBezTo>
                  <a:pt x="539640" y="92565"/>
                  <a:pt x="656415" y="135000"/>
                  <a:pt x="776250" y="135000"/>
                </a:cubicBezTo>
                <a:cubicBezTo>
                  <a:pt x="794889" y="135000"/>
                  <a:pt x="810000" y="150111"/>
                  <a:pt x="810000" y="168750"/>
                </a:cubicBezTo>
                <a:lnTo>
                  <a:pt x="810000" y="405000"/>
                </a:lnTo>
                <a:cubicBezTo>
                  <a:pt x="810000" y="420210"/>
                  <a:pt x="809370" y="435150"/>
                  <a:pt x="808200" y="449820"/>
                </a:cubicBezTo>
                <a:cubicBezTo>
                  <a:pt x="671490" y="363758"/>
                  <a:pt x="490896" y="404820"/>
                  <a:pt x="404838" y="541530"/>
                </a:cubicBezTo>
                <a:cubicBezTo>
                  <a:pt x="335615" y="651488"/>
                  <a:pt x="347229" y="793931"/>
                  <a:pt x="433350" y="891225"/>
                </a:cubicBezTo>
                <a:lnTo>
                  <a:pt x="417375" y="897660"/>
                </a:lnTo>
                <a:cubicBezTo>
                  <a:pt x="409424" y="900792"/>
                  <a:pt x="400577" y="900792"/>
                  <a:pt x="392625" y="897660"/>
                </a:cubicBezTo>
                <a:cubicBezTo>
                  <a:pt x="133110" y="795420"/>
                  <a:pt x="0" y="630000"/>
                  <a:pt x="0" y="405000"/>
                </a:cubicBezTo>
                <a:lnTo>
                  <a:pt x="0" y="168750"/>
                </a:lnTo>
                <a:close/>
                <a:moveTo>
                  <a:pt x="900000" y="697500"/>
                </a:moveTo>
                <a:cubicBezTo>
                  <a:pt x="900000" y="560808"/>
                  <a:pt x="789192" y="450000"/>
                  <a:pt x="652500" y="450000"/>
                </a:cubicBezTo>
                <a:cubicBezTo>
                  <a:pt x="515808" y="450000"/>
                  <a:pt x="405000" y="560808"/>
                  <a:pt x="405000" y="697500"/>
                </a:cubicBezTo>
                <a:cubicBezTo>
                  <a:pt x="405000" y="834192"/>
                  <a:pt x="515808" y="945000"/>
                  <a:pt x="652500" y="945000"/>
                </a:cubicBezTo>
                <a:cubicBezTo>
                  <a:pt x="789192" y="945000"/>
                  <a:pt x="900000" y="834192"/>
                  <a:pt x="900000" y="697500"/>
                </a:cubicBezTo>
                <a:close/>
                <a:moveTo>
                  <a:pt x="803430" y="591570"/>
                </a:moveTo>
                <a:cubicBezTo>
                  <a:pt x="812228" y="600345"/>
                  <a:pt x="812246" y="614592"/>
                  <a:pt x="803471" y="623390"/>
                </a:cubicBezTo>
                <a:cubicBezTo>
                  <a:pt x="803457" y="623403"/>
                  <a:pt x="803444" y="623417"/>
                  <a:pt x="803430" y="623430"/>
                </a:cubicBezTo>
                <a:lnTo>
                  <a:pt x="623430" y="803430"/>
                </a:lnTo>
                <a:cubicBezTo>
                  <a:pt x="614655" y="812228"/>
                  <a:pt x="600408" y="812246"/>
                  <a:pt x="591611" y="803471"/>
                </a:cubicBezTo>
                <a:cubicBezTo>
                  <a:pt x="591597" y="803457"/>
                  <a:pt x="591584" y="803444"/>
                  <a:pt x="591570" y="803430"/>
                </a:cubicBezTo>
                <a:lnTo>
                  <a:pt x="501570" y="713430"/>
                </a:lnTo>
                <a:cubicBezTo>
                  <a:pt x="492772" y="704633"/>
                  <a:pt x="492772" y="690367"/>
                  <a:pt x="501570" y="681570"/>
                </a:cubicBezTo>
                <a:cubicBezTo>
                  <a:pt x="510368" y="672773"/>
                  <a:pt x="524633" y="672773"/>
                  <a:pt x="533430" y="681570"/>
                </a:cubicBezTo>
                <a:lnTo>
                  <a:pt x="607500" y="755685"/>
                </a:lnTo>
                <a:lnTo>
                  <a:pt x="771570" y="591570"/>
                </a:lnTo>
                <a:cubicBezTo>
                  <a:pt x="780345" y="582773"/>
                  <a:pt x="794592" y="582755"/>
                  <a:pt x="803390" y="591530"/>
                </a:cubicBezTo>
                <a:cubicBezTo>
                  <a:pt x="803403" y="591543"/>
                  <a:pt x="803417" y="591557"/>
                  <a:pt x="803430" y="59157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5">
            <a:extLst>
              <a:ext uri="{FF2B5EF4-FFF2-40B4-BE49-F238E27FC236}">
                <a16:creationId xmlns:a16="http://schemas.microsoft.com/office/drawing/2014/main" id="{6DCD0431-044D-8389-2763-30D87FAAC827}"/>
              </a:ext>
            </a:extLst>
          </p:cNvPr>
          <p:cNvSpPr/>
          <p:nvPr/>
        </p:nvSpPr>
        <p:spPr>
          <a:xfrm>
            <a:off x="961706" y="5284877"/>
            <a:ext cx="397514" cy="441686"/>
          </a:xfrm>
          <a:custGeom>
            <a:avLst/>
            <a:gdLst>
              <a:gd name="connsiteX0" fmla="*/ 0 w 810000"/>
              <a:gd name="connsiteY0" fmla="*/ 168750 h 900008"/>
              <a:gd name="connsiteX1" fmla="*/ 0 w 810000"/>
              <a:gd name="connsiteY1" fmla="*/ 405000 h 900008"/>
              <a:gd name="connsiteX2" fmla="*/ 392625 w 810000"/>
              <a:gd name="connsiteY2" fmla="*/ 897660 h 900008"/>
              <a:gd name="connsiteX3" fmla="*/ 417375 w 810000"/>
              <a:gd name="connsiteY3" fmla="*/ 897660 h 900008"/>
              <a:gd name="connsiteX4" fmla="*/ 810000 w 810000"/>
              <a:gd name="connsiteY4" fmla="*/ 405000 h 900008"/>
              <a:gd name="connsiteX5" fmla="*/ 810000 w 810000"/>
              <a:gd name="connsiteY5" fmla="*/ 168750 h 900008"/>
              <a:gd name="connsiteX6" fmla="*/ 776250 w 810000"/>
              <a:gd name="connsiteY6" fmla="*/ 135000 h 900008"/>
              <a:gd name="connsiteX7" fmla="*/ 425250 w 810000"/>
              <a:gd name="connsiteY7" fmla="*/ 6750 h 900008"/>
              <a:gd name="connsiteX8" fmla="*/ 384750 w 810000"/>
              <a:gd name="connsiteY8" fmla="*/ 6750 h 900008"/>
              <a:gd name="connsiteX9" fmla="*/ 33750 w 810000"/>
              <a:gd name="connsiteY9" fmla="*/ 135000 h 900008"/>
              <a:gd name="connsiteX10" fmla="*/ 0 w 810000"/>
              <a:gd name="connsiteY10" fmla="*/ 168750 h 900008"/>
              <a:gd name="connsiteX11" fmla="*/ 494775 w 810000"/>
              <a:gd name="connsiteY11" fmla="*/ 405000 h 900008"/>
              <a:gd name="connsiteX12" fmla="*/ 438750 w 810000"/>
              <a:gd name="connsiteY12" fmla="*/ 488340 h 900008"/>
              <a:gd name="connsiteX13" fmla="*/ 438750 w 810000"/>
              <a:gd name="connsiteY13" fmla="*/ 596250 h 900008"/>
              <a:gd name="connsiteX14" fmla="*/ 405000 w 810000"/>
              <a:gd name="connsiteY14" fmla="*/ 630000 h 900008"/>
              <a:gd name="connsiteX15" fmla="*/ 371250 w 810000"/>
              <a:gd name="connsiteY15" fmla="*/ 596250 h 900008"/>
              <a:gd name="connsiteX16" fmla="*/ 371250 w 810000"/>
              <a:gd name="connsiteY16" fmla="*/ 488520 h 900008"/>
              <a:gd name="connsiteX17" fmla="*/ 321251 w 810000"/>
              <a:gd name="connsiteY17" fmla="*/ 371471 h 900008"/>
              <a:gd name="connsiteX18" fmla="*/ 438300 w 810000"/>
              <a:gd name="connsiteY18" fmla="*/ 321474 h 900008"/>
              <a:gd name="connsiteX19" fmla="*/ 494775 w 810000"/>
              <a:gd name="connsiteY19" fmla="*/ 405000 h 90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0000" h="900008">
                <a:moveTo>
                  <a:pt x="0" y="168750"/>
                </a:moveTo>
                <a:lnTo>
                  <a:pt x="0" y="405000"/>
                </a:lnTo>
                <a:cubicBezTo>
                  <a:pt x="0" y="630045"/>
                  <a:pt x="133110" y="795420"/>
                  <a:pt x="392625" y="897660"/>
                </a:cubicBezTo>
                <a:cubicBezTo>
                  <a:pt x="400577" y="900792"/>
                  <a:pt x="409424" y="900792"/>
                  <a:pt x="417375" y="897660"/>
                </a:cubicBezTo>
                <a:cubicBezTo>
                  <a:pt x="676890" y="795420"/>
                  <a:pt x="810000" y="630000"/>
                  <a:pt x="810000" y="405000"/>
                </a:cubicBezTo>
                <a:lnTo>
                  <a:pt x="810000" y="168750"/>
                </a:lnTo>
                <a:cubicBezTo>
                  <a:pt x="810000" y="150111"/>
                  <a:pt x="794889" y="135000"/>
                  <a:pt x="776250" y="135000"/>
                </a:cubicBezTo>
                <a:cubicBezTo>
                  <a:pt x="656415" y="135000"/>
                  <a:pt x="539640" y="92565"/>
                  <a:pt x="425250" y="6750"/>
                </a:cubicBezTo>
                <a:cubicBezTo>
                  <a:pt x="413249" y="-2250"/>
                  <a:pt x="396752" y="-2250"/>
                  <a:pt x="384750" y="6750"/>
                </a:cubicBezTo>
                <a:cubicBezTo>
                  <a:pt x="270360" y="92565"/>
                  <a:pt x="153585" y="135000"/>
                  <a:pt x="33750" y="135000"/>
                </a:cubicBezTo>
                <a:cubicBezTo>
                  <a:pt x="15111" y="135000"/>
                  <a:pt x="0" y="150111"/>
                  <a:pt x="0" y="168750"/>
                </a:cubicBezTo>
                <a:close/>
                <a:moveTo>
                  <a:pt x="494775" y="405000"/>
                </a:moveTo>
                <a:cubicBezTo>
                  <a:pt x="494775" y="441585"/>
                  <a:pt x="472626" y="474530"/>
                  <a:pt x="438750" y="488340"/>
                </a:cubicBezTo>
                <a:lnTo>
                  <a:pt x="438750" y="596250"/>
                </a:lnTo>
                <a:cubicBezTo>
                  <a:pt x="438750" y="614889"/>
                  <a:pt x="423639" y="630000"/>
                  <a:pt x="405000" y="630000"/>
                </a:cubicBezTo>
                <a:cubicBezTo>
                  <a:pt x="386361" y="630000"/>
                  <a:pt x="371250" y="614889"/>
                  <a:pt x="371250" y="596250"/>
                </a:cubicBezTo>
                <a:lnTo>
                  <a:pt x="371250" y="488520"/>
                </a:lnTo>
                <a:cubicBezTo>
                  <a:pt x="325121" y="470003"/>
                  <a:pt x="302737" y="417600"/>
                  <a:pt x="321251" y="371471"/>
                </a:cubicBezTo>
                <a:cubicBezTo>
                  <a:pt x="339768" y="325344"/>
                  <a:pt x="392171" y="302959"/>
                  <a:pt x="438300" y="321474"/>
                </a:cubicBezTo>
                <a:cubicBezTo>
                  <a:pt x="472419" y="335169"/>
                  <a:pt x="494775" y="368235"/>
                  <a:pt x="494775" y="405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6" name="Graphic 9">
            <a:extLst>
              <a:ext uri="{FF2B5EF4-FFF2-40B4-BE49-F238E27FC236}">
                <a16:creationId xmlns:a16="http://schemas.microsoft.com/office/drawing/2014/main" id="{738BA5E8-6235-FD62-62C5-E028932C2EE3}"/>
              </a:ext>
            </a:extLst>
          </p:cNvPr>
          <p:cNvSpPr/>
          <p:nvPr/>
        </p:nvSpPr>
        <p:spPr>
          <a:xfrm>
            <a:off x="8495475" y="5284857"/>
            <a:ext cx="441682" cy="441726"/>
          </a:xfrm>
          <a:custGeom>
            <a:avLst/>
            <a:gdLst>
              <a:gd name="connsiteX0" fmla="*/ 360000 w 900000"/>
              <a:gd name="connsiteY0" fmla="*/ 0 h 900090"/>
              <a:gd name="connsiteX1" fmla="*/ 540000 w 900000"/>
              <a:gd name="connsiteY1" fmla="*/ 180000 h 900090"/>
              <a:gd name="connsiteX2" fmla="*/ 540000 w 900000"/>
              <a:gd name="connsiteY2" fmla="*/ 270000 h 900090"/>
              <a:gd name="connsiteX3" fmla="*/ 652500 w 900000"/>
              <a:gd name="connsiteY3" fmla="*/ 270000 h 900090"/>
              <a:gd name="connsiteX4" fmla="*/ 720000 w 900000"/>
              <a:gd name="connsiteY4" fmla="*/ 337500 h 900090"/>
              <a:gd name="connsiteX5" fmla="*/ 720000 w 900000"/>
              <a:gd name="connsiteY5" fmla="*/ 405000 h 900090"/>
              <a:gd name="connsiteX6" fmla="*/ 679680 w 900000"/>
              <a:gd name="connsiteY6" fmla="*/ 419805 h 900090"/>
              <a:gd name="connsiteX7" fmla="*/ 674865 w 900000"/>
              <a:gd name="connsiteY7" fmla="*/ 424305 h 900090"/>
              <a:gd name="connsiteX8" fmla="*/ 558000 w 900000"/>
              <a:gd name="connsiteY8" fmla="*/ 480015 h 900090"/>
              <a:gd name="connsiteX9" fmla="*/ 495000 w 900000"/>
              <a:gd name="connsiteY9" fmla="*/ 543735 h 900090"/>
              <a:gd name="connsiteX10" fmla="*/ 495000 w 900000"/>
              <a:gd name="connsiteY10" fmla="*/ 656280 h 900090"/>
              <a:gd name="connsiteX11" fmla="*/ 615600 w 900000"/>
              <a:gd name="connsiteY11" fmla="*/ 900090 h 900090"/>
              <a:gd name="connsiteX12" fmla="*/ 67500 w 900000"/>
              <a:gd name="connsiteY12" fmla="*/ 900000 h 900090"/>
              <a:gd name="connsiteX13" fmla="*/ 0 w 900000"/>
              <a:gd name="connsiteY13" fmla="*/ 832500 h 900090"/>
              <a:gd name="connsiteX14" fmla="*/ 0 w 900000"/>
              <a:gd name="connsiteY14" fmla="*/ 337500 h 900090"/>
              <a:gd name="connsiteX15" fmla="*/ 67500 w 900000"/>
              <a:gd name="connsiteY15" fmla="*/ 270000 h 900090"/>
              <a:gd name="connsiteX16" fmla="*/ 180000 w 900000"/>
              <a:gd name="connsiteY16" fmla="*/ 270000 h 900090"/>
              <a:gd name="connsiteX17" fmla="*/ 180000 w 900000"/>
              <a:gd name="connsiteY17" fmla="*/ 180000 h 900090"/>
              <a:gd name="connsiteX18" fmla="*/ 360000 w 900000"/>
              <a:gd name="connsiteY18" fmla="*/ 0 h 900090"/>
              <a:gd name="connsiteX19" fmla="*/ 732780 w 900000"/>
              <a:gd name="connsiteY19" fmla="*/ 455490 h 900090"/>
              <a:gd name="connsiteX20" fmla="*/ 882000 w 900000"/>
              <a:gd name="connsiteY20" fmla="*/ 525015 h 900090"/>
              <a:gd name="connsiteX21" fmla="*/ 899640 w 900000"/>
              <a:gd name="connsiteY21" fmla="*/ 539955 h 900090"/>
              <a:gd name="connsiteX22" fmla="*/ 900000 w 900000"/>
              <a:gd name="connsiteY22" fmla="*/ 543735 h 900090"/>
              <a:gd name="connsiteX23" fmla="*/ 900000 w 900000"/>
              <a:gd name="connsiteY23" fmla="*/ 656280 h 900090"/>
              <a:gd name="connsiteX24" fmla="*/ 725715 w 900000"/>
              <a:gd name="connsiteY24" fmla="*/ 899055 h 900090"/>
              <a:gd name="connsiteX25" fmla="*/ 714330 w 900000"/>
              <a:gd name="connsiteY25" fmla="*/ 899055 h 900090"/>
              <a:gd name="connsiteX26" fmla="*/ 540180 w 900000"/>
              <a:gd name="connsiteY26" fmla="*/ 668205 h 900090"/>
              <a:gd name="connsiteX27" fmla="*/ 540000 w 900000"/>
              <a:gd name="connsiteY27" fmla="*/ 656325 h 900090"/>
              <a:gd name="connsiteX28" fmla="*/ 540000 w 900000"/>
              <a:gd name="connsiteY28" fmla="*/ 543825 h 900090"/>
              <a:gd name="connsiteX29" fmla="*/ 558000 w 900000"/>
              <a:gd name="connsiteY29" fmla="*/ 525060 h 900090"/>
              <a:gd name="connsiteX30" fmla="*/ 707310 w 900000"/>
              <a:gd name="connsiteY30" fmla="*/ 455535 h 900090"/>
              <a:gd name="connsiteX31" fmla="*/ 732056 w 900000"/>
              <a:gd name="connsiteY31" fmla="*/ 454811 h 900090"/>
              <a:gd name="connsiteX32" fmla="*/ 732780 w 900000"/>
              <a:gd name="connsiteY32" fmla="*/ 455535 h 900090"/>
              <a:gd name="connsiteX33" fmla="*/ 360000 w 900000"/>
              <a:gd name="connsiteY33" fmla="*/ 517500 h 900090"/>
              <a:gd name="connsiteX34" fmla="*/ 292500 w 900000"/>
              <a:gd name="connsiteY34" fmla="*/ 585000 h 900090"/>
              <a:gd name="connsiteX35" fmla="*/ 360000 w 900000"/>
              <a:gd name="connsiteY35" fmla="*/ 652500 h 900090"/>
              <a:gd name="connsiteX36" fmla="*/ 427500 w 900000"/>
              <a:gd name="connsiteY36" fmla="*/ 585000 h 900090"/>
              <a:gd name="connsiteX37" fmla="*/ 360000 w 900000"/>
              <a:gd name="connsiteY37" fmla="*/ 517500 h 900090"/>
              <a:gd name="connsiteX38" fmla="*/ 360000 w 900000"/>
              <a:gd name="connsiteY38" fmla="*/ 90000 h 900090"/>
              <a:gd name="connsiteX39" fmla="*/ 270000 w 900000"/>
              <a:gd name="connsiteY39" fmla="*/ 180000 h 900090"/>
              <a:gd name="connsiteX40" fmla="*/ 270000 w 900000"/>
              <a:gd name="connsiteY40" fmla="*/ 270000 h 900090"/>
              <a:gd name="connsiteX41" fmla="*/ 450000 w 900000"/>
              <a:gd name="connsiteY41" fmla="*/ 270000 h 900090"/>
              <a:gd name="connsiteX42" fmla="*/ 450000 w 900000"/>
              <a:gd name="connsiteY42" fmla="*/ 180000 h 900090"/>
              <a:gd name="connsiteX43" fmla="*/ 360000 w 900000"/>
              <a:gd name="connsiteY43" fmla="*/ 90000 h 90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000" h="900090">
                <a:moveTo>
                  <a:pt x="360000" y="0"/>
                </a:moveTo>
                <a:cubicBezTo>
                  <a:pt x="459410" y="0"/>
                  <a:pt x="540000" y="80589"/>
                  <a:pt x="540000" y="180000"/>
                </a:cubicBezTo>
                <a:lnTo>
                  <a:pt x="540000" y="270000"/>
                </a:lnTo>
                <a:lnTo>
                  <a:pt x="652500" y="270000"/>
                </a:lnTo>
                <a:cubicBezTo>
                  <a:pt x="689778" y="270000"/>
                  <a:pt x="720000" y="300221"/>
                  <a:pt x="720000" y="337500"/>
                </a:cubicBezTo>
                <a:lnTo>
                  <a:pt x="720000" y="405000"/>
                </a:lnTo>
                <a:cubicBezTo>
                  <a:pt x="705645" y="405000"/>
                  <a:pt x="691335" y="409950"/>
                  <a:pt x="679680" y="419805"/>
                </a:cubicBezTo>
                <a:lnTo>
                  <a:pt x="674865" y="424305"/>
                </a:lnTo>
                <a:cubicBezTo>
                  <a:pt x="638325" y="462330"/>
                  <a:pt x="600345" y="480015"/>
                  <a:pt x="558000" y="480015"/>
                </a:cubicBezTo>
                <a:cubicBezTo>
                  <a:pt x="522765" y="480015"/>
                  <a:pt x="495000" y="508950"/>
                  <a:pt x="495000" y="543735"/>
                </a:cubicBezTo>
                <a:lnTo>
                  <a:pt x="495000" y="656280"/>
                </a:lnTo>
                <a:cubicBezTo>
                  <a:pt x="495000" y="763110"/>
                  <a:pt x="536580" y="846180"/>
                  <a:pt x="615600" y="900090"/>
                </a:cubicBezTo>
                <a:lnTo>
                  <a:pt x="67500" y="900000"/>
                </a:lnTo>
                <a:cubicBezTo>
                  <a:pt x="30221" y="900000"/>
                  <a:pt x="0" y="869778"/>
                  <a:pt x="0" y="832500"/>
                </a:cubicBezTo>
                <a:lnTo>
                  <a:pt x="0" y="337500"/>
                </a:lnTo>
                <a:cubicBezTo>
                  <a:pt x="0" y="300221"/>
                  <a:pt x="30221" y="270000"/>
                  <a:pt x="67500" y="270000"/>
                </a:cubicBezTo>
                <a:lnTo>
                  <a:pt x="180000" y="270000"/>
                </a:lnTo>
                <a:lnTo>
                  <a:pt x="180000" y="180000"/>
                </a:lnTo>
                <a:cubicBezTo>
                  <a:pt x="180000" y="80589"/>
                  <a:pt x="260589" y="0"/>
                  <a:pt x="360000" y="0"/>
                </a:cubicBezTo>
                <a:close/>
                <a:moveTo>
                  <a:pt x="732780" y="455490"/>
                </a:moveTo>
                <a:cubicBezTo>
                  <a:pt x="777420" y="502110"/>
                  <a:pt x="826875" y="525015"/>
                  <a:pt x="882000" y="525015"/>
                </a:cubicBezTo>
                <a:cubicBezTo>
                  <a:pt x="890685" y="525015"/>
                  <a:pt x="897975" y="531450"/>
                  <a:pt x="899640" y="539955"/>
                </a:cubicBezTo>
                <a:lnTo>
                  <a:pt x="900000" y="543735"/>
                </a:lnTo>
                <a:lnTo>
                  <a:pt x="900000" y="656280"/>
                </a:lnTo>
                <a:cubicBezTo>
                  <a:pt x="900000" y="776970"/>
                  <a:pt x="840915" y="859050"/>
                  <a:pt x="725715" y="899055"/>
                </a:cubicBezTo>
                <a:cubicBezTo>
                  <a:pt x="722029" y="900338"/>
                  <a:pt x="718016" y="900338"/>
                  <a:pt x="714330" y="899055"/>
                </a:cubicBezTo>
                <a:cubicBezTo>
                  <a:pt x="602910" y="860355"/>
                  <a:pt x="544005" y="782415"/>
                  <a:pt x="540180" y="668205"/>
                </a:cubicBezTo>
                <a:lnTo>
                  <a:pt x="540000" y="656325"/>
                </a:lnTo>
                <a:lnTo>
                  <a:pt x="540000" y="543825"/>
                </a:lnTo>
                <a:cubicBezTo>
                  <a:pt x="540000" y="533475"/>
                  <a:pt x="548100" y="525060"/>
                  <a:pt x="558000" y="525060"/>
                </a:cubicBezTo>
                <a:cubicBezTo>
                  <a:pt x="613035" y="525060"/>
                  <a:pt x="662535" y="502110"/>
                  <a:pt x="707310" y="455535"/>
                </a:cubicBezTo>
                <a:cubicBezTo>
                  <a:pt x="713943" y="448501"/>
                  <a:pt x="725022" y="448178"/>
                  <a:pt x="732056" y="454811"/>
                </a:cubicBezTo>
                <a:cubicBezTo>
                  <a:pt x="732303" y="455044"/>
                  <a:pt x="732546" y="455288"/>
                  <a:pt x="732780" y="455535"/>
                </a:cubicBezTo>
                <a:close/>
                <a:moveTo>
                  <a:pt x="360000" y="517500"/>
                </a:moveTo>
                <a:cubicBezTo>
                  <a:pt x="322721" y="517500"/>
                  <a:pt x="292500" y="547722"/>
                  <a:pt x="292500" y="585000"/>
                </a:cubicBezTo>
                <a:cubicBezTo>
                  <a:pt x="292500" y="622278"/>
                  <a:pt x="322721" y="652500"/>
                  <a:pt x="360000" y="652500"/>
                </a:cubicBezTo>
                <a:cubicBezTo>
                  <a:pt x="397278" y="652500"/>
                  <a:pt x="427500" y="622278"/>
                  <a:pt x="427500" y="585000"/>
                </a:cubicBezTo>
                <a:cubicBezTo>
                  <a:pt x="427500" y="547722"/>
                  <a:pt x="397278" y="517500"/>
                  <a:pt x="360000" y="517500"/>
                </a:cubicBezTo>
                <a:close/>
                <a:moveTo>
                  <a:pt x="360000" y="90000"/>
                </a:moveTo>
                <a:cubicBezTo>
                  <a:pt x="310294" y="90000"/>
                  <a:pt x="270000" y="130294"/>
                  <a:pt x="270000" y="180000"/>
                </a:cubicBezTo>
                <a:lnTo>
                  <a:pt x="270000" y="270000"/>
                </a:lnTo>
                <a:lnTo>
                  <a:pt x="450000" y="270000"/>
                </a:lnTo>
                <a:lnTo>
                  <a:pt x="450000" y="180000"/>
                </a:lnTo>
                <a:cubicBezTo>
                  <a:pt x="450000" y="130294"/>
                  <a:pt x="409707" y="90000"/>
                  <a:pt x="360000" y="90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3">
            <a:extLst>
              <a:ext uri="{FF2B5EF4-FFF2-40B4-BE49-F238E27FC236}">
                <a16:creationId xmlns:a16="http://schemas.microsoft.com/office/drawing/2014/main" id="{17241452-510E-62CB-91F6-07311E0D3639}"/>
              </a:ext>
            </a:extLst>
          </p:cNvPr>
          <p:cNvSpPr/>
          <p:nvPr/>
        </p:nvSpPr>
        <p:spPr>
          <a:xfrm>
            <a:off x="5900440" y="5273837"/>
            <a:ext cx="441682" cy="463766"/>
          </a:xfrm>
          <a:custGeom>
            <a:avLst/>
            <a:gdLst>
              <a:gd name="connsiteX0" fmla="*/ 0 w 900000"/>
              <a:gd name="connsiteY0" fmla="*/ 168750 h 944999"/>
              <a:gd name="connsiteX1" fmla="*/ 33750 w 900000"/>
              <a:gd name="connsiteY1" fmla="*/ 135000 h 944999"/>
              <a:gd name="connsiteX2" fmla="*/ 384750 w 900000"/>
              <a:gd name="connsiteY2" fmla="*/ 6750 h 944999"/>
              <a:gd name="connsiteX3" fmla="*/ 425250 w 900000"/>
              <a:gd name="connsiteY3" fmla="*/ 6750 h 944999"/>
              <a:gd name="connsiteX4" fmla="*/ 776250 w 900000"/>
              <a:gd name="connsiteY4" fmla="*/ 135000 h 944999"/>
              <a:gd name="connsiteX5" fmla="*/ 810000 w 900000"/>
              <a:gd name="connsiteY5" fmla="*/ 168750 h 944999"/>
              <a:gd name="connsiteX6" fmla="*/ 810000 w 900000"/>
              <a:gd name="connsiteY6" fmla="*/ 405000 h 944999"/>
              <a:gd name="connsiteX7" fmla="*/ 808200 w 900000"/>
              <a:gd name="connsiteY7" fmla="*/ 449820 h 944999"/>
              <a:gd name="connsiteX8" fmla="*/ 404838 w 900000"/>
              <a:gd name="connsiteY8" fmla="*/ 541530 h 944999"/>
              <a:gd name="connsiteX9" fmla="*/ 433350 w 900000"/>
              <a:gd name="connsiteY9" fmla="*/ 891225 h 944999"/>
              <a:gd name="connsiteX10" fmla="*/ 417375 w 900000"/>
              <a:gd name="connsiteY10" fmla="*/ 897660 h 944999"/>
              <a:gd name="connsiteX11" fmla="*/ 392625 w 900000"/>
              <a:gd name="connsiteY11" fmla="*/ 897660 h 944999"/>
              <a:gd name="connsiteX12" fmla="*/ 0 w 900000"/>
              <a:gd name="connsiteY12" fmla="*/ 405000 h 944999"/>
              <a:gd name="connsiteX13" fmla="*/ 0 w 900000"/>
              <a:gd name="connsiteY13" fmla="*/ 168750 h 944999"/>
              <a:gd name="connsiteX14" fmla="*/ 900000 w 900000"/>
              <a:gd name="connsiteY14" fmla="*/ 697500 h 944999"/>
              <a:gd name="connsiteX15" fmla="*/ 652500 w 900000"/>
              <a:gd name="connsiteY15" fmla="*/ 450000 h 944999"/>
              <a:gd name="connsiteX16" fmla="*/ 405000 w 900000"/>
              <a:gd name="connsiteY16" fmla="*/ 697500 h 944999"/>
              <a:gd name="connsiteX17" fmla="*/ 652500 w 900000"/>
              <a:gd name="connsiteY17" fmla="*/ 945000 h 944999"/>
              <a:gd name="connsiteX18" fmla="*/ 900000 w 900000"/>
              <a:gd name="connsiteY18" fmla="*/ 697500 h 944999"/>
              <a:gd name="connsiteX19" fmla="*/ 803430 w 900000"/>
              <a:gd name="connsiteY19" fmla="*/ 591570 h 944999"/>
              <a:gd name="connsiteX20" fmla="*/ 803471 w 900000"/>
              <a:gd name="connsiteY20" fmla="*/ 623390 h 944999"/>
              <a:gd name="connsiteX21" fmla="*/ 803430 w 900000"/>
              <a:gd name="connsiteY21" fmla="*/ 623430 h 944999"/>
              <a:gd name="connsiteX22" fmla="*/ 623430 w 900000"/>
              <a:gd name="connsiteY22" fmla="*/ 803430 h 944999"/>
              <a:gd name="connsiteX23" fmla="*/ 591611 w 900000"/>
              <a:gd name="connsiteY23" fmla="*/ 803471 h 944999"/>
              <a:gd name="connsiteX24" fmla="*/ 591570 w 900000"/>
              <a:gd name="connsiteY24" fmla="*/ 803430 h 944999"/>
              <a:gd name="connsiteX25" fmla="*/ 501570 w 900000"/>
              <a:gd name="connsiteY25" fmla="*/ 713430 h 944999"/>
              <a:gd name="connsiteX26" fmla="*/ 501570 w 900000"/>
              <a:gd name="connsiteY26" fmla="*/ 681570 h 944999"/>
              <a:gd name="connsiteX27" fmla="*/ 533430 w 900000"/>
              <a:gd name="connsiteY27" fmla="*/ 681570 h 944999"/>
              <a:gd name="connsiteX28" fmla="*/ 607500 w 900000"/>
              <a:gd name="connsiteY28" fmla="*/ 755685 h 944999"/>
              <a:gd name="connsiteX29" fmla="*/ 771570 w 900000"/>
              <a:gd name="connsiteY29" fmla="*/ 591570 h 944999"/>
              <a:gd name="connsiteX30" fmla="*/ 803390 w 900000"/>
              <a:gd name="connsiteY30" fmla="*/ 591530 h 944999"/>
              <a:gd name="connsiteX31" fmla="*/ 803430 w 900000"/>
              <a:gd name="connsiteY31" fmla="*/ 591570 h 94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0000" h="944999">
                <a:moveTo>
                  <a:pt x="0" y="168750"/>
                </a:moveTo>
                <a:cubicBezTo>
                  <a:pt x="0" y="150111"/>
                  <a:pt x="15111" y="135000"/>
                  <a:pt x="33750" y="135000"/>
                </a:cubicBezTo>
                <a:cubicBezTo>
                  <a:pt x="153585" y="135000"/>
                  <a:pt x="270360" y="92565"/>
                  <a:pt x="384750" y="6750"/>
                </a:cubicBezTo>
                <a:cubicBezTo>
                  <a:pt x="396752" y="-2250"/>
                  <a:pt x="413249" y="-2250"/>
                  <a:pt x="425250" y="6750"/>
                </a:cubicBezTo>
                <a:cubicBezTo>
                  <a:pt x="539640" y="92565"/>
                  <a:pt x="656415" y="135000"/>
                  <a:pt x="776250" y="135000"/>
                </a:cubicBezTo>
                <a:cubicBezTo>
                  <a:pt x="794889" y="135000"/>
                  <a:pt x="810000" y="150111"/>
                  <a:pt x="810000" y="168750"/>
                </a:cubicBezTo>
                <a:lnTo>
                  <a:pt x="810000" y="405000"/>
                </a:lnTo>
                <a:cubicBezTo>
                  <a:pt x="810000" y="420210"/>
                  <a:pt x="809370" y="435150"/>
                  <a:pt x="808200" y="449820"/>
                </a:cubicBezTo>
                <a:cubicBezTo>
                  <a:pt x="671490" y="363758"/>
                  <a:pt x="490896" y="404820"/>
                  <a:pt x="404838" y="541530"/>
                </a:cubicBezTo>
                <a:cubicBezTo>
                  <a:pt x="335615" y="651488"/>
                  <a:pt x="347229" y="793931"/>
                  <a:pt x="433350" y="891225"/>
                </a:cubicBezTo>
                <a:lnTo>
                  <a:pt x="417375" y="897660"/>
                </a:lnTo>
                <a:cubicBezTo>
                  <a:pt x="409424" y="900792"/>
                  <a:pt x="400577" y="900792"/>
                  <a:pt x="392625" y="897660"/>
                </a:cubicBezTo>
                <a:cubicBezTo>
                  <a:pt x="133110" y="795420"/>
                  <a:pt x="0" y="630000"/>
                  <a:pt x="0" y="405000"/>
                </a:cubicBezTo>
                <a:lnTo>
                  <a:pt x="0" y="168750"/>
                </a:lnTo>
                <a:close/>
                <a:moveTo>
                  <a:pt x="900000" y="697500"/>
                </a:moveTo>
                <a:cubicBezTo>
                  <a:pt x="900000" y="560808"/>
                  <a:pt x="789192" y="450000"/>
                  <a:pt x="652500" y="450000"/>
                </a:cubicBezTo>
                <a:cubicBezTo>
                  <a:pt x="515808" y="450000"/>
                  <a:pt x="405000" y="560808"/>
                  <a:pt x="405000" y="697500"/>
                </a:cubicBezTo>
                <a:cubicBezTo>
                  <a:pt x="405000" y="834192"/>
                  <a:pt x="515808" y="945000"/>
                  <a:pt x="652500" y="945000"/>
                </a:cubicBezTo>
                <a:cubicBezTo>
                  <a:pt x="789192" y="945000"/>
                  <a:pt x="900000" y="834192"/>
                  <a:pt x="900000" y="697500"/>
                </a:cubicBezTo>
                <a:close/>
                <a:moveTo>
                  <a:pt x="803430" y="591570"/>
                </a:moveTo>
                <a:cubicBezTo>
                  <a:pt x="812228" y="600345"/>
                  <a:pt x="812246" y="614592"/>
                  <a:pt x="803471" y="623390"/>
                </a:cubicBezTo>
                <a:cubicBezTo>
                  <a:pt x="803457" y="623403"/>
                  <a:pt x="803444" y="623417"/>
                  <a:pt x="803430" y="623430"/>
                </a:cubicBezTo>
                <a:lnTo>
                  <a:pt x="623430" y="803430"/>
                </a:lnTo>
                <a:cubicBezTo>
                  <a:pt x="614655" y="812228"/>
                  <a:pt x="600408" y="812246"/>
                  <a:pt x="591611" y="803471"/>
                </a:cubicBezTo>
                <a:cubicBezTo>
                  <a:pt x="591597" y="803457"/>
                  <a:pt x="591584" y="803444"/>
                  <a:pt x="591570" y="803430"/>
                </a:cubicBezTo>
                <a:lnTo>
                  <a:pt x="501570" y="713430"/>
                </a:lnTo>
                <a:cubicBezTo>
                  <a:pt x="492772" y="704633"/>
                  <a:pt x="492772" y="690367"/>
                  <a:pt x="501570" y="681570"/>
                </a:cubicBezTo>
                <a:cubicBezTo>
                  <a:pt x="510368" y="672773"/>
                  <a:pt x="524633" y="672773"/>
                  <a:pt x="533430" y="681570"/>
                </a:cubicBezTo>
                <a:lnTo>
                  <a:pt x="607500" y="755685"/>
                </a:lnTo>
                <a:lnTo>
                  <a:pt x="771570" y="591570"/>
                </a:lnTo>
                <a:cubicBezTo>
                  <a:pt x="780345" y="582773"/>
                  <a:pt x="794592" y="582755"/>
                  <a:pt x="803390" y="591530"/>
                </a:cubicBezTo>
                <a:cubicBezTo>
                  <a:pt x="803403" y="591543"/>
                  <a:pt x="803417" y="591557"/>
                  <a:pt x="803430" y="59157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5">
            <a:extLst>
              <a:ext uri="{FF2B5EF4-FFF2-40B4-BE49-F238E27FC236}">
                <a16:creationId xmlns:a16="http://schemas.microsoft.com/office/drawing/2014/main" id="{3FA4C8BD-9737-75BF-929E-A01A956CD500}"/>
              </a:ext>
            </a:extLst>
          </p:cNvPr>
          <p:cNvSpPr/>
          <p:nvPr/>
        </p:nvSpPr>
        <p:spPr>
          <a:xfrm>
            <a:off x="2130106" y="5284877"/>
            <a:ext cx="397514" cy="441686"/>
          </a:xfrm>
          <a:custGeom>
            <a:avLst/>
            <a:gdLst>
              <a:gd name="connsiteX0" fmla="*/ 0 w 810000"/>
              <a:gd name="connsiteY0" fmla="*/ 168750 h 900008"/>
              <a:gd name="connsiteX1" fmla="*/ 0 w 810000"/>
              <a:gd name="connsiteY1" fmla="*/ 405000 h 900008"/>
              <a:gd name="connsiteX2" fmla="*/ 392625 w 810000"/>
              <a:gd name="connsiteY2" fmla="*/ 897660 h 900008"/>
              <a:gd name="connsiteX3" fmla="*/ 417375 w 810000"/>
              <a:gd name="connsiteY3" fmla="*/ 897660 h 900008"/>
              <a:gd name="connsiteX4" fmla="*/ 810000 w 810000"/>
              <a:gd name="connsiteY4" fmla="*/ 405000 h 900008"/>
              <a:gd name="connsiteX5" fmla="*/ 810000 w 810000"/>
              <a:gd name="connsiteY5" fmla="*/ 168750 h 900008"/>
              <a:gd name="connsiteX6" fmla="*/ 776250 w 810000"/>
              <a:gd name="connsiteY6" fmla="*/ 135000 h 900008"/>
              <a:gd name="connsiteX7" fmla="*/ 425250 w 810000"/>
              <a:gd name="connsiteY7" fmla="*/ 6750 h 900008"/>
              <a:gd name="connsiteX8" fmla="*/ 384750 w 810000"/>
              <a:gd name="connsiteY8" fmla="*/ 6750 h 900008"/>
              <a:gd name="connsiteX9" fmla="*/ 33750 w 810000"/>
              <a:gd name="connsiteY9" fmla="*/ 135000 h 900008"/>
              <a:gd name="connsiteX10" fmla="*/ 0 w 810000"/>
              <a:gd name="connsiteY10" fmla="*/ 168750 h 900008"/>
              <a:gd name="connsiteX11" fmla="*/ 494775 w 810000"/>
              <a:gd name="connsiteY11" fmla="*/ 405000 h 900008"/>
              <a:gd name="connsiteX12" fmla="*/ 438750 w 810000"/>
              <a:gd name="connsiteY12" fmla="*/ 488340 h 900008"/>
              <a:gd name="connsiteX13" fmla="*/ 438750 w 810000"/>
              <a:gd name="connsiteY13" fmla="*/ 596250 h 900008"/>
              <a:gd name="connsiteX14" fmla="*/ 405000 w 810000"/>
              <a:gd name="connsiteY14" fmla="*/ 630000 h 900008"/>
              <a:gd name="connsiteX15" fmla="*/ 371250 w 810000"/>
              <a:gd name="connsiteY15" fmla="*/ 596250 h 900008"/>
              <a:gd name="connsiteX16" fmla="*/ 371250 w 810000"/>
              <a:gd name="connsiteY16" fmla="*/ 488520 h 900008"/>
              <a:gd name="connsiteX17" fmla="*/ 321251 w 810000"/>
              <a:gd name="connsiteY17" fmla="*/ 371471 h 900008"/>
              <a:gd name="connsiteX18" fmla="*/ 438300 w 810000"/>
              <a:gd name="connsiteY18" fmla="*/ 321474 h 900008"/>
              <a:gd name="connsiteX19" fmla="*/ 494775 w 810000"/>
              <a:gd name="connsiteY19" fmla="*/ 405000 h 90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0000" h="900008">
                <a:moveTo>
                  <a:pt x="0" y="168750"/>
                </a:moveTo>
                <a:lnTo>
                  <a:pt x="0" y="405000"/>
                </a:lnTo>
                <a:cubicBezTo>
                  <a:pt x="0" y="630045"/>
                  <a:pt x="133110" y="795420"/>
                  <a:pt x="392625" y="897660"/>
                </a:cubicBezTo>
                <a:cubicBezTo>
                  <a:pt x="400577" y="900792"/>
                  <a:pt x="409424" y="900792"/>
                  <a:pt x="417375" y="897660"/>
                </a:cubicBezTo>
                <a:cubicBezTo>
                  <a:pt x="676890" y="795420"/>
                  <a:pt x="810000" y="630000"/>
                  <a:pt x="810000" y="405000"/>
                </a:cubicBezTo>
                <a:lnTo>
                  <a:pt x="810000" y="168750"/>
                </a:lnTo>
                <a:cubicBezTo>
                  <a:pt x="810000" y="150111"/>
                  <a:pt x="794889" y="135000"/>
                  <a:pt x="776250" y="135000"/>
                </a:cubicBezTo>
                <a:cubicBezTo>
                  <a:pt x="656415" y="135000"/>
                  <a:pt x="539640" y="92565"/>
                  <a:pt x="425250" y="6750"/>
                </a:cubicBezTo>
                <a:cubicBezTo>
                  <a:pt x="413249" y="-2250"/>
                  <a:pt x="396752" y="-2250"/>
                  <a:pt x="384750" y="6750"/>
                </a:cubicBezTo>
                <a:cubicBezTo>
                  <a:pt x="270360" y="92565"/>
                  <a:pt x="153585" y="135000"/>
                  <a:pt x="33750" y="135000"/>
                </a:cubicBezTo>
                <a:cubicBezTo>
                  <a:pt x="15111" y="135000"/>
                  <a:pt x="0" y="150111"/>
                  <a:pt x="0" y="168750"/>
                </a:cubicBezTo>
                <a:close/>
                <a:moveTo>
                  <a:pt x="494775" y="405000"/>
                </a:moveTo>
                <a:cubicBezTo>
                  <a:pt x="494775" y="441585"/>
                  <a:pt x="472626" y="474530"/>
                  <a:pt x="438750" y="488340"/>
                </a:cubicBezTo>
                <a:lnTo>
                  <a:pt x="438750" y="596250"/>
                </a:lnTo>
                <a:cubicBezTo>
                  <a:pt x="438750" y="614889"/>
                  <a:pt x="423639" y="630000"/>
                  <a:pt x="405000" y="630000"/>
                </a:cubicBezTo>
                <a:cubicBezTo>
                  <a:pt x="386361" y="630000"/>
                  <a:pt x="371250" y="614889"/>
                  <a:pt x="371250" y="596250"/>
                </a:cubicBezTo>
                <a:lnTo>
                  <a:pt x="371250" y="488520"/>
                </a:lnTo>
                <a:cubicBezTo>
                  <a:pt x="325121" y="470003"/>
                  <a:pt x="302737" y="417600"/>
                  <a:pt x="321251" y="371471"/>
                </a:cubicBezTo>
                <a:cubicBezTo>
                  <a:pt x="339768" y="325344"/>
                  <a:pt x="392171" y="302959"/>
                  <a:pt x="438300" y="321474"/>
                </a:cubicBezTo>
                <a:cubicBezTo>
                  <a:pt x="472419" y="335169"/>
                  <a:pt x="494775" y="368235"/>
                  <a:pt x="494775" y="405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Graphic 9">
            <a:extLst>
              <a:ext uri="{FF2B5EF4-FFF2-40B4-BE49-F238E27FC236}">
                <a16:creationId xmlns:a16="http://schemas.microsoft.com/office/drawing/2014/main" id="{6222F374-97D3-FCD3-B5AE-AFB375E4599E}"/>
              </a:ext>
            </a:extLst>
          </p:cNvPr>
          <p:cNvSpPr/>
          <p:nvPr/>
        </p:nvSpPr>
        <p:spPr>
          <a:xfrm>
            <a:off x="9663875" y="5284857"/>
            <a:ext cx="441682" cy="441726"/>
          </a:xfrm>
          <a:custGeom>
            <a:avLst/>
            <a:gdLst>
              <a:gd name="connsiteX0" fmla="*/ 360000 w 900000"/>
              <a:gd name="connsiteY0" fmla="*/ 0 h 900090"/>
              <a:gd name="connsiteX1" fmla="*/ 540000 w 900000"/>
              <a:gd name="connsiteY1" fmla="*/ 180000 h 900090"/>
              <a:gd name="connsiteX2" fmla="*/ 540000 w 900000"/>
              <a:gd name="connsiteY2" fmla="*/ 270000 h 900090"/>
              <a:gd name="connsiteX3" fmla="*/ 652500 w 900000"/>
              <a:gd name="connsiteY3" fmla="*/ 270000 h 900090"/>
              <a:gd name="connsiteX4" fmla="*/ 720000 w 900000"/>
              <a:gd name="connsiteY4" fmla="*/ 337500 h 900090"/>
              <a:gd name="connsiteX5" fmla="*/ 720000 w 900000"/>
              <a:gd name="connsiteY5" fmla="*/ 405000 h 900090"/>
              <a:gd name="connsiteX6" fmla="*/ 679680 w 900000"/>
              <a:gd name="connsiteY6" fmla="*/ 419805 h 900090"/>
              <a:gd name="connsiteX7" fmla="*/ 674865 w 900000"/>
              <a:gd name="connsiteY7" fmla="*/ 424305 h 900090"/>
              <a:gd name="connsiteX8" fmla="*/ 558000 w 900000"/>
              <a:gd name="connsiteY8" fmla="*/ 480015 h 900090"/>
              <a:gd name="connsiteX9" fmla="*/ 495000 w 900000"/>
              <a:gd name="connsiteY9" fmla="*/ 543735 h 900090"/>
              <a:gd name="connsiteX10" fmla="*/ 495000 w 900000"/>
              <a:gd name="connsiteY10" fmla="*/ 656280 h 900090"/>
              <a:gd name="connsiteX11" fmla="*/ 615600 w 900000"/>
              <a:gd name="connsiteY11" fmla="*/ 900090 h 900090"/>
              <a:gd name="connsiteX12" fmla="*/ 67500 w 900000"/>
              <a:gd name="connsiteY12" fmla="*/ 900000 h 900090"/>
              <a:gd name="connsiteX13" fmla="*/ 0 w 900000"/>
              <a:gd name="connsiteY13" fmla="*/ 832500 h 900090"/>
              <a:gd name="connsiteX14" fmla="*/ 0 w 900000"/>
              <a:gd name="connsiteY14" fmla="*/ 337500 h 900090"/>
              <a:gd name="connsiteX15" fmla="*/ 67500 w 900000"/>
              <a:gd name="connsiteY15" fmla="*/ 270000 h 900090"/>
              <a:gd name="connsiteX16" fmla="*/ 180000 w 900000"/>
              <a:gd name="connsiteY16" fmla="*/ 270000 h 900090"/>
              <a:gd name="connsiteX17" fmla="*/ 180000 w 900000"/>
              <a:gd name="connsiteY17" fmla="*/ 180000 h 900090"/>
              <a:gd name="connsiteX18" fmla="*/ 360000 w 900000"/>
              <a:gd name="connsiteY18" fmla="*/ 0 h 900090"/>
              <a:gd name="connsiteX19" fmla="*/ 732780 w 900000"/>
              <a:gd name="connsiteY19" fmla="*/ 455490 h 900090"/>
              <a:gd name="connsiteX20" fmla="*/ 882000 w 900000"/>
              <a:gd name="connsiteY20" fmla="*/ 525015 h 900090"/>
              <a:gd name="connsiteX21" fmla="*/ 899640 w 900000"/>
              <a:gd name="connsiteY21" fmla="*/ 539955 h 900090"/>
              <a:gd name="connsiteX22" fmla="*/ 900000 w 900000"/>
              <a:gd name="connsiteY22" fmla="*/ 543735 h 900090"/>
              <a:gd name="connsiteX23" fmla="*/ 900000 w 900000"/>
              <a:gd name="connsiteY23" fmla="*/ 656280 h 900090"/>
              <a:gd name="connsiteX24" fmla="*/ 725715 w 900000"/>
              <a:gd name="connsiteY24" fmla="*/ 899055 h 900090"/>
              <a:gd name="connsiteX25" fmla="*/ 714330 w 900000"/>
              <a:gd name="connsiteY25" fmla="*/ 899055 h 900090"/>
              <a:gd name="connsiteX26" fmla="*/ 540180 w 900000"/>
              <a:gd name="connsiteY26" fmla="*/ 668205 h 900090"/>
              <a:gd name="connsiteX27" fmla="*/ 540000 w 900000"/>
              <a:gd name="connsiteY27" fmla="*/ 656325 h 900090"/>
              <a:gd name="connsiteX28" fmla="*/ 540000 w 900000"/>
              <a:gd name="connsiteY28" fmla="*/ 543825 h 900090"/>
              <a:gd name="connsiteX29" fmla="*/ 558000 w 900000"/>
              <a:gd name="connsiteY29" fmla="*/ 525060 h 900090"/>
              <a:gd name="connsiteX30" fmla="*/ 707310 w 900000"/>
              <a:gd name="connsiteY30" fmla="*/ 455535 h 900090"/>
              <a:gd name="connsiteX31" fmla="*/ 732056 w 900000"/>
              <a:gd name="connsiteY31" fmla="*/ 454811 h 900090"/>
              <a:gd name="connsiteX32" fmla="*/ 732780 w 900000"/>
              <a:gd name="connsiteY32" fmla="*/ 455535 h 900090"/>
              <a:gd name="connsiteX33" fmla="*/ 360000 w 900000"/>
              <a:gd name="connsiteY33" fmla="*/ 517500 h 900090"/>
              <a:gd name="connsiteX34" fmla="*/ 292500 w 900000"/>
              <a:gd name="connsiteY34" fmla="*/ 585000 h 900090"/>
              <a:gd name="connsiteX35" fmla="*/ 360000 w 900000"/>
              <a:gd name="connsiteY35" fmla="*/ 652500 h 900090"/>
              <a:gd name="connsiteX36" fmla="*/ 427500 w 900000"/>
              <a:gd name="connsiteY36" fmla="*/ 585000 h 900090"/>
              <a:gd name="connsiteX37" fmla="*/ 360000 w 900000"/>
              <a:gd name="connsiteY37" fmla="*/ 517500 h 900090"/>
              <a:gd name="connsiteX38" fmla="*/ 360000 w 900000"/>
              <a:gd name="connsiteY38" fmla="*/ 90000 h 900090"/>
              <a:gd name="connsiteX39" fmla="*/ 270000 w 900000"/>
              <a:gd name="connsiteY39" fmla="*/ 180000 h 900090"/>
              <a:gd name="connsiteX40" fmla="*/ 270000 w 900000"/>
              <a:gd name="connsiteY40" fmla="*/ 270000 h 900090"/>
              <a:gd name="connsiteX41" fmla="*/ 450000 w 900000"/>
              <a:gd name="connsiteY41" fmla="*/ 270000 h 900090"/>
              <a:gd name="connsiteX42" fmla="*/ 450000 w 900000"/>
              <a:gd name="connsiteY42" fmla="*/ 180000 h 900090"/>
              <a:gd name="connsiteX43" fmla="*/ 360000 w 900000"/>
              <a:gd name="connsiteY43" fmla="*/ 90000 h 90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000" h="900090">
                <a:moveTo>
                  <a:pt x="360000" y="0"/>
                </a:moveTo>
                <a:cubicBezTo>
                  <a:pt x="459410" y="0"/>
                  <a:pt x="540000" y="80589"/>
                  <a:pt x="540000" y="180000"/>
                </a:cubicBezTo>
                <a:lnTo>
                  <a:pt x="540000" y="270000"/>
                </a:lnTo>
                <a:lnTo>
                  <a:pt x="652500" y="270000"/>
                </a:lnTo>
                <a:cubicBezTo>
                  <a:pt x="689778" y="270000"/>
                  <a:pt x="720000" y="300221"/>
                  <a:pt x="720000" y="337500"/>
                </a:cubicBezTo>
                <a:lnTo>
                  <a:pt x="720000" y="405000"/>
                </a:lnTo>
                <a:cubicBezTo>
                  <a:pt x="705645" y="405000"/>
                  <a:pt x="691335" y="409950"/>
                  <a:pt x="679680" y="419805"/>
                </a:cubicBezTo>
                <a:lnTo>
                  <a:pt x="674865" y="424305"/>
                </a:lnTo>
                <a:cubicBezTo>
                  <a:pt x="638325" y="462330"/>
                  <a:pt x="600345" y="480015"/>
                  <a:pt x="558000" y="480015"/>
                </a:cubicBezTo>
                <a:cubicBezTo>
                  <a:pt x="522765" y="480015"/>
                  <a:pt x="495000" y="508950"/>
                  <a:pt x="495000" y="543735"/>
                </a:cubicBezTo>
                <a:lnTo>
                  <a:pt x="495000" y="656280"/>
                </a:lnTo>
                <a:cubicBezTo>
                  <a:pt x="495000" y="763110"/>
                  <a:pt x="536580" y="846180"/>
                  <a:pt x="615600" y="900090"/>
                </a:cubicBezTo>
                <a:lnTo>
                  <a:pt x="67500" y="900000"/>
                </a:lnTo>
                <a:cubicBezTo>
                  <a:pt x="30221" y="900000"/>
                  <a:pt x="0" y="869778"/>
                  <a:pt x="0" y="832500"/>
                </a:cubicBezTo>
                <a:lnTo>
                  <a:pt x="0" y="337500"/>
                </a:lnTo>
                <a:cubicBezTo>
                  <a:pt x="0" y="300221"/>
                  <a:pt x="30221" y="270000"/>
                  <a:pt x="67500" y="270000"/>
                </a:cubicBezTo>
                <a:lnTo>
                  <a:pt x="180000" y="270000"/>
                </a:lnTo>
                <a:lnTo>
                  <a:pt x="180000" y="180000"/>
                </a:lnTo>
                <a:cubicBezTo>
                  <a:pt x="180000" y="80589"/>
                  <a:pt x="260589" y="0"/>
                  <a:pt x="360000" y="0"/>
                </a:cubicBezTo>
                <a:close/>
                <a:moveTo>
                  <a:pt x="732780" y="455490"/>
                </a:moveTo>
                <a:cubicBezTo>
                  <a:pt x="777420" y="502110"/>
                  <a:pt x="826875" y="525015"/>
                  <a:pt x="882000" y="525015"/>
                </a:cubicBezTo>
                <a:cubicBezTo>
                  <a:pt x="890685" y="525015"/>
                  <a:pt x="897975" y="531450"/>
                  <a:pt x="899640" y="539955"/>
                </a:cubicBezTo>
                <a:lnTo>
                  <a:pt x="900000" y="543735"/>
                </a:lnTo>
                <a:lnTo>
                  <a:pt x="900000" y="656280"/>
                </a:lnTo>
                <a:cubicBezTo>
                  <a:pt x="900000" y="776970"/>
                  <a:pt x="840915" y="859050"/>
                  <a:pt x="725715" y="899055"/>
                </a:cubicBezTo>
                <a:cubicBezTo>
                  <a:pt x="722029" y="900338"/>
                  <a:pt x="718016" y="900338"/>
                  <a:pt x="714330" y="899055"/>
                </a:cubicBezTo>
                <a:cubicBezTo>
                  <a:pt x="602910" y="860355"/>
                  <a:pt x="544005" y="782415"/>
                  <a:pt x="540180" y="668205"/>
                </a:cubicBezTo>
                <a:lnTo>
                  <a:pt x="540000" y="656325"/>
                </a:lnTo>
                <a:lnTo>
                  <a:pt x="540000" y="543825"/>
                </a:lnTo>
                <a:cubicBezTo>
                  <a:pt x="540000" y="533475"/>
                  <a:pt x="548100" y="525060"/>
                  <a:pt x="558000" y="525060"/>
                </a:cubicBezTo>
                <a:cubicBezTo>
                  <a:pt x="613035" y="525060"/>
                  <a:pt x="662535" y="502110"/>
                  <a:pt x="707310" y="455535"/>
                </a:cubicBezTo>
                <a:cubicBezTo>
                  <a:pt x="713943" y="448501"/>
                  <a:pt x="725022" y="448178"/>
                  <a:pt x="732056" y="454811"/>
                </a:cubicBezTo>
                <a:cubicBezTo>
                  <a:pt x="732303" y="455044"/>
                  <a:pt x="732546" y="455288"/>
                  <a:pt x="732780" y="455535"/>
                </a:cubicBezTo>
                <a:close/>
                <a:moveTo>
                  <a:pt x="360000" y="517500"/>
                </a:moveTo>
                <a:cubicBezTo>
                  <a:pt x="322721" y="517500"/>
                  <a:pt x="292500" y="547722"/>
                  <a:pt x="292500" y="585000"/>
                </a:cubicBezTo>
                <a:cubicBezTo>
                  <a:pt x="292500" y="622278"/>
                  <a:pt x="322721" y="652500"/>
                  <a:pt x="360000" y="652500"/>
                </a:cubicBezTo>
                <a:cubicBezTo>
                  <a:pt x="397278" y="652500"/>
                  <a:pt x="427500" y="622278"/>
                  <a:pt x="427500" y="585000"/>
                </a:cubicBezTo>
                <a:cubicBezTo>
                  <a:pt x="427500" y="547722"/>
                  <a:pt x="397278" y="517500"/>
                  <a:pt x="360000" y="517500"/>
                </a:cubicBezTo>
                <a:close/>
                <a:moveTo>
                  <a:pt x="360000" y="90000"/>
                </a:moveTo>
                <a:cubicBezTo>
                  <a:pt x="310294" y="90000"/>
                  <a:pt x="270000" y="130294"/>
                  <a:pt x="270000" y="180000"/>
                </a:cubicBezTo>
                <a:lnTo>
                  <a:pt x="270000" y="270000"/>
                </a:lnTo>
                <a:lnTo>
                  <a:pt x="450000" y="270000"/>
                </a:lnTo>
                <a:lnTo>
                  <a:pt x="450000" y="180000"/>
                </a:lnTo>
                <a:cubicBezTo>
                  <a:pt x="450000" y="130294"/>
                  <a:pt x="409707" y="90000"/>
                  <a:pt x="360000" y="90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3">
            <a:extLst>
              <a:ext uri="{FF2B5EF4-FFF2-40B4-BE49-F238E27FC236}">
                <a16:creationId xmlns:a16="http://schemas.microsoft.com/office/drawing/2014/main" id="{9813E439-A7D8-BEAF-C3B0-369F559FF81B}"/>
              </a:ext>
            </a:extLst>
          </p:cNvPr>
          <p:cNvSpPr/>
          <p:nvPr/>
        </p:nvSpPr>
        <p:spPr>
          <a:xfrm>
            <a:off x="7056140" y="5273837"/>
            <a:ext cx="441682" cy="463766"/>
          </a:xfrm>
          <a:custGeom>
            <a:avLst/>
            <a:gdLst>
              <a:gd name="connsiteX0" fmla="*/ 0 w 900000"/>
              <a:gd name="connsiteY0" fmla="*/ 168750 h 944999"/>
              <a:gd name="connsiteX1" fmla="*/ 33750 w 900000"/>
              <a:gd name="connsiteY1" fmla="*/ 135000 h 944999"/>
              <a:gd name="connsiteX2" fmla="*/ 384750 w 900000"/>
              <a:gd name="connsiteY2" fmla="*/ 6750 h 944999"/>
              <a:gd name="connsiteX3" fmla="*/ 425250 w 900000"/>
              <a:gd name="connsiteY3" fmla="*/ 6750 h 944999"/>
              <a:gd name="connsiteX4" fmla="*/ 776250 w 900000"/>
              <a:gd name="connsiteY4" fmla="*/ 135000 h 944999"/>
              <a:gd name="connsiteX5" fmla="*/ 810000 w 900000"/>
              <a:gd name="connsiteY5" fmla="*/ 168750 h 944999"/>
              <a:gd name="connsiteX6" fmla="*/ 810000 w 900000"/>
              <a:gd name="connsiteY6" fmla="*/ 405000 h 944999"/>
              <a:gd name="connsiteX7" fmla="*/ 808200 w 900000"/>
              <a:gd name="connsiteY7" fmla="*/ 449820 h 944999"/>
              <a:gd name="connsiteX8" fmla="*/ 404838 w 900000"/>
              <a:gd name="connsiteY8" fmla="*/ 541530 h 944999"/>
              <a:gd name="connsiteX9" fmla="*/ 433350 w 900000"/>
              <a:gd name="connsiteY9" fmla="*/ 891225 h 944999"/>
              <a:gd name="connsiteX10" fmla="*/ 417375 w 900000"/>
              <a:gd name="connsiteY10" fmla="*/ 897660 h 944999"/>
              <a:gd name="connsiteX11" fmla="*/ 392625 w 900000"/>
              <a:gd name="connsiteY11" fmla="*/ 897660 h 944999"/>
              <a:gd name="connsiteX12" fmla="*/ 0 w 900000"/>
              <a:gd name="connsiteY12" fmla="*/ 405000 h 944999"/>
              <a:gd name="connsiteX13" fmla="*/ 0 w 900000"/>
              <a:gd name="connsiteY13" fmla="*/ 168750 h 944999"/>
              <a:gd name="connsiteX14" fmla="*/ 900000 w 900000"/>
              <a:gd name="connsiteY14" fmla="*/ 697500 h 944999"/>
              <a:gd name="connsiteX15" fmla="*/ 652500 w 900000"/>
              <a:gd name="connsiteY15" fmla="*/ 450000 h 944999"/>
              <a:gd name="connsiteX16" fmla="*/ 405000 w 900000"/>
              <a:gd name="connsiteY16" fmla="*/ 697500 h 944999"/>
              <a:gd name="connsiteX17" fmla="*/ 652500 w 900000"/>
              <a:gd name="connsiteY17" fmla="*/ 945000 h 944999"/>
              <a:gd name="connsiteX18" fmla="*/ 900000 w 900000"/>
              <a:gd name="connsiteY18" fmla="*/ 697500 h 944999"/>
              <a:gd name="connsiteX19" fmla="*/ 803430 w 900000"/>
              <a:gd name="connsiteY19" fmla="*/ 591570 h 944999"/>
              <a:gd name="connsiteX20" fmla="*/ 803471 w 900000"/>
              <a:gd name="connsiteY20" fmla="*/ 623390 h 944999"/>
              <a:gd name="connsiteX21" fmla="*/ 803430 w 900000"/>
              <a:gd name="connsiteY21" fmla="*/ 623430 h 944999"/>
              <a:gd name="connsiteX22" fmla="*/ 623430 w 900000"/>
              <a:gd name="connsiteY22" fmla="*/ 803430 h 944999"/>
              <a:gd name="connsiteX23" fmla="*/ 591611 w 900000"/>
              <a:gd name="connsiteY23" fmla="*/ 803471 h 944999"/>
              <a:gd name="connsiteX24" fmla="*/ 591570 w 900000"/>
              <a:gd name="connsiteY24" fmla="*/ 803430 h 944999"/>
              <a:gd name="connsiteX25" fmla="*/ 501570 w 900000"/>
              <a:gd name="connsiteY25" fmla="*/ 713430 h 944999"/>
              <a:gd name="connsiteX26" fmla="*/ 501570 w 900000"/>
              <a:gd name="connsiteY26" fmla="*/ 681570 h 944999"/>
              <a:gd name="connsiteX27" fmla="*/ 533430 w 900000"/>
              <a:gd name="connsiteY27" fmla="*/ 681570 h 944999"/>
              <a:gd name="connsiteX28" fmla="*/ 607500 w 900000"/>
              <a:gd name="connsiteY28" fmla="*/ 755685 h 944999"/>
              <a:gd name="connsiteX29" fmla="*/ 771570 w 900000"/>
              <a:gd name="connsiteY29" fmla="*/ 591570 h 944999"/>
              <a:gd name="connsiteX30" fmla="*/ 803390 w 900000"/>
              <a:gd name="connsiteY30" fmla="*/ 591530 h 944999"/>
              <a:gd name="connsiteX31" fmla="*/ 803430 w 900000"/>
              <a:gd name="connsiteY31" fmla="*/ 591570 h 94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0000" h="944999">
                <a:moveTo>
                  <a:pt x="0" y="168750"/>
                </a:moveTo>
                <a:cubicBezTo>
                  <a:pt x="0" y="150111"/>
                  <a:pt x="15111" y="135000"/>
                  <a:pt x="33750" y="135000"/>
                </a:cubicBezTo>
                <a:cubicBezTo>
                  <a:pt x="153585" y="135000"/>
                  <a:pt x="270360" y="92565"/>
                  <a:pt x="384750" y="6750"/>
                </a:cubicBezTo>
                <a:cubicBezTo>
                  <a:pt x="396752" y="-2250"/>
                  <a:pt x="413249" y="-2250"/>
                  <a:pt x="425250" y="6750"/>
                </a:cubicBezTo>
                <a:cubicBezTo>
                  <a:pt x="539640" y="92565"/>
                  <a:pt x="656415" y="135000"/>
                  <a:pt x="776250" y="135000"/>
                </a:cubicBezTo>
                <a:cubicBezTo>
                  <a:pt x="794889" y="135000"/>
                  <a:pt x="810000" y="150111"/>
                  <a:pt x="810000" y="168750"/>
                </a:cubicBezTo>
                <a:lnTo>
                  <a:pt x="810000" y="405000"/>
                </a:lnTo>
                <a:cubicBezTo>
                  <a:pt x="810000" y="420210"/>
                  <a:pt x="809370" y="435150"/>
                  <a:pt x="808200" y="449820"/>
                </a:cubicBezTo>
                <a:cubicBezTo>
                  <a:pt x="671490" y="363758"/>
                  <a:pt x="490896" y="404820"/>
                  <a:pt x="404838" y="541530"/>
                </a:cubicBezTo>
                <a:cubicBezTo>
                  <a:pt x="335615" y="651488"/>
                  <a:pt x="347229" y="793931"/>
                  <a:pt x="433350" y="891225"/>
                </a:cubicBezTo>
                <a:lnTo>
                  <a:pt x="417375" y="897660"/>
                </a:lnTo>
                <a:cubicBezTo>
                  <a:pt x="409424" y="900792"/>
                  <a:pt x="400577" y="900792"/>
                  <a:pt x="392625" y="897660"/>
                </a:cubicBezTo>
                <a:cubicBezTo>
                  <a:pt x="133110" y="795420"/>
                  <a:pt x="0" y="630000"/>
                  <a:pt x="0" y="405000"/>
                </a:cubicBezTo>
                <a:lnTo>
                  <a:pt x="0" y="168750"/>
                </a:lnTo>
                <a:close/>
                <a:moveTo>
                  <a:pt x="900000" y="697500"/>
                </a:moveTo>
                <a:cubicBezTo>
                  <a:pt x="900000" y="560808"/>
                  <a:pt x="789192" y="450000"/>
                  <a:pt x="652500" y="450000"/>
                </a:cubicBezTo>
                <a:cubicBezTo>
                  <a:pt x="515808" y="450000"/>
                  <a:pt x="405000" y="560808"/>
                  <a:pt x="405000" y="697500"/>
                </a:cubicBezTo>
                <a:cubicBezTo>
                  <a:pt x="405000" y="834192"/>
                  <a:pt x="515808" y="945000"/>
                  <a:pt x="652500" y="945000"/>
                </a:cubicBezTo>
                <a:cubicBezTo>
                  <a:pt x="789192" y="945000"/>
                  <a:pt x="900000" y="834192"/>
                  <a:pt x="900000" y="697500"/>
                </a:cubicBezTo>
                <a:close/>
                <a:moveTo>
                  <a:pt x="803430" y="591570"/>
                </a:moveTo>
                <a:cubicBezTo>
                  <a:pt x="812228" y="600345"/>
                  <a:pt x="812246" y="614592"/>
                  <a:pt x="803471" y="623390"/>
                </a:cubicBezTo>
                <a:cubicBezTo>
                  <a:pt x="803457" y="623403"/>
                  <a:pt x="803444" y="623417"/>
                  <a:pt x="803430" y="623430"/>
                </a:cubicBezTo>
                <a:lnTo>
                  <a:pt x="623430" y="803430"/>
                </a:lnTo>
                <a:cubicBezTo>
                  <a:pt x="614655" y="812228"/>
                  <a:pt x="600408" y="812246"/>
                  <a:pt x="591611" y="803471"/>
                </a:cubicBezTo>
                <a:cubicBezTo>
                  <a:pt x="591597" y="803457"/>
                  <a:pt x="591584" y="803444"/>
                  <a:pt x="591570" y="803430"/>
                </a:cubicBezTo>
                <a:lnTo>
                  <a:pt x="501570" y="713430"/>
                </a:lnTo>
                <a:cubicBezTo>
                  <a:pt x="492772" y="704633"/>
                  <a:pt x="492772" y="690367"/>
                  <a:pt x="501570" y="681570"/>
                </a:cubicBezTo>
                <a:cubicBezTo>
                  <a:pt x="510368" y="672773"/>
                  <a:pt x="524633" y="672773"/>
                  <a:pt x="533430" y="681570"/>
                </a:cubicBezTo>
                <a:lnTo>
                  <a:pt x="607500" y="755685"/>
                </a:lnTo>
                <a:lnTo>
                  <a:pt x="771570" y="591570"/>
                </a:lnTo>
                <a:cubicBezTo>
                  <a:pt x="780345" y="582773"/>
                  <a:pt x="794592" y="582755"/>
                  <a:pt x="803390" y="591530"/>
                </a:cubicBezTo>
                <a:cubicBezTo>
                  <a:pt x="803403" y="591543"/>
                  <a:pt x="803417" y="591557"/>
                  <a:pt x="803430" y="59157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5">
            <a:extLst>
              <a:ext uri="{FF2B5EF4-FFF2-40B4-BE49-F238E27FC236}">
                <a16:creationId xmlns:a16="http://schemas.microsoft.com/office/drawing/2014/main" id="{BEB28927-B742-E91E-554E-B7B2EAC36749}"/>
              </a:ext>
            </a:extLst>
          </p:cNvPr>
          <p:cNvSpPr/>
          <p:nvPr/>
        </p:nvSpPr>
        <p:spPr>
          <a:xfrm>
            <a:off x="3285806" y="5284877"/>
            <a:ext cx="397514" cy="441686"/>
          </a:xfrm>
          <a:custGeom>
            <a:avLst/>
            <a:gdLst>
              <a:gd name="connsiteX0" fmla="*/ 0 w 810000"/>
              <a:gd name="connsiteY0" fmla="*/ 168750 h 900008"/>
              <a:gd name="connsiteX1" fmla="*/ 0 w 810000"/>
              <a:gd name="connsiteY1" fmla="*/ 405000 h 900008"/>
              <a:gd name="connsiteX2" fmla="*/ 392625 w 810000"/>
              <a:gd name="connsiteY2" fmla="*/ 897660 h 900008"/>
              <a:gd name="connsiteX3" fmla="*/ 417375 w 810000"/>
              <a:gd name="connsiteY3" fmla="*/ 897660 h 900008"/>
              <a:gd name="connsiteX4" fmla="*/ 810000 w 810000"/>
              <a:gd name="connsiteY4" fmla="*/ 405000 h 900008"/>
              <a:gd name="connsiteX5" fmla="*/ 810000 w 810000"/>
              <a:gd name="connsiteY5" fmla="*/ 168750 h 900008"/>
              <a:gd name="connsiteX6" fmla="*/ 776250 w 810000"/>
              <a:gd name="connsiteY6" fmla="*/ 135000 h 900008"/>
              <a:gd name="connsiteX7" fmla="*/ 425250 w 810000"/>
              <a:gd name="connsiteY7" fmla="*/ 6750 h 900008"/>
              <a:gd name="connsiteX8" fmla="*/ 384750 w 810000"/>
              <a:gd name="connsiteY8" fmla="*/ 6750 h 900008"/>
              <a:gd name="connsiteX9" fmla="*/ 33750 w 810000"/>
              <a:gd name="connsiteY9" fmla="*/ 135000 h 900008"/>
              <a:gd name="connsiteX10" fmla="*/ 0 w 810000"/>
              <a:gd name="connsiteY10" fmla="*/ 168750 h 900008"/>
              <a:gd name="connsiteX11" fmla="*/ 494775 w 810000"/>
              <a:gd name="connsiteY11" fmla="*/ 405000 h 900008"/>
              <a:gd name="connsiteX12" fmla="*/ 438750 w 810000"/>
              <a:gd name="connsiteY12" fmla="*/ 488340 h 900008"/>
              <a:gd name="connsiteX13" fmla="*/ 438750 w 810000"/>
              <a:gd name="connsiteY13" fmla="*/ 596250 h 900008"/>
              <a:gd name="connsiteX14" fmla="*/ 405000 w 810000"/>
              <a:gd name="connsiteY14" fmla="*/ 630000 h 900008"/>
              <a:gd name="connsiteX15" fmla="*/ 371250 w 810000"/>
              <a:gd name="connsiteY15" fmla="*/ 596250 h 900008"/>
              <a:gd name="connsiteX16" fmla="*/ 371250 w 810000"/>
              <a:gd name="connsiteY16" fmla="*/ 488520 h 900008"/>
              <a:gd name="connsiteX17" fmla="*/ 321251 w 810000"/>
              <a:gd name="connsiteY17" fmla="*/ 371471 h 900008"/>
              <a:gd name="connsiteX18" fmla="*/ 438300 w 810000"/>
              <a:gd name="connsiteY18" fmla="*/ 321474 h 900008"/>
              <a:gd name="connsiteX19" fmla="*/ 494775 w 810000"/>
              <a:gd name="connsiteY19" fmla="*/ 405000 h 90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0000" h="900008">
                <a:moveTo>
                  <a:pt x="0" y="168750"/>
                </a:moveTo>
                <a:lnTo>
                  <a:pt x="0" y="405000"/>
                </a:lnTo>
                <a:cubicBezTo>
                  <a:pt x="0" y="630045"/>
                  <a:pt x="133110" y="795420"/>
                  <a:pt x="392625" y="897660"/>
                </a:cubicBezTo>
                <a:cubicBezTo>
                  <a:pt x="400577" y="900792"/>
                  <a:pt x="409424" y="900792"/>
                  <a:pt x="417375" y="897660"/>
                </a:cubicBezTo>
                <a:cubicBezTo>
                  <a:pt x="676890" y="795420"/>
                  <a:pt x="810000" y="630000"/>
                  <a:pt x="810000" y="405000"/>
                </a:cubicBezTo>
                <a:lnTo>
                  <a:pt x="810000" y="168750"/>
                </a:lnTo>
                <a:cubicBezTo>
                  <a:pt x="810000" y="150111"/>
                  <a:pt x="794889" y="135000"/>
                  <a:pt x="776250" y="135000"/>
                </a:cubicBezTo>
                <a:cubicBezTo>
                  <a:pt x="656415" y="135000"/>
                  <a:pt x="539640" y="92565"/>
                  <a:pt x="425250" y="6750"/>
                </a:cubicBezTo>
                <a:cubicBezTo>
                  <a:pt x="413249" y="-2250"/>
                  <a:pt x="396752" y="-2250"/>
                  <a:pt x="384750" y="6750"/>
                </a:cubicBezTo>
                <a:cubicBezTo>
                  <a:pt x="270360" y="92565"/>
                  <a:pt x="153585" y="135000"/>
                  <a:pt x="33750" y="135000"/>
                </a:cubicBezTo>
                <a:cubicBezTo>
                  <a:pt x="15111" y="135000"/>
                  <a:pt x="0" y="150111"/>
                  <a:pt x="0" y="168750"/>
                </a:cubicBezTo>
                <a:close/>
                <a:moveTo>
                  <a:pt x="494775" y="405000"/>
                </a:moveTo>
                <a:cubicBezTo>
                  <a:pt x="494775" y="441585"/>
                  <a:pt x="472626" y="474530"/>
                  <a:pt x="438750" y="488340"/>
                </a:cubicBezTo>
                <a:lnTo>
                  <a:pt x="438750" y="596250"/>
                </a:lnTo>
                <a:cubicBezTo>
                  <a:pt x="438750" y="614889"/>
                  <a:pt x="423639" y="630000"/>
                  <a:pt x="405000" y="630000"/>
                </a:cubicBezTo>
                <a:cubicBezTo>
                  <a:pt x="386361" y="630000"/>
                  <a:pt x="371250" y="614889"/>
                  <a:pt x="371250" y="596250"/>
                </a:cubicBezTo>
                <a:lnTo>
                  <a:pt x="371250" y="488520"/>
                </a:lnTo>
                <a:cubicBezTo>
                  <a:pt x="325121" y="470003"/>
                  <a:pt x="302737" y="417600"/>
                  <a:pt x="321251" y="371471"/>
                </a:cubicBezTo>
                <a:cubicBezTo>
                  <a:pt x="339768" y="325344"/>
                  <a:pt x="392171" y="302959"/>
                  <a:pt x="438300" y="321474"/>
                </a:cubicBezTo>
                <a:cubicBezTo>
                  <a:pt x="472419" y="335169"/>
                  <a:pt x="494775" y="368235"/>
                  <a:pt x="494775" y="405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Graphic 9">
            <a:extLst>
              <a:ext uri="{FF2B5EF4-FFF2-40B4-BE49-F238E27FC236}">
                <a16:creationId xmlns:a16="http://schemas.microsoft.com/office/drawing/2014/main" id="{C13C3F83-C50C-ACB0-4798-7DF7971DDBF3}"/>
              </a:ext>
            </a:extLst>
          </p:cNvPr>
          <p:cNvSpPr/>
          <p:nvPr/>
        </p:nvSpPr>
        <p:spPr>
          <a:xfrm>
            <a:off x="10819575" y="5284857"/>
            <a:ext cx="441682" cy="441726"/>
          </a:xfrm>
          <a:custGeom>
            <a:avLst/>
            <a:gdLst>
              <a:gd name="connsiteX0" fmla="*/ 360000 w 900000"/>
              <a:gd name="connsiteY0" fmla="*/ 0 h 900090"/>
              <a:gd name="connsiteX1" fmla="*/ 540000 w 900000"/>
              <a:gd name="connsiteY1" fmla="*/ 180000 h 900090"/>
              <a:gd name="connsiteX2" fmla="*/ 540000 w 900000"/>
              <a:gd name="connsiteY2" fmla="*/ 270000 h 900090"/>
              <a:gd name="connsiteX3" fmla="*/ 652500 w 900000"/>
              <a:gd name="connsiteY3" fmla="*/ 270000 h 900090"/>
              <a:gd name="connsiteX4" fmla="*/ 720000 w 900000"/>
              <a:gd name="connsiteY4" fmla="*/ 337500 h 900090"/>
              <a:gd name="connsiteX5" fmla="*/ 720000 w 900000"/>
              <a:gd name="connsiteY5" fmla="*/ 405000 h 900090"/>
              <a:gd name="connsiteX6" fmla="*/ 679680 w 900000"/>
              <a:gd name="connsiteY6" fmla="*/ 419805 h 900090"/>
              <a:gd name="connsiteX7" fmla="*/ 674865 w 900000"/>
              <a:gd name="connsiteY7" fmla="*/ 424305 h 900090"/>
              <a:gd name="connsiteX8" fmla="*/ 558000 w 900000"/>
              <a:gd name="connsiteY8" fmla="*/ 480015 h 900090"/>
              <a:gd name="connsiteX9" fmla="*/ 495000 w 900000"/>
              <a:gd name="connsiteY9" fmla="*/ 543735 h 900090"/>
              <a:gd name="connsiteX10" fmla="*/ 495000 w 900000"/>
              <a:gd name="connsiteY10" fmla="*/ 656280 h 900090"/>
              <a:gd name="connsiteX11" fmla="*/ 615600 w 900000"/>
              <a:gd name="connsiteY11" fmla="*/ 900090 h 900090"/>
              <a:gd name="connsiteX12" fmla="*/ 67500 w 900000"/>
              <a:gd name="connsiteY12" fmla="*/ 900000 h 900090"/>
              <a:gd name="connsiteX13" fmla="*/ 0 w 900000"/>
              <a:gd name="connsiteY13" fmla="*/ 832500 h 900090"/>
              <a:gd name="connsiteX14" fmla="*/ 0 w 900000"/>
              <a:gd name="connsiteY14" fmla="*/ 337500 h 900090"/>
              <a:gd name="connsiteX15" fmla="*/ 67500 w 900000"/>
              <a:gd name="connsiteY15" fmla="*/ 270000 h 900090"/>
              <a:gd name="connsiteX16" fmla="*/ 180000 w 900000"/>
              <a:gd name="connsiteY16" fmla="*/ 270000 h 900090"/>
              <a:gd name="connsiteX17" fmla="*/ 180000 w 900000"/>
              <a:gd name="connsiteY17" fmla="*/ 180000 h 900090"/>
              <a:gd name="connsiteX18" fmla="*/ 360000 w 900000"/>
              <a:gd name="connsiteY18" fmla="*/ 0 h 900090"/>
              <a:gd name="connsiteX19" fmla="*/ 732780 w 900000"/>
              <a:gd name="connsiteY19" fmla="*/ 455490 h 900090"/>
              <a:gd name="connsiteX20" fmla="*/ 882000 w 900000"/>
              <a:gd name="connsiteY20" fmla="*/ 525015 h 900090"/>
              <a:gd name="connsiteX21" fmla="*/ 899640 w 900000"/>
              <a:gd name="connsiteY21" fmla="*/ 539955 h 900090"/>
              <a:gd name="connsiteX22" fmla="*/ 900000 w 900000"/>
              <a:gd name="connsiteY22" fmla="*/ 543735 h 900090"/>
              <a:gd name="connsiteX23" fmla="*/ 900000 w 900000"/>
              <a:gd name="connsiteY23" fmla="*/ 656280 h 900090"/>
              <a:gd name="connsiteX24" fmla="*/ 725715 w 900000"/>
              <a:gd name="connsiteY24" fmla="*/ 899055 h 900090"/>
              <a:gd name="connsiteX25" fmla="*/ 714330 w 900000"/>
              <a:gd name="connsiteY25" fmla="*/ 899055 h 900090"/>
              <a:gd name="connsiteX26" fmla="*/ 540180 w 900000"/>
              <a:gd name="connsiteY26" fmla="*/ 668205 h 900090"/>
              <a:gd name="connsiteX27" fmla="*/ 540000 w 900000"/>
              <a:gd name="connsiteY27" fmla="*/ 656325 h 900090"/>
              <a:gd name="connsiteX28" fmla="*/ 540000 w 900000"/>
              <a:gd name="connsiteY28" fmla="*/ 543825 h 900090"/>
              <a:gd name="connsiteX29" fmla="*/ 558000 w 900000"/>
              <a:gd name="connsiteY29" fmla="*/ 525060 h 900090"/>
              <a:gd name="connsiteX30" fmla="*/ 707310 w 900000"/>
              <a:gd name="connsiteY30" fmla="*/ 455535 h 900090"/>
              <a:gd name="connsiteX31" fmla="*/ 732056 w 900000"/>
              <a:gd name="connsiteY31" fmla="*/ 454811 h 900090"/>
              <a:gd name="connsiteX32" fmla="*/ 732780 w 900000"/>
              <a:gd name="connsiteY32" fmla="*/ 455535 h 900090"/>
              <a:gd name="connsiteX33" fmla="*/ 360000 w 900000"/>
              <a:gd name="connsiteY33" fmla="*/ 517500 h 900090"/>
              <a:gd name="connsiteX34" fmla="*/ 292500 w 900000"/>
              <a:gd name="connsiteY34" fmla="*/ 585000 h 900090"/>
              <a:gd name="connsiteX35" fmla="*/ 360000 w 900000"/>
              <a:gd name="connsiteY35" fmla="*/ 652500 h 900090"/>
              <a:gd name="connsiteX36" fmla="*/ 427500 w 900000"/>
              <a:gd name="connsiteY36" fmla="*/ 585000 h 900090"/>
              <a:gd name="connsiteX37" fmla="*/ 360000 w 900000"/>
              <a:gd name="connsiteY37" fmla="*/ 517500 h 900090"/>
              <a:gd name="connsiteX38" fmla="*/ 360000 w 900000"/>
              <a:gd name="connsiteY38" fmla="*/ 90000 h 900090"/>
              <a:gd name="connsiteX39" fmla="*/ 270000 w 900000"/>
              <a:gd name="connsiteY39" fmla="*/ 180000 h 900090"/>
              <a:gd name="connsiteX40" fmla="*/ 270000 w 900000"/>
              <a:gd name="connsiteY40" fmla="*/ 270000 h 900090"/>
              <a:gd name="connsiteX41" fmla="*/ 450000 w 900000"/>
              <a:gd name="connsiteY41" fmla="*/ 270000 h 900090"/>
              <a:gd name="connsiteX42" fmla="*/ 450000 w 900000"/>
              <a:gd name="connsiteY42" fmla="*/ 180000 h 900090"/>
              <a:gd name="connsiteX43" fmla="*/ 360000 w 900000"/>
              <a:gd name="connsiteY43" fmla="*/ 90000 h 90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000" h="900090">
                <a:moveTo>
                  <a:pt x="360000" y="0"/>
                </a:moveTo>
                <a:cubicBezTo>
                  <a:pt x="459410" y="0"/>
                  <a:pt x="540000" y="80589"/>
                  <a:pt x="540000" y="180000"/>
                </a:cubicBezTo>
                <a:lnTo>
                  <a:pt x="540000" y="270000"/>
                </a:lnTo>
                <a:lnTo>
                  <a:pt x="652500" y="270000"/>
                </a:lnTo>
                <a:cubicBezTo>
                  <a:pt x="689778" y="270000"/>
                  <a:pt x="720000" y="300221"/>
                  <a:pt x="720000" y="337500"/>
                </a:cubicBezTo>
                <a:lnTo>
                  <a:pt x="720000" y="405000"/>
                </a:lnTo>
                <a:cubicBezTo>
                  <a:pt x="705645" y="405000"/>
                  <a:pt x="691335" y="409950"/>
                  <a:pt x="679680" y="419805"/>
                </a:cubicBezTo>
                <a:lnTo>
                  <a:pt x="674865" y="424305"/>
                </a:lnTo>
                <a:cubicBezTo>
                  <a:pt x="638325" y="462330"/>
                  <a:pt x="600345" y="480015"/>
                  <a:pt x="558000" y="480015"/>
                </a:cubicBezTo>
                <a:cubicBezTo>
                  <a:pt x="522765" y="480015"/>
                  <a:pt x="495000" y="508950"/>
                  <a:pt x="495000" y="543735"/>
                </a:cubicBezTo>
                <a:lnTo>
                  <a:pt x="495000" y="656280"/>
                </a:lnTo>
                <a:cubicBezTo>
                  <a:pt x="495000" y="763110"/>
                  <a:pt x="536580" y="846180"/>
                  <a:pt x="615600" y="900090"/>
                </a:cubicBezTo>
                <a:lnTo>
                  <a:pt x="67500" y="900000"/>
                </a:lnTo>
                <a:cubicBezTo>
                  <a:pt x="30221" y="900000"/>
                  <a:pt x="0" y="869778"/>
                  <a:pt x="0" y="832500"/>
                </a:cubicBezTo>
                <a:lnTo>
                  <a:pt x="0" y="337500"/>
                </a:lnTo>
                <a:cubicBezTo>
                  <a:pt x="0" y="300221"/>
                  <a:pt x="30221" y="270000"/>
                  <a:pt x="67500" y="270000"/>
                </a:cubicBezTo>
                <a:lnTo>
                  <a:pt x="180000" y="270000"/>
                </a:lnTo>
                <a:lnTo>
                  <a:pt x="180000" y="180000"/>
                </a:lnTo>
                <a:cubicBezTo>
                  <a:pt x="180000" y="80589"/>
                  <a:pt x="260589" y="0"/>
                  <a:pt x="360000" y="0"/>
                </a:cubicBezTo>
                <a:close/>
                <a:moveTo>
                  <a:pt x="732780" y="455490"/>
                </a:moveTo>
                <a:cubicBezTo>
                  <a:pt x="777420" y="502110"/>
                  <a:pt x="826875" y="525015"/>
                  <a:pt x="882000" y="525015"/>
                </a:cubicBezTo>
                <a:cubicBezTo>
                  <a:pt x="890685" y="525015"/>
                  <a:pt x="897975" y="531450"/>
                  <a:pt x="899640" y="539955"/>
                </a:cubicBezTo>
                <a:lnTo>
                  <a:pt x="900000" y="543735"/>
                </a:lnTo>
                <a:lnTo>
                  <a:pt x="900000" y="656280"/>
                </a:lnTo>
                <a:cubicBezTo>
                  <a:pt x="900000" y="776970"/>
                  <a:pt x="840915" y="859050"/>
                  <a:pt x="725715" y="899055"/>
                </a:cubicBezTo>
                <a:cubicBezTo>
                  <a:pt x="722029" y="900338"/>
                  <a:pt x="718016" y="900338"/>
                  <a:pt x="714330" y="899055"/>
                </a:cubicBezTo>
                <a:cubicBezTo>
                  <a:pt x="602910" y="860355"/>
                  <a:pt x="544005" y="782415"/>
                  <a:pt x="540180" y="668205"/>
                </a:cubicBezTo>
                <a:lnTo>
                  <a:pt x="540000" y="656325"/>
                </a:lnTo>
                <a:lnTo>
                  <a:pt x="540000" y="543825"/>
                </a:lnTo>
                <a:cubicBezTo>
                  <a:pt x="540000" y="533475"/>
                  <a:pt x="548100" y="525060"/>
                  <a:pt x="558000" y="525060"/>
                </a:cubicBezTo>
                <a:cubicBezTo>
                  <a:pt x="613035" y="525060"/>
                  <a:pt x="662535" y="502110"/>
                  <a:pt x="707310" y="455535"/>
                </a:cubicBezTo>
                <a:cubicBezTo>
                  <a:pt x="713943" y="448501"/>
                  <a:pt x="725022" y="448178"/>
                  <a:pt x="732056" y="454811"/>
                </a:cubicBezTo>
                <a:cubicBezTo>
                  <a:pt x="732303" y="455044"/>
                  <a:pt x="732546" y="455288"/>
                  <a:pt x="732780" y="455535"/>
                </a:cubicBezTo>
                <a:close/>
                <a:moveTo>
                  <a:pt x="360000" y="517500"/>
                </a:moveTo>
                <a:cubicBezTo>
                  <a:pt x="322721" y="517500"/>
                  <a:pt x="292500" y="547722"/>
                  <a:pt x="292500" y="585000"/>
                </a:cubicBezTo>
                <a:cubicBezTo>
                  <a:pt x="292500" y="622278"/>
                  <a:pt x="322721" y="652500"/>
                  <a:pt x="360000" y="652500"/>
                </a:cubicBezTo>
                <a:cubicBezTo>
                  <a:pt x="397278" y="652500"/>
                  <a:pt x="427500" y="622278"/>
                  <a:pt x="427500" y="585000"/>
                </a:cubicBezTo>
                <a:cubicBezTo>
                  <a:pt x="427500" y="547722"/>
                  <a:pt x="397278" y="517500"/>
                  <a:pt x="360000" y="517500"/>
                </a:cubicBezTo>
                <a:close/>
                <a:moveTo>
                  <a:pt x="360000" y="90000"/>
                </a:moveTo>
                <a:cubicBezTo>
                  <a:pt x="310294" y="90000"/>
                  <a:pt x="270000" y="130294"/>
                  <a:pt x="270000" y="180000"/>
                </a:cubicBezTo>
                <a:lnTo>
                  <a:pt x="270000" y="270000"/>
                </a:lnTo>
                <a:lnTo>
                  <a:pt x="450000" y="270000"/>
                </a:lnTo>
                <a:lnTo>
                  <a:pt x="450000" y="180000"/>
                </a:lnTo>
                <a:cubicBezTo>
                  <a:pt x="450000" y="130294"/>
                  <a:pt x="409707" y="90000"/>
                  <a:pt x="360000" y="90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3250319497"/>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Hybrid</a:t>
            </a:r>
          </a:p>
        </p:txBody>
      </p:sp>
      <p:sp>
        <p:nvSpPr>
          <p:cNvPr id="9" name="Graphic 3">
            <a:extLst>
              <a:ext uri="{FF2B5EF4-FFF2-40B4-BE49-F238E27FC236}">
                <a16:creationId xmlns:a16="http://schemas.microsoft.com/office/drawing/2014/main" id="{DDA2F590-E5E1-0B5A-7D8F-0F693C040D0E}"/>
              </a:ext>
            </a:extLst>
          </p:cNvPr>
          <p:cNvSpPr/>
          <p:nvPr/>
        </p:nvSpPr>
        <p:spPr>
          <a:xfrm>
            <a:off x="5642619" y="2734035"/>
            <a:ext cx="900004" cy="900000"/>
          </a:xfrm>
          <a:custGeom>
            <a:avLst/>
            <a:gdLst>
              <a:gd name="connsiteX0" fmla="*/ 0 w 900004"/>
              <a:gd name="connsiteY0" fmla="*/ 146250 h 900000"/>
              <a:gd name="connsiteX1" fmla="*/ 146251 w 900004"/>
              <a:gd name="connsiteY1" fmla="*/ 0 h 900000"/>
              <a:gd name="connsiteX2" fmla="*/ 506252 w 900004"/>
              <a:gd name="connsiteY2" fmla="*/ 0 h 900000"/>
              <a:gd name="connsiteX3" fmla="*/ 652503 w 900004"/>
              <a:gd name="connsiteY3" fmla="*/ 146250 h 900000"/>
              <a:gd name="connsiteX4" fmla="*/ 652503 w 900004"/>
              <a:gd name="connsiteY4" fmla="*/ 247500 h 900000"/>
              <a:gd name="connsiteX5" fmla="*/ 753753 w 900004"/>
              <a:gd name="connsiteY5" fmla="*/ 247500 h 900000"/>
              <a:gd name="connsiteX6" fmla="*/ 900004 w 900004"/>
              <a:gd name="connsiteY6" fmla="*/ 393750 h 900000"/>
              <a:gd name="connsiteX7" fmla="*/ 900004 w 900004"/>
              <a:gd name="connsiteY7" fmla="*/ 753750 h 900000"/>
              <a:gd name="connsiteX8" fmla="*/ 753753 w 900004"/>
              <a:gd name="connsiteY8" fmla="*/ 900000 h 900000"/>
              <a:gd name="connsiteX9" fmla="*/ 393752 w 900004"/>
              <a:gd name="connsiteY9" fmla="*/ 900000 h 900000"/>
              <a:gd name="connsiteX10" fmla="*/ 247501 w 900004"/>
              <a:gd name="connsiteY10" fmla="*/ 753750 h 900000"/>
              <a:gd name="connsiteX11" fmla="*/ 247501 w 900004"/>
              <a:gd name="connsiteY11" fmla="*/ 652500 h 900000"/>
              <a:gd name="connsiteX12" fmla="*/ 146251 w 900004"/>
              <a:gd name="connsiteY12" fmla="*/ 652500 h 900000"/>
              <a:gd name="connsiteX13" fmla="*/ 0 w 900004"/>
              <a:gd name="connsiteY13" fmla="*/ 506250 h 900000"/>
              <a:gd name="connsiteX14" fmla="*/ 0 w 900004"/>
              <a:gd name="connsiteY14" fmla="*/ 146250 h 900000"/>
              <a:gd name="connsiteX15" fmla="*/ 585003 w 900004"/>
              <a:gd name="connsiteY15" fmla="*/ 146250 h 900000"/>
              <a:gd name="connsiteX16" fmla="*/ 506252 w 900004"/>
              <a:gd name="connsiteY16" fmla="*/ 67500 h 900000"/>
              <a:gd name="connsiteX17" fmla="*/ 146251 w 900004"/>
              <a:gd name="connsiteY17" fmla="*/ 67500 h 900000"/>
              <a:gd name="connsiteX18" fmla="*/ 67500 w 900004"/>
              <a:gd name="connsiteY18" fmla="*/ 146250 h 900000"/>
              <a:gd name="connsiteX19" fmla="*/ 67500 w 900004"/>
              <a:gd name="connsiteY19" fmla="*/ 506250 h 900000"/>
              <a:gd name="connsiteX20" fmla="*/ 146251 w 900004"/>
              <a:gd name="connsiteY20" fmla="*/ 585000 h 900000"/>
              <a:gd name="connsiteX21" fmla="*/ 247501 w 900004"/>
              <a:gd name="connsiteY21" fmla="*/ 585000 h 900000"/>
              <a:gd name="connsiteX22" fmla="*/ 247501 w 900004"/>
              <a:gd name="connsiteY22" fmla="*/ 393750 h 900000"/>
              <a:gd name="connsiteX23" fmla="*/ 270001 w 900004"/>
              <a:gd name="connsiteY23" fmla="*/ 315765 h 900000"/>
              <a:gd name="connsiteX24" fmla="*/ 315766 w 900004"/>
              <a:gd name="connsiteY24" fmla="*/ 270000 h 900000"/>
              <a:gd name="connsiteX25" fmla="*/ 393752 w 900004"/>
              <a:gd name="connsiteY25" fmla="*/ 247500 h 900000"/>
              <a:gd name="connsiteX26" fmla="*/ 585003 w 900004"/>
              <a:gd name="connsiteY26" fmla="*/ 247500 h 900000"/>
              <a:gd name="connsiteX27" fmla="*/ 585003 w 900004"/>
              <a:gd name="connsiteY27" fmla="*/ 146250 h 900000"/>
              <a:gd name="connsiteX28" fmla="*/ 630003 w 900004"/>
              <a:gd name="connsiteY28" fmla="*/ 584235 h 900000"/>
              <a:gd name="connsiteX29" fmla="*/ 584238 w 900004"/>
              <a:gd name="connsiteY29" fmla="*/ 630000 h 900000"/>
              <a:gd name="connsiteX30" fmla="*/ 506252 w 900004"/>
              <a:gd name="connsiteY30" fmla="*/ 652500 h 900000"/>
              <a:gd name="connsiteX31" fmla="*/ 315001 w 900004"/>
              <a:gd name="connsiteY31" fmla="*/ 652500 h 900000"/>
              <a:gd name="connsiteX32" fmla="*/ 315001 w 900004"/>
              <a:gd name="connsiteY32" fmla="*/ 753750 h 900000"/>
              <a:gd name="connsiteX33" fmla="*/ 393752 w 900004"/>
              <a:gd name="connsiteY33" fmla="*/ 832500 h 900000"/>
              <a:gd name="connsiteX34" fmla="*/ 753753 w 900004"/>
              <a:gd name="connsiteY34" fmla="*/ 832500 h 900000"/>
              <a:gd name="connsiteX35" fmla="*/ 832504 w 900004"/>
              <a:gd name="connsiteY35" fmla="*/ 753750 h 900000"/>
              <a:gd name="connsiteX36" fmla="*/ 832504 w 900004"/>
              <a:gd name="connsiteY36" fmla="*/ 393750 h 900000"/>
              <a:gd name="connsiteX37" fmla="*/ 753753 w 900004"/>
              <a:gd name="connsiteY37" fmla="*/ 315000 h 900000"/>
              <a:gd name="connsiteX38" fmla="*/ 652503 w 900004"/>
              <a:gd name="connsiteY38" fmla="*/ 315000 h 900000"/>
              <a:gd name="connsiteX39" fmla="*/ 652503 w 900004"/>
              <a:gd name="connsiteY39" fmla="*/ 506250 h 900000"/>
              <a:gd name="connsiteX40" fmla="*/ 630003 w 900004"/>
              <a:gd name="connsiteY40" fmla="*/ 58423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00004" h="900000">
                <a:moveTo>
                  <a:pt x="0" y="146250"/>
                </a:moveTo>
                <a:cubicBezTo>
                  <a:pt x="0" y="65478"/>
                  <a:pt x="65479" y="0"/>
                  <a:pt x="146251" y="0"/>
                </a:cubicBezTo>
                <a:lnTo>
                  <a:pt x="506252" y="0"/>
                </a:lnTo>
                <a:cubicBezTo>
                  <a:pt x="587024" y="0"/>
                  <a:pt x="652503" y="65478"/>
                  <a:pt x="652503" y="146250"/>
                </a:cubicBezTo>
                <a:lnTo>
                  <a:pt x="652503" y="247500"/>
                </a:lnTo>
                <a:lnTo>
                  <a:pt x="753753" y="247500"/>
                </a:lnTo>
                <a:cubicBezTo>
                  <a:pt x="834525" y="247500"/>
                  <a:pt x="900004" y="312978"/>
                  <a:pt x="900004" y="393750"/>
                </a:cubicBezTo>
                <a:lnTo>
                  <a:pt x="900004" y="753750"/>
                </a:lnTo>
                <a:cubicBezTo>
                  <a:pt x="900004" y="834522"/>
                  <a:pt x="834525" y="900000"/>
                  <a:pt x="753753" y="900000"/>
                </a:cubicBezTo>
                <a:lnTo>
                  <a:pt x="393752" y="900000"/>
                </a:lnTo>
                <a:cubicBezTo>
                  <a:pt x="312980" y="900000"/>
                  <a:pt x="247501" y="834522"/>
                  <a:pt x="247501" y="753750"/>
                </a:cubicBezTo>
                <a:lnTo>
                  <a:pt x="247501" y="652500"/>
                </a:lnTo>
                <a:lnTo>
                  <a:pt x="146251" y="652500"/>
                </a:lnTo>
                <a:cubicBezTo>
                  <a:pt x="65479" y="652500"/>
                  <a:pt x="0" y="587022"/>
                  <a:pt x="0" y="506250"/>
                </a:cubicBezTo>
                <a:lnTo>
                  <a:pt x="0" y="146250"/>
                </a:lnTo>
                <a:close/>
                <a:moveTo>
                  <a:pt x="585003" y="146250"/>
                </a:moveTo>
                <a:cubicBezTo>
                  <a:pt x="585003" y="102758"/>
                  <a:pt x="549745" y="67500"/>
                  <a:pt x="506252" y="67500"/>
                </a:cubicBezTo>
                <a:lnTo>
                  <a:pt x="146251" y="67500"/>
                </a:lnTo>
                <a:cubicBezTo>
                  <a:pt x="102758" y="67500"/>
                  <a:pt x="67500" y="102758"/>
                  <a:pt x="67500" y="146250"/>
                </a:cubicBezTo>
                <a:lnTo>
                  <a:pt x="67500" y="506250"/>
                </a:lnTo>
                <a:cubicBezTo>
                  <a:pt x="67500" y="549720"/>
                  <a:pt x="102780" y="585000"/>
                  <a:pt x="146251" y="585000"/>
                </a:cubicBezTo>
                <a:lnTo>
                  <a:pt x="247501" y="585000"/>
                </a:lnTo>
                <a:lnTo>
                  <a:pt x="247501" y="393750"/>
                </a:lnTo>
                <a:cubicBezTo>
                  <a:pt x="247501" y="365085"/>
                  <a:pt x="255736" y="338355"/>
                  <a:pt x="270001" y="315765"/>
                </a:cubicBezTo>
                <a:cubicBezTo>
                  <a:pt x="281668" y="297301"/>
                  <a:pt x="297302" y="281667"/>
                  <a:pt x="315766" y="270000"/>
                </a:cubicBezTo>
                <a:cubicBezTo>
                  <a:pt x="339103" y="255258"/>
                  <a:pt x="366149" y="247455"/>
                  <a:pt x="393752" y="247500"/>
                </a:cubicBezTo>
                <a:lnTo>
                  <a:pt x="585003" y="247500"/>
                </a:lnTo>
                <a:lnTo>
                  <a:pt x="585003" y="146250"/>
                </a:lnTo>
                <a:close/>
                <a:moveTo>
                  <a:pt x="630003" y="584235"/>
                </a:moveTo>
                <a:cubicBezTo>
                  <a:pt x="618337" y="602700"/>
                  <a:pt x="602703" y="618334"/>
                  <a:pt x="584238" y="630000"/>
                </a:cubicBezTo>
                <a:cubicBezTo>
                  <a:pt x="561648" y="644265"/>
                  <a:pt x="534917" y="652500"/>
                  <a:pt x="506252" y="652500"/>
                </a:cubicBezTo>
                <a:lnTo>
                  <a:pt x="315001" y="652500"/>
                </a:lnTo>
                <a:lnTo>
                  <a:pt x="315001" y="753750"/>
                </a:lnTo>
                <a:cubicBezTo>
                  <a:pt x="315001" y="797220"/>
                  <a:pt x="350282" y="832500"/>
                  <a:pt x="393752" y="832500"/>
                </a:cubicBezTo>
                <a:lnTo>
                  <a:pt x="753753" y="832500"/>
                </a:lnTo>
                <a:cubicBezTo>
                  <a:pt x="797246" y="832500"/>
                  <a:pt x="832504" y="797242"/>
                  <a:pt x="832504" y="753750"/>
                </a:cubicBezTo>
                <a:lnTo>
                  <a:pt x="832504" y="393750"/>
                </a:lnTo>
                <a:cubicBezTo>
                  <a:pt x="832504" y="350258"/>
                  <a:pt x="797246" y="315000"/>
                  <a:pt x="753753" y="315000"/>
                </a:cubicBezTo>
                <a:lnTo>
                  <a:pt x="652503" y="315000"/>
                </a:lnTo>
                <a:lnTo>
                  <a:pt x="652503" y="506250"/>
                </a:lnTo>
                <a:cubicBezTo>
                  <a:pt x="652503" y="534915"/>
                  <a:pt x="644268" y="561645"/>
                  <a:pt x="630003" y="584235"/>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7">
            <a:extLst>
              <a:ext uri="{FF2B5EF4-FFF2-40B4-BE49-F238E27FC236}">
                <a16:creationId xmlns:a16="http://schemas.microsoft.com/office/drawing/2014/main" id="{348FA2C1-EAB2-5152-103C-03DF7D8D3EEC}"/>
              </a:ext>
            </a:extLst>
          </p:cNvPr>
          <p:cNvSpPr/>
          <p:nvPr/>
        </p:nvSpPr>
        <p:spPr>
          <a:xfrm>
            <a:off x="1850562" y="2824035"/>
            <a:ext cx="945000" cy="855000"/>
          </a:xfrm>
          <a:custGeom>
            <a:avLst/>
            <a:gdLst>
              <a:gd name="connsiteX0" fmla="*/ 146250 w 945000"/>
              <a:gd name="connsiteY0" fmla="*/ 0 h 855000"/>
              <a:gd name="connsiteX1" fmla="*/ 0 w 945000"/>
              <a:gd name="connsiteY1" fmla="*/ 146250 h 855000"/>
              <a:gd name="connsiteX2" fmla="*/ 0 w 945000"/>
              <a:gd name="connsiteY2" fmla="*/ 573750 h 855000"/>
              <a:gd name="connsiteX3" fmla="*/ 146250 w 945000"/>
              <a:gd name="connsiteY3" fmla="*/ 720000 h 855000"/>
              <a:gd name="connsiteX4" fmla="*/ 455310 w 945000"/>
              <a:gd name="connsiteY4" fmla="*/ 720000 h 855000"/>
              <a:gd name="connsiteX5" fmla="*/ 450000 w 945000"/>
              <a:gd name="connsiteY5" fmla="*/ 675000 h 855000"/>
              <a:gd name="connsiteX6" fmla="*/ 450000 w 945000"/>
              <a:gd name="connsiteY6" fmla="*/ 652500 h 855000"/>
              <a:gd name="connsiteX7" fmla="*/ 562500 w 945000"/>
              <a:gd name="connsiteY7" fmla="*/ 540000 h 855000"/>
              <a:gd name="connsiteX8" fmla="*/ 605250 w 945000"/>
              <a:gd name="connsiteY8" fmla="*/ 540000 h 855000"/>
              <a:gd name="connsiteX9" fmla="*/ 596213 w 945000"/>
              <a:gd name="connsiteY9" fmla="*/ 301523 h 855000"/>
              <a:gd name="connsiteX10" fmla="*/ 834690 w 945000"/>
              <a:gd name="connsiteY10" fmla="*/ 292485 h 855000"/>
              <a:gd name="connsiteX11" fmla="*/ 888345 w 945000"/>
              <a:gd name="connsiteY11" fmla="*/ 405000 h 855000"/>
              <a:gd name="connsiteX12" fmla="*/ 900000 w 945000"/>
              <a:gd name="connsiteY12" fmla="*/ 405000 h 855000"/>
              <a:gd name="connsiteX13" fmla="*/ 900000 w 945000"/>
              <a:gd name="connsiteY13" fmla="*/ 146250 h 855000"/>
              <a:gd name="connsiteX14" fmla="*/ 753750 w 945000"/>
              <a:gd name="connsiteY14" fmla="*/ 0 h 855000"/>
              <a:gd name="connsiteX15" fmla="*/ 146250 w 945000"/>
              <a:gd name="connsiteY15" fmla="*/ 0 h 855000"/>
              <a:gd name="connsiteX16" fmla="*/ 877500 w 945000"/>
              <a:gd name="connsiteY16" fmla="*/ 585000 h 855000"/>
              <a:gd name="connsiteX17" fmla="*/ 945000 w 945000"/>
              <a:gd name="connsiteY17" fmla="*/ 652500 h 855000"/>
              <a:gd name="connsiteX18" fmla="*/ 945000 w 945000"/>
              <a:gd name="connsiteY18" fmla="*/ 675000 h 855000"/>
              <a:gd name="connsiteX19" fmla="*/ 720000 w 945000"/>
              <a:gd name="connsiteY19" fmla="*/ 855000 h 855000"/>
              <a:gd name="connsiteX20" fmla="*/ 495000 w 945000"/>
              <a:gd name="connsiteY20" fmla="*/ 675000 h 855000"/>
              <a:gd name="connsiteX21" fmla="*/ 495000 w 945000"/>
              <a:gd name="connsiteY21" fmla="*/ 652500 h 855000"/>
              <a:gd name="connsiteX22" fmla="*/ 562500 w 945000"/>
              <a:gd name="connsiteY22" fmla="*/ 585000 h 855000"/>
              <a:gd name="connsiteX23" fmla="*/ 877500 w 945000"/>
              <a:gd name="connsiteY23" fmla="*/ 585000 h 855000"/>
              <a:gd name="connsiteX24" fmla="*/ 720000 w 945000"/>
              <a:gd name="connsiteY24" fmla="*/ 292500 h 855000"/>
              <a:gd name="connsiteX25" fmla="*/ 843750 w 945000"/>
              <a:gd name="connsiteY25" fmla="*/ 416250 h 855000"/>
              <a:gd name="connsiteX26" fmla="*/ 720000 w 945000"/>
              <a:gd name="connsiteY26" fmla="*/ 540000 h 855000"/>
              <a:gd name="connsiteX27" fmla="*/ 596250 w 945000"/>
              <a:gd name="connsiteY27" fmla="*/ 416250 h 855000"/>
              <a:gd name="connsiteX28" fmla="*/ 720000 w 945000"/>
              <a:gd name="connsiteY28" fmla="*/ 292500 h 85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000" h="855000">
                <a:moveTo>
                  <a:pt x="146250" y="0"/>
                </a:moveTo>
                <a:cubicBezTo>
                  <a:pt x="65478" y="0"/>
                  <a:pt x="0" y="65478"/>
                  <a:pt x="0" y="146250"/>
                </a:cubicBezTo>
                <a:lnTo>
                  <a:pt x="0" y="573750"/>
                </a:lnTo>
                <a:cubicBezTo>
                  <a:pt x="0" y="654522"/>
                  <a:pt x="65478" y="720000"/>
                  <a:pt x="146250" y="720000"/>
                </a:cubicBezTo>
                <a:lnTo>
                  <a:pt x="455310" y="720000"/>
                </a:lnTo>
                <a:cubicBezTo>
                  <a:pt x="451788" y="705259"/>
                  <a:pt x="450006" y="690156"/>
                  <a:pt x="450000" y="675000"/>
                </a:cubicBezTo>
                <a:lnTo>
                  <a:pt x="450000" y="652500"/>
                </a:lnTo>
                <a:cubicBezTo>
                  <a:pt x="450000" y="590368"/>
                  <a:pt x="500368" y="540000"/>
                  <a:pt x="562500" y="540000"/>
                </a:cubicBezTo>
                <a:lnTo>
                  <a:pt x="605250" y="540000"/>
                </a:lnTo>
                <a:cubicBezTo>
                  <a:pt x="536901" y="476642"/>
                  <a:pt x="532854" y="369872"/>
                  <a:pt x="596213" y="301523"/>
                </a:cubicBezTo>
                <a:cubicBezTo>
                  <a:pt x="659571" y="233173"/>
                  <a:pt x="766341" y="229127"/>
                  <a:pt x="834690" y="292485"/>
                </a:cubicBezTo>
                <a:cubicBezTo>
                  <a:pt x="866279" y="321768"/>
                  <a:pt x="885475" y="362022"/>
                  <a:pt x="888345" y="405000"/>
                </a:cubicBezTo>
                <a:lnTo>
                  <a:pt x="900000" y="405000"/>
                </a:lnTo>
                <a:lnTo>
                  <a:pt x="900000" y="146250"/>
                </a:lnTo>
                <a:cubicBezTo>
                  <a:pt x="900000" y="65478"/>
                  <a:pt x="834522" y="0"/>
                  <a:pt x="753750" y="0"/>
                </a:cubicBezTo>
                <a:lnTo>
                  <a:pt x="146250" y="0"/>
                </a:lnTo>
                <a:close/>
                <a:moveTo>
                  <a:pt x="877500" y="585000"/>
                </a:moveTo>
                <a:cubicBezTo>
                  <a:pt x="914779" y="585000"/>
                  <a:pt x="945000" y="615221"/>
                  <a:pt x="945000" y="652500"/>
                </a:cubicBezTo>
                <a:lnTo>
                  <a:pt x="945000" y="675000"/>
                </a:lnTo>
                <a:cubicBezTo>
                  <a:pt x="945000" y="763695"/>
                  <a:pt x="861300" y="855000"/>
                  <a:pt x="720000" y="855000"/>
                </a:cubicBezTo>
                <a:cubicBezTo>
                  <a:pt x="578700" y="855000"/>
                  <a:pt x="495000" y="763695"/>
                  <a:pt x="495000" y="675000"/>
                </a:cubicBezTo>
                <a:lnTo>
                  <a:pt x="495000" y="652500"/>
                </a:lnTo>
                <a:cubicBezTo>
                  <a:pt x="495000" y="615221"/>
                  <a:pt x="525221" y="585000"/>
                  <a:pt x="562500" y="585000"/>
                </a:cubicBezTo>
                <a:lnTo>
                  <a:pt x="877500" y="585000"/>
                </a:lnTo>
                <a:close/>
                <a:moveTo>
                  <a:pt x="720000" y="292500"/>
                </a:moveTo>
                <a:cubicBezTo>
                  <a:pt x="788345" y="292500"/>
                  <a:pt x="843750" y="347905"/>
                  <a:pt x="843750" y="416250"/>
                </a:cubicBezTo>
                <a:cubicBezTo>
                  <a:pt x="843750" y="484595"/>
                  <a:pt x="788345" y="540000"/>
                  <a:pt x="720000" y="540000"/>
                </a:cubicBezTo>
                <a:cubicBezTo>
                  <a:pt x="651655" y="540000"/>
                  <a:pt x="596250" y="484595"/>
                  <a:pt x="596250" y="416250"/>
                </a:cubicBezTo>
                <a:cubicBezTo>
                  <a:pt x="596250" y="347905"/>
                  <a:pt x="651655" y="292500"/>
                  <a:pt x="720000" y="2925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3">
            <a:extLst>
              <a:ext uri="{FF2B5EF4-FFF2-40B4-BE49-F238E27FC236}">
                <a16:creationId xmlns:a16="http://schemas.microsoft.com/office/drawing/2014/main" id="{BF18E19B-F25F-E196-7B49-93A770B9B519}"/>
              </a:ext>
            </a:extLst>
          </p:cNvPr>
          <p:cNvSpPr/>
          <p:nvPr/>
        </p:nvSpPr>
        <p:spPr>
          <a:xfrm>
            <a:off x="4736868" y="5295873"/>
            <a:ext cx="431830" cy="431828"/>
          </a:xfrm>
          <a:custGeom>
            <a:avLst/>
            <a:gdLst>
              <a:gd name="connsiteX0" fmla="*/ 0 w 900004"/>
              <a:gd name="connsiteY0" fmla="*/ 146250 h 900000"/>
              <a:gd name="connsiteX1" fmla="*/ 146251 w 900004"/>
              <a:gd name="connsiteY1" fmla="*/ 0 h 900000"/>
              <a:gd name="connsiteX2" fmla="*/ 506252 w 900004"/>
              <a:gd name="connsiteY2" fmla="*/ 0 h 900000"/>
              <a:gd name="connsiteX3" fmla="*/ 652503 w 900004"/>
              <a:gd name="connsiteY3" fmla="*/ 146250 h 900000"/>
              <a:gd name="connsiteX4" fmla="*/ 652503 w 900004"/>
              <a:gd name="connsiteY4" fmla="*/ 247500 h 900000"/>
              <a:gd name="connsiteX5" fmla="*/ 753753 w 900004"/>
              <a:gd name="connsiteY5" fmla="*/ 247500 h 900000"/>
              <a:gd name="connsiteX6" fmla="*/ 900004 w 900004"/>
              <a:gd name="connsiteY6" fmla="*/ 393750 h 900000"/>
              <a:gd name="connsiteX7" fmla="*/ 900004 w 900004"/>
              <a:gd name="connsiteY7" fmla="*/ 753750 h 900000"/>
              <a:gd name="connsiteX8" fmla="*/ 753753 w 900004"/>
              <a:gd name="connsiteY8" fmla="*/ 900000 h 900000"/>
              <a:gd name="connsiteX9" fmla="*/ 393752 w 900004"/>
              <a:gd name="connsiteY9" fmla="*/ 900000 h 900000"/>
              <a:gd name="connsiteX10" fmla="*/ 247501 w 900004"/>
              <a:gd name="connsiteY10" fmla="*/ 753750 h 900000"/>
              <a:gd name="connsiteX11" fmla="*/ 247501 w 900004"/>
              <a:gd name="connsiteY11" fmla="*/ 652500 h 900000"/>
              <a:gd name="connsiteX12" fmla="*/ 146251 w 900004"/>
              <a:gd name="connsiteY12" fmla="*/ 652500 h 900000"/>
              <a:gd name="connsiteX13" fmla="*/ 0 w 900004"/>
              <a:gd name="connsiteY13" fmla="*/ 506250 h 900000"/>
              <a:gd name="connsiteX14" fmla="*/ 0 w 900004"/>
              <a:gd name="connsiteY14" fmla="*/ 146250 h 900000"/>
              <a:gd name="connsiteX15" fmla="*/ 585003 w 900004"/>
              <a:gd name="connsiteY15" fmla="*/ 146250 h 900000"/>
              <a:gd name="connsiteX16" fmla="*/ 506252 w 900004"/>
              <a:gd name="connsiteY16" fmla="*/ 67500 h 900000"/>
              <a:gd name="connsiteX17" fmla="*/ 146251 w 900004"/>
              <a:gd name="connsiteY17" fmla="*/ 67500 h 900000"/>
              <a:gd name="connsiteX18" fmla="*/ 67500 w 900004"/>
              <a:gd name="connsiteY18" fmla="*/ 146250 h 900000"/>
              <a:gd name="connsiteX19" fmla="*/ 67500 w 900004"/>
              <a:gd name="connsiteY19" fmla="*/ 506250 h 900000"/>
              <a:gd name="connsiteX20" fmla="*/ 146251 w 900004"/>
              <a:gd name="connsiteY20" fmla="*/ 585000 h 900000"/>
              <a:gd name="connsiteX21" fmla="*/ 247501 w 900004"/>
              <a:gd name="connsiteY21" fmla="*/ 585000 h 900000"/>
              <a:gd name="connsiteX22" fmla="*/ 247501 w 900004"/>
              <a:gd name="connsiteY22" fmla="*/ 393750 h 900000"/>
              <a:gd name="connsiteX23" fmla="*/ 270001 w 900004"/>
              <a:gd name="connsiteY23" fmla="*/ 315765 h 900000"/>
              <a:gd name="connsiteX24" fmla="*/ 315766 w 900004"/>
              <a:gd name="connsiteY24" fmla="*/ 270000 h 900000"/>
              <a:gd name="connsiteX25" fmla="*/ 393752 w 900004"/>
              <a:gd name="connsiteY25" fmla="*/ 247500 h 900000"/>
              <a:gd name="connsiteX26" fmla="*/ 585003 w 900004"/>
              <a:gd name="connsiteY26" fmla="*/ 247500 h 900000"/>
              <a:gd name="connsiteX27" fmla="*/ 585003 w 900004"/>
              <a:gd name="connsiteY27" fmla="*/ 146250 h 900000"/>
              <a:gd name="connsiteX28" fmla="*/ 630003 w 900004"/>
              <a:gd name="connsiteY28" fmla="*/ 584235 h 900000"/>
              <a:gd name="connsiteX29" fmla="*/ 584238 w 900004"/>
              <a:gd name="connsiteY29" fmla="*/ 630000 h 900000"/>
              <a:gd name="connsiteX30" fmla="*/ 506252 w 900004"/>
              <a:gd name="connsiteY30" fmla="*/ 652500 h 900000"/>
              <a:gd name="connsiteX31" fmla="*/ 315001 w 900004"/>
              <a:gd name="connsiteY31" fmla="*/ 652500 h 900000"/>
              <a:gd name="connsiteX32" fmla="*/ 315001 w 900004"/>
              <a:gd name="connsiteY32" fmla="*/ 753750 h 900000"/>
              <a:gd name="connsiteX33" fmla="*/ 393752 w 900004"/>
              <a:gd name="connsiteY33" fmla="*/ 832500 h 900000"/>
              <a:gd name="connsiteX34" fmla="*/ 753753 w 900004"/>
              <a:gd name="connsiteY34" fmla="*/ 832500 h 900000"/>
              <a:gd name="connsiteX35" fmla="*/ 832504 w 900004"/>
              <a:gd name="connsiteY35" fmla="*/ 753750 h 900000"/>
              <a:gd name="connsiteX36" fmla="*/ 832504 w 900004"/>
              <a:gd name="connsiteY36" fmla="*/ 393750 h 900000"/>
              <a:gd name="connsiteX37" fmla="*/ 753753 w 900004"/>
              <a:gd name="connsiteY37" fmla="*/ 315000 h 900000"/>
              <a:gd name="connsiteX38" fmla="*/ 652503 w 900004"/>
              <a:gd name="connsiteY38" fmla="*/ 315000 h 900000"/>
              <a:gd name="connsiteX39" fmla="*/ 652503 w 900004"/>
              <a:gd name="connsiteY39" fmla="*/ 506250 h 900000"/>
              <a:gd name="connsiteX40" fmla="*/ 630003 w 900004"/>
              <a:gd name="connsiteY40" fmla="*/ 58423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00004" h="900000">
                <a:moveTo>
                  <a:pt x="0" y="146250"/>
                </a:moveTo>
                <a:cubicBezTo>
                  <a:pt x="0" y="65478"/>
                  <a:pt x="65479" y="0"/>
                  <a:pt x="146251" y="0"/>
                </a:cubicBezTo>
                <a:lnTo>
                  <a:pt x="506252" y="0"/>
                </a:lnTo>
                <a:cubicBezTo>
                  <a:pt x="587024" y="0"/>
                  <a:pt x="652503" y="65478"/>
                  <a:pt x="652503" y="146250"/>
                </a:cubicBezTo>
                <a:lnTo>
                  <a:pt x="652503" y="247500"/>
                </a:lnTo>
                <a:lnTo>
                  <a:pt x="753753" y="247500"/>
                </a:lnTo>
                <a:cubicBezTo>
                  <a:pt x="834525" y="247500"/>
                  <a:pt x="900004" y="312978"/>
                  <a:pt x="900004" y="393750"/>
                </a:cubicBezTo>
                <a:lnTo>
                  <a:pt x="900004" y="753750"/>
                </a:lnTo>
                <a:cubicBezTo>
                  <a:pt x="900004" y="834522"/>
                  <a:pt x="834525" y="900000"/>
                  <a:pt x="753753" y="900000"/>
                </a:cubicBezTo>
                <a:lnTo>
                  <a:pt x="393752" y="900000"/>
                </a:lnTo>
                <a:cubicBezTo>
                  <a:pt x="312980" y="900000"/>
                  <a:pt x="247501" y="834522"/>
                  <a:pt x="247501" y="753750"/>
                </a:cubicBezTo>
                <a:lnTo>
                  <a:pt x="247501" y="652500"/>
                </a:lnTo>
                <a:lnTo>
                  <a:pt x="146251" y="652500"/>
                </a:lnTo>
                <a:cubicBezTo>
                  <a:pt x="65479" y="652500"/>
                  <a:pt x="0" y="587022"/>
                  <a:pt x="0" y="506250"/>
                </a:cubicBezTo>
                <a:lnTo>
                  <a:pt x="0" y="146250"/>
                </a:lnTo>
                <a:close/>
                <a:moveTo>
                  <a:pt x="585003" y="146250"/>
                </a:moveTo>
                <a:cubicBezTo>
                  <a:pt x="585003" y="102758"/>
                  <a:pt x="549745" y="67500"/>
                  <a:pt x="506252" y="67500"/>
                </a:cubicBezTo>
                <a:lnTo>
                  <a:pt x="146251" y="67500"/>
                </a:lnTo>
                <a:cubicBezTo>
                  <a:pt x="102758" y="67500"/>
                  <a:pt x="67500" y="102758"/>
                  <a:pt x="67500" y="146250"/>
                </a:cubicBezTo>
                <a:lnTo>
                  <a:pt x="67500" y="506250"/>
                </a:lnTo>
                <a:cubicBezTo>
                  <a:pt x="67500" y="549720"/>
                  <a:pt x="102780" y="585000"/>
                  <a:pt x="146251" y="585000"/>
                </a:cubicBezTo>
                <a:lnTo>
                  <a:pt x="247501" y="585000"/>
                </a:lnTo>
                <a:lnTo>
                  <a:pt x="247501" y="393750"/>
                </a:lnTo>
                <a:cubicBezTo>
                  <a:pt x="247501" y="365085"/>
                  <a:pt x="255736" y="338355"/>
                  <a:pt x="270001" y="315765"/>
                </a:cubicBezTo>
                <a:cubicBezTo>
                  <a:pt x="281668" y="297301"/>
                  <a:pt x="297302" y="281667"/>
                  <a:pt x="315766" y="270000"/>
                </a:cubicBezTo>
                <a:cubicBezTo>
                  <a:pt x="339103" y="255258"/>
                  <a:pt x="366149" y="247455"/>
                  <a:pt x="393752" y="247500"/>
                </a:cubicBezTo>
                <a:lnTo>
                  <a:pt x="585003" y="247500"/>
                </a:lnTo>
                <a:lnTo>
                  <a:pt x="585003" y="146250"/>
                </a:lnTo>
                <a:close/>
                <a:moveTo>
                  <a:pt x="630003" y="584235"/>
                </a:moveTo>
                <a:cubicBezTo>
                  <a:pt x="618337" y="602700"/>
                  <a:pt x="602703" y="618334"/>
                  <a:pt x="584238" y="630000"/>
                </a:cubicBezTo>
                <a:cubicBezTo>
                  <a:pt x="561648" y="644265"/>
                  <a:pt x="534917" y="652500"/>
                  <a:pt x="506252" y="652500"/>
                </a:cubicBezTo>
                <a:lnTo>
                  <a:pt x="315001" y="652500"/>
                </a:lnTo>
                <a:lnTo>
                  <a:pt x="315001" y="753750"/>
                </a:lnTo>
                <a:cubicBezTo>
                  <a:pt x="315001" y="797220"/>
                  <a:pt x="350282" y="832500"/>
                  <a:pt x="393752" y="832500"/>
                </a:cubicBezTo>
                <a:lnTo>
                  <a:pt x="753753" y="832500"/>
                </a:lnTo>
                <a:cubicBezTo>
                  <a:pt x="797246" y="832500"/>
                  <a:pt x="832504" y="797242"/>
                  <a:pt x="832504" y="753750"/>
                </a:cubicBezTo>
                <a:lnTo>
                  <a:pt x="832504" y="393750"/>
                </a:lnTo>
                <a:cubicBezTo>
                  <a:pt x="832504" y="350258"/>
                  <a:pt x="797246" y="315000"/>
                  <a:pt x="753753" y="315000"/>
                </a:cubicBezTo>
                <a:lnTo>
                  <a:pt x="652503" y="315000"/>
                </a:lnTo>
                <a:lnTo>
                  <a:pt x="652503" y="506250"/>
                </a:lnTo>
                <a:cubicBezTo>
                  <a:pt x="652503" y="534915"/>
                  <a:pt x="644268" y="561645"/>
                  <a:pt x="630003" y="584235"/>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7">
            <a:extLst>
              <a:ext uri="{FF2B5EF4-FFF2-40B4-BE49-F238E27FC236}">
                <a16:creationId xmlns:a16="http://schemas.microsoft.com/office/drawing/2014/main" id="{9E3A1596-D1E4-54F2-6325-7BE89F691A01}"/>
              </a:ext>
            </a:extLst>
          </p:cNvPr>
          <p:cNvSpPr/>
          <p:nvPr/>
        </p:nvSpPr>
        <p:spPr>
          <a:xfrm>
            <a:off x="933753" y="5306668"/>
            <a:ext cx="453420" cy="410238"/>
          </a:xfrm>
          <a:custGeom>
            <a:avLst/>
            <a:gdLst>
              <a:gd name="connsiteX0" fmla="*/ 146250 w 945000"/>
              <a:gd name="connsiteY0" fmla="*/ 0 h 855000"/>
              <a:gd name="connsiteX1" fmla="*/ 0 w 945000"/>
              <a:gd name="connsiteY1" fmla="*/ 146250 h 855000"/>
              <a:gd name="connsiteX2" fmla="*/ 0 w 945000"/>
              <a:gd name="connsiteY2" fmla="*/ 573750 h 855000"/>
              <a:gd name="connsiteX3" fmla="*/ 146250 w 945000"/>
              <a:gd name="connsiteY3" fmla="*/ 720000 h 855000"/>
              <a:gd name="connsiteX4" fmla="*/ 455310 w 945000"/>
              <a:gd name="connsiteY4" fmla="*/ 720000 h 855000"/>
              <a:gd name="connsiteX5" fmla="*/ 450000 w 945000"/>
              <a:gd name="connsiteY5" fmla="*/ 675000 h 855000"/>
              <a:gd name="connsiteX6" fmla="*/ 450000 w 945000"/>
              <a:gd name="connsiteY6" fmla="*/ 652500 h 855000"/>
              <a:gd name="connsiteX7" fmla="*/ 562500 w 945000"/>
              <a:gd name="connsiteY7" fmla="*/ 540000 h 855000"/>
              <a:gd name="connsiteX8" fmla="*/ 605250 w 945000"/>
              <a:gd name="connsiteY8" fmla="*/ 540000 h 855000"/>
              <a:gd name="connsiteX9" fmla="*/ 596213 w 945000"/>
              <a:gd name="connsiteY9" fmla="*/ 301523 h 855000"/>
              <a:gd name="connsiteX10" fmla="*/ 834690 w 945000"/>
              <a:gd name="connsiteY10" fmla="*/ 292485 h 855000"/>
              <a:gd name="connsiteX11" fmla="*/ 888345 w 945000"/>
              <a:gd name="connsiteY11" fmla="*/ 405000 h 855000"/>
              <a:gd name="connsiteX12" fmla="*/ 900000 w 945000"/>
              <a:gd name="connsiteY12" fmla="*/ 405000 h 855000"/>
              <a:gd name="connsiteX13" fmla="*/ 900000 w 945000"/>
              <a:gd name="connsiteY13" fmla="*/ 146250 h 855000"/>
              <a:gd name="connsiteX14" fmla="*/ 753750 w 945000"/>
              <a:gd name="connsiteY14" fmla="*/ 0 h 855000"/>
              <a:gd name="connsiteX15" fmla="*/ 146250 w 945000"/>
              <a:gd name="connsiteY15" fmla="*/ 0 h 855000"/>
              <a:gd name="connsiteX16" fmla="*/ 877500 w 945000"/>
              <a:gd name="connsiteY16" fmla="*/ 585000 h 855000"/>
              <a:gd name="connsiteX17" fmla="*/ 945000 w 945000"/>
              <a:gd name="connsiteY17" fmla="*/ 652500 h 855000"/>
              <a:gd name="connsiteX18" fmla="*/ 945000 w 945000"/>
              <a:gd name="connsiteY18" fmla="*/ 675000 h 855000"/>
              <a:gd name="connsiteX19" fmla="*/ 720000 w 945000"/>
              <a:gd name="connsiteY19" fmla="*/ 855000 h 855000"/>
              <a:gd name="connsiteX20" fmla="*/ 495000 w 945000"/>
              <a:gd name="connsiteY20" fmla="*/ 675000 h 855000"/>
              <a:gd name="connsiteX21" fmla="*/ 495000 w 945000"/>
              <a:gd name="connsiteY21" fmla="*/ 652500 h 855000"/>
              <a:gd name="connsiteX22" fmla="*/ 562500 w 945000"/>
              <a:gd name="connsiteY22" fmla="*/ 585000 h 855000"/>
              <a:gd name="connsiteX23" fmla="*/ 877500 w 945000"/>
              <a:gd name="connsiteY23" fmla="*/ 585000 h 855000"/>
              <a:gd name="connsiteX24" fmla="*/ 720000 w 945000"/>
              <a:gd name="connsiteY24" fmla="*/ 292500 h 855000"/>
              <a:gd name="connsiteX25" fmla="*/ 843750 w 945000"/>
              <a:gd name="connsiteY25" fmla="*/ 416250 h 855000"/>
              <a:gd name="connsiteX26" fmla="*/ 720000 w 945000"/>
              <a:gd name="connsiteY26" fmla="*/ 540000 h 855000"/>
              <a:gd name="connsiteX27" fmla="*/ 596250 w 945000"/>
              <a:gd name="connsiteY27" fmla="*/ 416250 h 855000"/>
              <a:gd name="connsiteX28" fmla="*/ 720000 w 945000"/>
              <a:gd name="connsiteY28" fmla="*/ 292500 h 85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000" h="855000">
                <a:moveTo>
                  <a:pt x="146250" y="0"/>
                </a:moveTo>
                <a:cubicBezTo>
                  <a:pt x="65478" y="0"/>
                  <a:pt x="0" y="65478"/>
                  <a:pt x="0" y="146250"/>
                </a:cubicBezTo>
                <a:lnTo>
                  <a:pt x="0" y="573750"/>
                </a:lnTo>
                <a:cubicBezTo>
                  <a:pt x="0" y="654522"/>
                  <a:pt x="65478" y="720000"/>
                  <a:pt x="146250" y="720000"/>
                </a:cubicBezTo>
                <a:lnTo>
                  <a:pt x="455310" y="720000"/>
                </a:lnTo>
                <a:cubicBezTo>
                  <a:pt x="451788" y="705259"/>
                  <a:pt x="450006" y="690156"/>
                  <a:pt x="450000" y="675000"/>
                </a:cubicBezTo>
                <a:lnTo>
                  <a:pt x="450000" y="652500"/>
                </a:lnTo>
                <a:cubicBezTo>
                  <a:pt x="450000" y="590368"/>
                  <a:pt x="500368" y="540000"/>
                  <a:pt x="562500" y="540000"/>
                </a:cubicBezTo>
                <a:lnTo>
                  <a:pt x="605250" y="540000"/>
                </a:lnTo>
                <a:cubicBezTo>
                  <a:pt x="536901" y="476642"/>
                  <a:pt x="532854" y="369872"/>
                  <a:pt x="596213" y="301523"/>
                </a:cubicBezTo>
                <a:cubicBezTo>
                  <a:pt x="659571" y="233173"/>
                  <a:pt x="766341" y="229127"/>
                  <a:pt x="834690" y="292485"/>
                </a:cubicBezTo>
                <a:cubicBezTo>
                  <a:pt x="866279" y="321768"/>
                  <a:pt x="885475" y="362022"/>
                  <a:pt x="888345" y="405000"/>
                </a:cubicBezTo>
                <a:lnTo>
                  <a:pt x="900000" y="405000"/>
                </a:lnTo>
                <a:lnTo>
                  <a:pt x="900000" y="146250"/>
                </a:lnTo>
                <a:cubicBezTo>
                  <a:pt x="900000" y="65478"/>
                  <a:pt x="834522" y="0"/>
                  <a:pt x="753750" y="0"/>
                </a:cubicBezTo>
                <a:lnTo>
                  <a:pt x="146250" y="0"/>
                </a:lnTo>
                <a:close/>
                <a:moveTo>
                  <a:pt x="877500" y="585000"/>
                </a:moveTo>
                <a:cubicBezTo>
                  <a:pt x="914779" y="585000"/>
                  <a:pt x="945000" y="615221"/>
                  <a:pt x="945000" y="652500"/>
                </a:cubicBezTo>
                <a:lnTo>
                  <a:pt x="945000" y="675000"/>
                </a:lnTo>
                <a:cubicBezTo>
                  <a:pt x="945000" y="763695"/>
                  <a:pt x="861300" y="855000"/>
                  <a:pt x="720000" y="855000"/>
                </a:cubicBezTo>
                <a:cubicBezTo>
                  <a:pt x="578700" y="855000"/>
                  <a:pt x="495000" y="763695"/>
                  <a:pt x="495000" y="675000"/>
                </a:cubicBezTo>
                <a:lnTo>
                  <a:pt x="495000" y="652500"/>
                </a:lnTo>
                <a:cubicBezTo>
                  <a:pt x="495000" y="615221"/>
                  <a:pt x="525221" y="585000"/>
                  <a:pt x="562500" y="585000"/>
                </a:cubicBezTo>
                <a:lnTo>
                  <a:pt x="877500" y="585000"/>
                </a:lnTo>
                <a:close/>
                <a:moveTo>
                  <a:pt x="720000" y="292500"/>
                </a:moveTo>
                <a:cubicBezTo>
                  <a:pt x="788345" y="292500"/>
                  <a:pt x="843750" y="347905"/>
                  <a:pt x="843750" y="416250"/>
                </a:cubicBezTo>
                <a:cubicBezTo>
                  <a:pt x="843750" y="484595"/>
                  <a:pt x="788345" y="540000"/>
                  <a:pt x="720000" y="540000"/>
                </a:cubicBezTo>
                <a:cubicBezTo>
                  <a:pt x="651655" y="540000"/>
                  <a:pt x="596250" y="484595"/>
                  <a:pt x="596250" y="416250"/>
                </a:cubicBezTo>
                <a:cubicBezTo>
                  <a:pt x="596250" y="347905"/>
                  <a:pt x="651655" y="292500"/>
                  <a:pt x="720000" y="2925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3">
            <a:extLst>
              <a:ext uri="{FF2B5EF4-FFF2-40B4-BE49-F238E27FC236}">
                <a16:creationId xmlns:a16="http://schemas.microsoft.com/office/drawing/2014/main" id="{F580EFAD-3E21-BB23-0ED9-93D9541F4243}"/>
              </a:ext>
            </a:extLst>
          </p:cNvPr>
          <p:cNvSpPr/>
          <p:nvPr/>
        </p:nvSpPr>
        <p:spPr>
          <a:xfrm>
            <a:off x="5892568" y="5295873"/>
            <a:ext cx="431830" cy="431828"/>
          </a:xfrm>
          <a:custGeom>
            <a:avLst/>
            <a:gdLst>
              <a:gd name="connsiteX0" fmla="*/ 0 w 900004"/>
              <a:gd name="connsiteY0" fmla="*/ 146250 h 900000"/>
              <a:gd name="connsiteX1" fmla="*/ 146251 w 900004"/>
              <a:gd name="connsiteY1" fmla="*/ 0 h 900000"/>
              <a:gd name="connsiteX2" fmla="*/ 506252 w 900004"/>
              <a:gd name="connsiteY2" fmla="*/ 0 h 900000"/>
              <a:gd name="connsiteX3" fmla="*/ 652503 w 900004"/>
              <a:gd name="connsiteY3" fmla="*/ 146250 h 900000"/>
              <a:gd name="connsiteX4" fmla="*/ 652503 w 900004"/>
              <a:gd name="connsiteY4" fmla="*/ 247500 h 900000"/>
              <a:gd name="connsiteX5" fmla="*/ 753753 w 900004"/>
              <a:gd name="connsiteY5" fmla="*/ 247500 h 900000"/>
              <a:gd name="connsiteX6" fmla="*/ 900004 w 900004"/>
              <a:gd name="connsiteY6" fmla="*/ 393750 h 900000"/>
              <a:gd name="connsiteX7" fmla="*/ 900004 w 900004"/>
              <a:gd name="connsiteY7" fmla="*/ 753750 h 900000"/>
              <a:gd name="connsiteX8" fmla="*/ 753753 w 900004"/>
              <a:gd name="connsiteY8" fmla="*/ 900000 h 900000"/>
              <a:gd name="connsiteX9" fmla="*/ 393752 w 900004"/>
              <a:gd name="connsiteY9" fmla="*/ 900000 h 900000"/>
              <a:gd name="connsiteX10" fmla="*/ 247501 w 900004"/>
              <a:gd name="connsiteY10" fmla="*/ 753750 h 900000"/>
              <a:gd name="connsiteX11" fmla="*/ 247501 w 900004"/>
              <a:gd name="connsiteY11" fmla="*/ 652500 h 900000"/>
              <a:gd name="connsiteX12" fmla="*/ 146251 w 900004"/>
              <a:gd name="connsiteY12" fmla="*/ 652500 h 900000"/>
              <a:gd name="connsiteX13" fmla="*/ 0 w 900004"/>
              <a:gd name="connsiteY13" fmla="*/ 506250 h 900000"/>
              <a:gd name="connsiteX14" fmla="*/ 0 w 900004"/>
              <a:gd name="connsiteY14" fmla="*/ 146250 h 900000"/>
              <a:gd name="connsiteX15" fmla="*/ 585003 w 900004"/>
              <a:gd name="connsiteY15" fmla="*/ 146250 h 900000"/>
              <a:gd name="connsiteX16" fmla="*/ 506252 w 900004"/>
              <a:gd name="connsiteY16" fmla="*/ 67500 h 900000"/>
              <a:gd name="connsiteX17" fmla="*/ 146251 w 900004"/>
              <a:gd name="connsiteY17" fmla="*/ 67500 h 900000"/>
              <a:gd name="connsiteX18" fmla="*/ 67500 w 900004"/>
              <a:gd name="connsiteY18" fmla="*/ 146250 h 900000"/>
              <a:gd name="connsiteX19" fmla="*/ 67500 w 900004"/>
              <a:gd name="connsiteY19" fmla="*/ 506250 h 900000"/>
              <a:gd name="connsiteX20" fmla="*/ 146251 w 900004"/>
              <a:gd name="connsiteY20" fmla="*/ 585000 h 900000"/>
              <a:gd name="connsiteX21" fmla="*/ 247501 w 900004"/>
              <a:gd name="connsiteY21" fmla="*/ 585000 h 900000"/>
              <a:gd name="connsiteX22" fmla="*/ 247501 w 900004"/>
              <a:gd name="connsiteY22" fmla="*/ 393750 h 900000"/>
              <a:gd name="connsiteX23" fmla="*/ 270001 w 900004"/>
              <a:gd name="connsiteY23" fmla="*/ 315765 h 900000"/>
              <a:gd name="connsiteX24" fmla="*/ 315766 w 900004"/>
              <a:gd name="connsiteY24" fmla="*/ 270000 h 900000"/>
              <a:gd name="connsiteX25" fmla="*/ 393752 w 900004"/>
              <a:gd name="connsiteY25" fmla="*/ 247500 h 900000"/>
              <a:gd name="connsiteX26" fmla="*/ 585003 w 900004"/>
              <a:gd name="connsiteY26" fmla="*/ 247500 h 900000"/>
              <a:gd name="connsiteX27" fmla="*/ 585003 w 900004"/>
              <a:gd name="connsiteY27" fmla="*/ 146250 h 900000"/>
              <a:gd name="connsiteX28" fmla="*/ 630003 w 900004"/>
              <a:gd name="connsiteY28" fmla="*/ 584235 h 900000"/>
              <a:gd name="connsiteX29" fmla="*/ 584238 w 900004"/>
              <a:gd name="connsiteY29" fmla="*/ 630000 h 900000"/>
              <a:gd name="connsiteX30" fmla="*/ 506252 w 900004"/>
              <a:gd name="connsiteY30" fmla="*/ 652500 h 900000"/>
              <a:gd name="connsiteX31" fmla="*/ 315001 w 900004"/>
              <a:gd name="connsiteY31" fmla="*/ 652500 h 900000"/>
              <a:gd name="connsiteX32" fmla="*/ 315001 w 900004"/>
              <a:gd name="connsiteY32" fmla="*/ 753750 h 900000"/>
              <a:gd name="connsiteX33" fmla="*/ 393752 w 900004"/>
              <a:gd name="connsiteY33" fmla="*/ 832500 h 900000"/>
              <a:gd name="connsiteX34" fmla="*/ 753753 w 900004"/>
              <a:gd name="connsiteY34" fmla="*/ 832500 h 900000"/>
              <a:gd name="connsiteX35" fmla="*/ 832504 w 900004"/>
              <a:gd name="connsiteY35" fmla="*/ 753750 h 900000"/>
              <a:gd name="connsiteX36" fmla="*/ 832504 w 900004"/>
              <a:gd name="connsiteY36" fmla="*/ 393750 h 900000"/>
              <a:gd name="connsiteX37" fmla="*/ 753753 w 900004"/>
              <a:gd name="connsiteY37" fmla="*/ 315000 h 900000"/>
              <a:gd name="connsiteX38" fmla="*/ 652503 w 900004"/>
              <a:gd name="connsiteY38" fmla="*/ 315000 h 900000"/>
              <a:gd name="connsiteX39" fmla="*/ 652503 w 900004"/>
              <a:gd name="connsiteY39" fmla="*/ 506250 h 900000"/>
              <a:gd name="connsiteX40" fmla="*/ 630003 w 900004"/>
              <a:gd name="connsiteY40" fmla="*/ 58423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00004" h="900000">
                <a:moveTo>
                  <a:pt x="0" y="146250"/>
                </a:moveTo>
                <a:cubicBezTo>
                  <a:pt x="0" y="65478"/>
                  <a:pt x="65479" y="0"/>
                  <a:pt x="146251" y="0"/>
                </a:cubicBezTo>
                <a:lnTo>
                  <a:pt x="506252" y="0"/>
                </a:lnTo>
                <a:cubicBezTo>
                  <a:pt x="587024" y="0"/>
                  <a:pt x="652503" y="65478"/>
                  <a:pt x="652503" y="146250"/>
                </a:cubicBezTo>
                <a:lnTo>
                  <a:pt x="652503" y="247500"/>
                </a:lnTo>
                <a:lnTo>
                  <a:pt x="753753" y="247500"/>
                </a:lnTo>
                <a:cubicBezTo>
                  <a:pt x="834525" y="247500"/>
                  <a:pt x="900004" y="312978"/>
                  <a:pt x="900004" y="393750"/>
                </a:cubicBezTo>
                <a:lnTo>
                  <a:pt x="900004" y="753750"/>
                </a:lnTo>
                <a:cubicBezTo>
                  <a:pt x="900004" y="834522"/>
                  <a:pt x="834525" y="900000"/>
                  <a:pt x="753753" y="900000"/>
                </a:cubicBezTo>
                <a:lnTo>
                  <a:pt x="393752" y="900000"/>
                </a:lnTo>
                <a:cubicBezTo>
                  <a:pt x="312980" y="900000"/>
                  <a:pt x="247501" y="834522"/>
                  <a:pt x="247501" y="753750"/>
                </a:cubicBezTo>
                <a:lnTo>
                  <a:pt x="247501" y="652500"/>
                </a:lnTo>
                <a:lnTo>
                  <a:pt x="146251" y="652500"/>
                </a:lnTo>
                <a:cubicBezTo>
                  <a:pt x="65479" y="652500"/>
                  <a:pt x="0" y="587022"/>
                  <a:pt x="0" y="506250"/>
                </a:cubicBezTo>
                <a:lnTo>
                  <a:pt x="0" y="146250"/>
                </a:lnTo>
                <a:close/>
                <a:moveTo>
                  <a:pt x="585003" y="146250"/>
                </a:moveTo>
                <a:cubicBezTo>
                  <a:pt x="585003" y="102758"/>
                  <a:pt x="549745" y="67500"/>
                  <a:pt x="506252" y="67500"/>
                </a:cubicBezTo>
                <a:lnTo>
                  <a:pt x="146251" y="67500"/>
                </a:lnTo>
                <a:cubicBezTo>
                  <a:pt x="102758" y="67500"/>
                  <a:pt x="67500" y="102758"/>
                  <a:pt x="67500" y="146250"/>
                </a:cubicBezTo>
                <a:lnTo>
                  <a:pt x="67500" y="506250"/>
                </a:lnTo>
                <a:cubicBezTo>
                  <a:pt x="67500" y="549720"/>
                  <a:pt x="102780" y="585000"/>
                  <a:pt x="146251" y="585000"/>
                </a:cubicBezTo>
                <a:lnTo>
                  <a:pt x="247501" y="585000"/>
                </a:lnTo>
                <a:lnTo>
                  <a:pt x="247501" y="393750"/>
                </a:lnTo>
                <a:cubicBezTo>
                  <a:pt x="247501" y="365085"/>
                  <a:pt x="255736" y="338355"/>
                  <a:pt x="270001" y="315765"/>
                </a:cubicBezTo>
                <a:cubicBezTo>
                  <a:pt x="281668" y="297301"/>
                  <a:pt x="297302" y="281667"/>
                  <a:pt x="315766" y="270000"/>
                </a:cubicBezTo>
                <a:cubicBezTo>
                  <a:pt x="339103" y="255258"/>
                  <a:pt x="366149" y="247455"/>
                  <a:pt x="393752" y="247500"/>
                </a:cubicBezTo>
                <a:lnTo>
                  <a:pt x="585003" y="247500"/>
                </a:lnTo>
                <a:lnTo>
                  <a:pt x="585003" y="146250"/>
                </a:lnTo>
                <a:close/>
                <a:moveTo>
                  <a:pt x="630003" y="584235"/>
                </a:moveTo>
                <a:cubicBezTo>
                  <a:pt x="618337" y="602700"/>
                  <a:pt x="602703" y="618334"/>
                  <a:pt x="584238" y="630000"/>
                </a:cubicBezTo>
                <a:cubicBezTo>
                  <a:pt x="561648" y="644265"/>
                  <a:pt x="534917" y="652500"/>
                  <a:pt x="506252" y="652500"/>
                </a:cubicBezTo>
                <a:lnTo>
                  <a:pt x="315001" y="652500"/>
                </a:lnTo>
                <a:lnTo>
                  <a:pt x="315001" y="753750"/>
                </a:lnTo>
                <a:cubicBezTo>
                  <a:pt x="315001" y="797220"/>
                  <a:pt x="350282" y="832500"/>
                  <a:pt x="393752" y="832500"/>
                </a:cubicBezTo>
                <a:lnTo>
                  <a:pt x="753753" y="832500"/>
                </a:lnTo>
                <a:cubicBezTo>
                  <a:pt x="797246" y="832500"/>
                  <a:pt x="832504" y="797242"/>
                  <a:pt x="832504" y="753750"/>
                </a:cubicBezTo>
                <a:lnTo>
                  <a:pt x="832504" y="393750"/>
                </a:lnTo>
                <a:cubicBezTo>
                  <a:pt x="832504" y="350258"/>
                  <a:pt x="797246" y="315000"/>
                  <a:pt x="753753" y="315000"/>
                </a:cubicBezTo>
                <a:lnTo>
                  <a:pt x="652503" y="315000"/>
                </a:lnTo>
                <a:lnTo>
                  <a:pt x="652503" y="506250"/>
                </a:lnTo>
                <a:cubicBezTo>
                  <a:pt x="652503" y="534915"/>
                  <a:pt x="644268" y="561645"/>
                  <a:pt x="630003" y="584235"/>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7">
            <a:extLst>
              <a:ext uri="{FF2B5EF4-FFF2-40B4-BE49-F238E27FC236}">
                <a16:creationId xmlns:a16="http://schemas.microsoft.com/office/drawing/2014/main" id="{85D479C3-26CB-B88A-6025-3605FD382211}"/>
              </a:ext>
            </a:extLst>
          </p:cNvPr>
          <p:cNvSpPr/>
          <p:nvPr/>
        </p:nvSpPr>
        <p:spPr>
          <a:xfrm>
            <a:off x="2089453" y="5306668"/>
            <a:ext cx="453420" cy="410238"/>
          </a:xfrm>
          <a:custGeom>
            <a:avLst/>
            <a:gdLst>
              <a:gd name="connsiteX0" fmla="*/ 146250 w 945000"/>
              <a:gd name="connsiteY0" fmla="*/ 0 h 855000"/>
              <a:gd name="connsiteX1" fmla="*/ 0 w 945000"/>
              <a:gd name="connsiteY1" fmla="*/ 146250 h 855000"/>
              <a:gd name="connsiteX2" fmla="*/ 0 w 945000"/>
              <a:gd name="connsiteY2" fmla="*/ 573750 h 855000"/>
              <a:gd name="connsiteX3" fmla="*/ 146250 w 945000"/>
              <a:gd name="connsiteY3" fmla="*/ 720000 h 855000"/>
              <a:gd name="connsiteX4" fmla="*/ 455310 w 945000"/>
              <a:gd name="connsiteY4" fmla="*/ 720000 h 855000"/>
              <a:gd name="connsiteX5" fmla="*/ 450000 w 945000"/>
              <a:gd name="connsiteY5" fmla="*/ 675000 h 855000"/>
              <a:gd name="connsiteX6" fmla="*/ 450000 w 945000"/>
              <a:gd name="connsiteY6" fmla="*/ 652500 h 855000"/>
              <a:gd name="connsiteX7" fmla="*/ 562500 w 945000"/>
              <a:gd name="connsiteY7" fmla="*/ 540000 h 855000"/>
              <a:gd name="connsiteX8" fmla="*/ 605250 w 945000"/>
              <a:gd name="connsiteY8" fmla="*/ 540000 h 855000"/>
              <a:gd name="connsiteX9" fmla="*/ 596213 w 945000"/>
              <a:gd name="connsiteY9" fmla="*/ 301523 h 855000"/>
              <a:gd name="connsiteX10" fmla="*/ 834690 w 945000"/>
              <a:gd name="connsiteY10" fmla="*/ 292485 h 855000"/>
              <a:gd name="connsiteX11" fmla="*/ 888345 w 945000"/>
              <a:gd name="connsiteY11" fmla="*/ 405000 h 855000"/>
              <a:gd name="connsiteX12" fmla="*/ 900000 w 945000"/>
              <a:gd name="connsiteY12" fmla="*/ 405000 h 855000"/>
              <a:gd name="connsiteX13" fmla="*/ 900000 w 945000"/>
              <a:gd name="connsiteY13" fmla="*/ 146250 h 855000"/>
              <a:gd name="connsiteX14" fmla="*/ 753750 w 945000"/>
              <a:gd name="connsiteY14" fmla="*/ 0 h 855000"/>
              <a:gd name="connsiteX15" fmla="*/ 146250 w 945000"/>
              <a:gd name="connsiteY15" fmla="*/ 0 h 855000"/>
              <a:gd name="connsiteX16" fmla="*/ 877500 w 945000"/>
              <a:gd name="connsiteY16" fmla="*/ 585000 h 855000"/>
              <a:gd name="connsiteX17" fmla="*/ 945000 w 945000"/>
              <a:gd name="connsiteY17" fmla="*/ 652500 h 855000"/>
              <a:gd name="connsiteX18" fmla="*/ 945000 w 945000"/>
              <a:gd name="connsiteY18" fmla="*/ 675000 h 855000"/>
              <a:gd name="connsiteX19" fmla="*/ 720000 w 945000"/>
              <a:gd name="connsiteY19" fmla="*/ 855000 h 855000"/>
              <a:gd name="connsiteX20" fmla="*/ 495000 w 945000"/>
              <a:gd name="connsiteY20" fmla="*/ 675000 h 855000"/>
              <a:gd name="connsiteX21" fmla="*/ 495000 w 945000"/>
              <a:gd name="connsiteY21" fmla="*/ 652500 h 855000"/>
              <a:gd name="connsiteX22" fmla="*/ 562500 w 945000"/>
              <a:gd name="connsiteY22" fmla="*/ 585000 h 855000"/>
              <a:gd name="connsiteX23" fmla="*/ 877500 w 945000"/>
              <a:gd name="connsiteY23" fmla="*/ 585000 h 855000"/>
              <a:gd name="connsiteX24" fmla="*/ 720000 w 945000"/>
              <a:gd name="connsiteY24" fmla="*/ 292500 h 855000"/>
              <a:gd name="connsiteX25" fmla="*/ 843750 w 945000"/>
              <a:gd name="connsiteY25" fmla="*/ 416250 h 855000"/>
              <a:gd name="connsiteX26" fmla="*/ 720000 w 945000"/>
              <a:gd name="connsiteY26" fmla="*/ 540000 h 855000"/>
              <a:gd name="connsiteX27" fmla="*/ 596250 w 945000"/>
              <a:gd name="connsiteY27" fmla="*/ 416250 h 855000"/>
              <a:gd name="connsiteX28" fmla="*/ 720000 w 945000"/>
              <a:gd name="connsiteY28" fmla="*/ 292500 h 85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000" h="855000">
                <a:moveTo>
                  <a:pt x="146250" y="0"/>
                </a:moveTo>
                <a:cubicBezTo>
                  <a:pt x="65478" y="0"/>
                  <a:pt x="0" y="65478"/>
                  <a:pt x="0" y="146250"/>
                </a:cubicBezTo>
                <a:lnTo>
                  <a:pt x="0" y="573750"/>
                </a:lnTo>
                <a:cubicBezTo>
                  <a:pt x="0" y="654522"/>
                  <a:pt x="65478" y="720000"/>
                  <a:pt x="146250" y="720000"/>
                </a:cubicBezTo>
                <a:lnTo>
                  <a:pt x="455310" y="720000"/>
                </a:lnTo>
                <a:cubicBezTo>
                  <a:pt x="451788" y="705259"/>
                  <a:pt x="450006" y="690156"/>
                  <a:pt x="450000" y="675000"/>
                </a:cubicBezTo>
                <a:lnTo>
                  <a:pt x="450000" y="652500"/>
                </a:lnTo>
                <a:cubicBezTo>
                  <a:pt x="450000" y="590368"/>
                  <a:pt x="500368" y="540000"/>
                  <a:pt x="562500" y="540000"/>
                </a:cubicBezTo>
                <a:lnTo>
                  <a:pt x="605250" y="540000"/>
                </a:lnTo>
                <a:cubicBezTo>
                  <a:pt x="536901" y="476642"/>
                  <a:pt x="532854" y="369872"/>
                  <a:pt x="596213" y="301523"/>
                </a:cubicBezTo>
                <a:cubicBezTo>
                  <a:pt x="659571" y="233173"/>
                  <a:pt x="766341" y="229127"/>
                  <a:pt x="834690" y="292485"/>
                </a:cubicBezTo>
                <a:cubicBezTo>
                  <a:pt x="866279" y="321768"/>
                  <a:pt x="885475" y="362022"/>
                  <a:pt x="888345" y="405000"/>
                </a:cubicBezTo>
                <a:lnTo>
                  <a:pt x="900000" y="405000"/>
                </a:lnTo>
                <a:lnTo>
                  <a:pt x="900000" y="146250"/>
                </a:lnTo>
                <a:cubicBezTo>
                  <a:pt x="900000" y="65478"/>
                  <a:pt x="834522" y="0"/>
                  <a:pt x="753750" y="0"/>
                </a:cubicBezTo>
                <a:lnTo>
                  <a:pt x="146250" y="0"/>
                </a:lnTo>
                <a:close/>
                <a:moveTo>
                  <a:pt x="877500" y="585000"/>
                </a:moveTo>
                <a:cubicBezTo>
                  <a:pt x="914779" y="585000"/>
                  <a:pt x="945000" y="615221"/>
                  <a:pt x="945000" y="652500"/>
                </a:cubicBezTo>
                <a:lnTo>
                  <a:pt x="945000" y="675000"/>
                </a:lnTo>
                <a:cubicBezTo>
                  <a:pt x="945000" y="763695"/>
                  <a:pt x="861300" y="855000"/>
                  <a:pt x="720000" y="855000"/>
                </a:cubicBezTo>
                <a:cubicBezTo>
                  <a:pt x="578700" y="855000"/>
                  <a:pt x="495000" y="763695"/>
                  <a:pt x="495000" y="675000"/>
                </a:cubicBezTo>
                <a:lnTo>
                  <a:pt x="495000" y="652500"/>
                </a:lnTo>
                <a:cubicBezTo>
                  <a:pt x="495000" y="615221"/>
                  <a:pt x="525221" y="585000"/>
                  <a:pt x="562500" y="585000"/>
                </a:cubicBezTo>
                <a:lnTo>
                  <a:pt x="877500" y="585000"/>
                </a:lnTo>
                <a:close/>
                <a:moveTo>
                  <a:pt x="720000" y="292500"/>
                </a:moveTo>
                <a:cubicBezTo>
                  <a:pt x="788345" y="292500"/>
                  <a:pt x="843750" y="347905"/>
                  <a:pt x="843750" y="416250"/>
                </a:cubicBezTo>
                <a:cubicBezTo>
                  <a:pt x="843750" y="484595"/>
                  <a:pt x="788345" y="540000"/>
                  <a:pt x="720000" y="540000"/>
                </a:cubicBezTo>
                <a:cubicBezTo>
                  <a:pt x="651655" y="540000"/>
                  <a:pt x="596250" y="484595"/>
                  <a:pt x="596250" y="416250"/>
                </a:cubicBezTo>
                <a:cubicBezTo>
                  <a:pt x="596250" y="347905"/>
                  <a:pt x="651655" y="292500"/>
                  <a:pt x="720000" y="2925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3">
            <a:extLst>
              <a:ext uri="{FF2B5EF4-FFF2-40B4-BE49-F238E27FC236}">
                <a16:creationId xmlns:a16="http://schemas.microsoft.com/office/drawing/2014/main" id="{6397053B-BCE8-B763-DC67-1074DE1DCF9C}"/>
              </a:ext>
            </a:extLst>
          </p:cNvPr>
          <p:cNvSpPr/>
          <p:nvPr/>
        </p:nvSpPr>
        <p:spPr>
          <a:xfrm>
            <a:off x="7060968" y="5295873"/>
            <a:ext cx="431830" cy="431828"/>
          </a:xfrm>
          <a:custGeom>
            <a:avLst/>
            <a:gdLst>
              <a:gd name="connsiteX0" fmla="*/ 0 w 900004"/>
              <a:gd name="connsiteY0" fmla="*/ 146250 h 900000"/>
              <a:gd name="connsiteX1" fmla="*/ 146251 w 900004"/>
              <a:gd name="connsiteY1" fmla="*/ 0 h 900000"/>
              <a:gd name="connsiteX2" fmla="*/ 506252 w 900004"/>
              <a:gd name="connsiteY2" fmla="*/ 0 h 900000"/>
              <a:gd name="connsiteX3" fmla="*/ 652503 w 900004"/>
              <a:gd name="connsiteY3" fmla="*/ 146250 h 900000"/>
              <a:gd name="connsiteX4" fmla="*/ 652503 w 900004"/>
              <a:gd name="connsiteY4" fmla="*/ 247500 h 900000"/>
              <a:gd name="connsiteX5" fmla="*/ 753753 w 900004"/>
              <a:gd name="connsiteY5" fmla="*/ 247500 h 900000"/>
              <a:gd name="connsiteX6" fmla="*/ 900004 w 900004"/>
              <a:gd name="connsiteY6" fmla="*/ 393750 h 900000"/>
              <a:gd name="connsiteX7" fmla="*/ 900004 w 900004"/>
              <a:gd name="connsiteY7" fmla="*/ 753750 h 900000"/>
              <a:gd name="connsiteX8" fmla="*/ 753753 w 900004"/>
              <a:gd name="connsiteY8" fmla="*/ 900000 h 900000"/>
              <a:gd name="connsiteX9" fmla="*/ 393752 w 900004"/>
              <a:gd name="connsiteY9" fmla="*/ 900000 h 900000"/>
              <a:gd name="connsiteX10" fmla="*/ 247501 w 900004"/>
              <a:gd name="connsiteY10" fmla="*/ 753750 h 900000"/>
              <a:gd name="connsiteX11" fmla="*/ 247501 w 900004"/>
              <a:gd name="connsiteY11" fmla="*/ 652500 h 900000"/>
              <a:gd name="connsiteX12" fmla="*/ 146251 w 900004"/>
              <a:gd name="connsiteY12" fmla="*/ 652500 h 900000"/>
              <a:gd name="connsiteX13" fmla="*/ 0 w 900004"/>
              <a:gd name="connsiteY13" fmla="*/ 506250 h 900000"/>
              <a:gd name="connsiteX14" fmla="*/ 0 w 900004"/>
              <a:gd name="connsiteY14" fmla="*/ 146250 h 900000"/>
              <a:gd name="connsiteX15" fmla="*/ 585003 w 900004"/>
              <a:gd name="connsiteY15" fmla="*/ 146250 h 900000"/>
              <a:gd name="connsiteX16" fmla="*/ 506252 w 900004"/>
              <a:gd name="connsiteY16" fmla="*/ 67500 h 900000"/>
              <a:gd name="connsiteX17" fmla="*/ 146251 w 900004"/>
              <a:gd name="connsiteY17" fmla="*/ 67500 h 900000"/>
              <a:gd name="connsiteX18" fmla="*/ 67500 w 900004"/>
              <a:gd name="connsiteY18" fmla="*/ 146250 h 900000"/>
              <a:gd name="connsiteX19" fmla="*/ 67500 w 900004"/>
              <a:gd name="connsiteY19" fmla="*/ 506250 h 900000"/>
              <a:gd name="connsiteX20" fmla="*/ 146251 w 900004"/>
              <a:gd name="connsiteY20" fmla="*/ 585000 h 900000"/>
              <a:gd name="connsiteX21" fmla="*/ 247501 w 900004"/>
              <a:gd name="connsiteY21" fmla="*/ 585000 h 900000"/>
              <a:gd name="connsiteX22" fmla="*/ 247501 w 900004"/>
              <a:gd name="connsiteY22" fmla="*/ 393750 h 900000"/>
              <a:gd name="connsiteX23" fmla="*/ 270001 w 900004"/>
              <a:gd name="connsiteY23" fmla="*/ 315765 h 900000"/>
              <a:gd name="connsiteX24" fmla="*/ 315766 w 900004"/>
              <a:gd name="connsiteY24" fmla="*/ 270000 h 900000"/>
              <a:gd name="connsiteX25" fmla="*/ 393752 w 900004"/>
              <a:gd name="connsiteY25" fmla="*/ 247500 h 900000"/>
              <a:gd name="connsiteX26" fmla="*/ 585003 w 900004"/>
              <a:gd name="connsiteY26" fmla="*/ 247500 h 900000"/>
              <a:gd name="connsiteX27" fmla="*/ 585003 w 900004"/>
              <a:gd name="connsiteY27" fmla="*/ 146250 h 900000"/>
              <a:gd name="connsiteX28" fmla="*/ 630003 w 900004"/>
              <a:gd name="connsiteY28" fmla="*/ 584235 h 900000"/>
              <a:gd name="connsiteX29" fmla="*/ 584238 w 900004"/>
              <a:gd name="connsiteY29" fmla="*/ 630000 h 900000"/>
              <a:gd name="connsiteX30" fmla="*/ 506252 w 900004"/>
              <a:gd name="connsiteY30" fmla="*/ 652500 h 900000"/>
              <a:gd name="connsiteX31" fmla="*/ 315001 w 900004"/>
              <a:gd name="connsiteY31" fmla="*/ 652500 h 900000"/>
              <a:gd name="connsiteX32" fmla="*/ 315001 w 900004"/>
              <a:gd name="connsiteY32" fmla="*/ 753750 h 900000"/>
              <a:gd name="connsiteX33" fmla="*/ 393752 w 900004"/>
              <a:gd name="connsiteY33" fmla="*/ 832500 h 900000"/>
              <a:gd name="connsiteX34" fmla="*/ 753753 w 900004"/>
              <a:gd name="connsiteY34" fmla="*/ 832500 h 900000"/>
              <a:gd name="connsiteX35" fmla="*/ 832504 w 900004"/>
              <a:gd name="connsiteY35" fmla="*/ 753750 h 900000"/>
              <a:gd name="connsiteX36" fmla="*/ 832504 w 900004"/>
              <a:gd name="connsiteY36" fmla="*/ 393750 h 900000"/>
              <a:gd name="connsiteX37" fmla="*/ 753753 w 900004"/>
              <a:gd name="connsiteY37" fmla="*/ 315000 h 900000"/>
              <a:gd name="connsiteX38" fmla="*/ 652503 w 900004"/>
              <a:gd name="connsiteY38" fmla="*/ 315000 h 900000"/>
              <a:gd name="connsiteX39" fmla="*/ 652503 w 900004"/>
              <a:gd name="connsiteY39" fmla="*/ 506250 h 900000"/>
              <a:gd name="connsiteX40" fmla="*/ 630003 w 900004"/>
              <a:gd name="connsiteY40" fmla="*/ 58423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00004" h="900000">
                <a:moveTo>
                  <a:pt x="0" y="146250"/>
                </a:moveTo>
                <a:cubicBezTo>
                  <a:pt x="0" y="65478"/>
                  <a:pt x="65479" y="0"/>
                  <a:pt x="146251" y="0"/>
                </a:cubicBezTo>
                <a:lnTo>
                  <a:pt x="506252" y="0"/>
                </a:lnTo>
                <a:cubicBezTo>
                  <a:pt x="587024" y="0"/>
                  <a:pt x="652503" y="65478"/>
                  <a:pt x="652503" y="146250"/>
                </a:cubicBezTo>
                <a:lnTo>
                  <a:pt x="652503" y="247500"/>
                </a:lnTo>
                <a:lnTo>
                  <a:pt x="753753" y="247500"/>
                </a:lnTo>
                <a:cubicBezTo>
                  <a:pt x="834525" y="247500"/>
                  <a:pt x="900004" y="312978"/>
                  <a:pt x="900004" y="393750"/>
                </a:cubicBezTo>
                <a:lnTo>
                  <a:pt x="900004" y="753750"/>
                </a:lnTo>
                <a:cubicBezTo>
                  <a:pt x="900004" y="834522"/>
                  <a:pt x="834525" y="900000"/>
                  <a:pt x="753753" y="900000"/>
                </a:cubicBezTo>
                <a:lnTo>
                  <a:pt x="393752" y="900000"/>
                </a:lnTo>
                <a:cubicBezTo>
                  <a:pt x="312980" y="900000"/>
                  <a:pt x="247501" y="834522"/>
                  <a:pt x="247501" y="753750"/>
                </a:cubicBezTo>
                <a:lnTo>
                  <a:pt x="247501" y="652500"/>
                </a:lnTo>
                <a:lnTo>
                  <a:pt x="146251" y="652500"/>
                </a:lnTo>
                <a:cubicBezTo>
                  <a:pt x="65479" y="652500"/>
                  <a:pt x="0" y="587022"/>
                  <a:pt x="0" y="506250"/>
                </a:cubicBezTo>
                <a:lnTo>
                  <a:pt x="0" y="146250"/>
                </a:lnTo>
                <a:close/>
                <a:moveTo>
                  <a:pt x="585003" y="146250"/>
                </a:moveTo>
                <a:cubicBezTo>
                  <a:pt x="585003" y="102758"/>
                  <a:pt x="549745" y="67500"/>
                  <a:pt x="506252" y="67500"/>
                </a:cubicBezTo>
                <a:lnTo>
                  <a:pt x="146251" y="67500"/>
                </a:lnTo>
                <a:cubicBezTo>
                  <a:pt x="102758" y="67500"/>
                  <a:pt x="67500" y="102758"/>
                  <a:pt x="67500" y="146250"/>
                </a:cubicBezTo>
                <a:lnTo>
                  <a:pt x="67500" y="506250"/>
                </a:lnTo>
                <a:cubicBezTo>
                  <a:pt x="67500" y="549720"/>
                  <a:pt x="102780" y="585000"/>
                  <a:pt x="146251" y="585000"/>
                </a:cubicBezTo>
                <a:lnTo>
                  <a:pt x="247501" y="585000"/>
                </a:lnTo>
                <a:lnTo>
                  <a:pt x="247501" y="393750"/>
                </a:lnTo>
                <a:cubicBezTo>
                  <a:pt x="247501" y="365085"/>
                  <a:pt x="255736" y="338355"/>
                  <a:pt x="270001" y="315765"/>
                </a:cubicBezTo>
                <a:cubicBezTo>
                  <a:pt x="281668" y="297301"/>
                  <a:pt x="297302" y="281667"/>
                  <a:pt x="315766" y="270000"/>
                </a:cubicBezTo>
                <a:cubicBezTo>
                  <a:pt x="339103" y="255258"/>
                  <a:pt x="366149" y="247455"/>
                  <a:pt x="393752" y="247500"/>
                </a:cubicBezTo>
                <a:lnTo>
                  <a:pt x="585003" y="247500"/>
                </a:lnTo>
                <a:lnTo>
                  <a:pt x="585003" y="146250"/>
                </a:lnTo>
                <a:close/>
                <a:moveTo>
                  <a:pt x="630003" y="584235"/>
                </a:moveTo>
                <a:cubicBezTo>
                  <a:pt x="618337" y="602700"/>
                  <a:pt x="602703" y="618334"/>
                  <a:pt x="584238" y="630000"/>
                </a:cubicBezTo>
                <a:cubicBezTo>
                  <a:pt x="561648" y="644265"/>
                  <a:pt x="534917" y="652500"/>
                  <a:pt x="506252" y="652500"/>
                </a:cubicBezTo>
                <a:lnTo>
                  <a:pt x="315001" y="652500"/>
                </a:lnTo>
                <a:lnTo>
                  <a:pt x="315001" y="753750"/>
                </a:lnTo>
                <a:cubicBezTo>
                  <a:pt x="315001" y="797220"/>
                  <a:pt x="350282" y="832500"/>
                  <a:pt x="393752" y="832500"/>
                </a:cubicBezTo>
                <a:lnTo>
                  <a:pt x="753753" y="832500"/>
                </a:lnTo>
                <a:cubicBezTo>
                  <a:pt x="797246" y="832500"/>
                  <a:pt x="832504" y="797242"/>
                  <a:pt x="832504" y="753750"/>
                </a:cubicBezTo>
                <a:lnTo>
                  <a:pt x="832504" y="393750"/>
                </a:lnTo>
                <a:cubicBezTo>
                  <a:pt x="832504" y="350258"/>
                  <a:pt x="797246" y="315000"/>
                  <a:pt x="753753" y="315000"/>
                </a:cubicBezTo>
                <a:lnTo>
                  <a:pt x="652503" y="315000"/>
                </a:lnTo>
                <a:lnTo>
                  <a:pt x="652503" y="506250"/>
                </a:lnTo>
                <a:cubicBezTo>
                  <a:pt x="652503" y="534915"/>
                  <a:pt x="644268" y="561645"/>
                  <a:pt x="630003" y="584235"/>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Graphic 7">
            <a:extLst>
              <a:ext uri="{FF2B5EF4-FFF2-40B4-BE49-F238E27FC236}">
                <a16:creationId xmlns:a16="http://schemas.microsoft.com/office/drawing/2014/main" id="{4C37C60A-C8C9-33D2-FDA3-AE7A4B64FA76}"/>
              </a:ext>
            </a:extLst>
          </p:cNvPr>
          <p:cNvSpPr/>
          <p:nvPr/>
        </p:nvSpPr>
        <p:spPr>
          <a:xfrm>
            <a:off x="3257853" y="5306668"/>
            <a:ext cx="453420" cy="410238"/>
          </a:xfrm>
          <a:custGeom>
            <a:avLst/>
            <a:gdLst>
              <a:gd name="connsiteX0" fmla="*/ 146250 w 945000"/>
              <a:gd name="connsiteY0" fmla="*/ 0 h 855000"/>
              <a:gd name="connsiteX1" fmla="*/ 0 w 945000"/>
              <a:gd name="connsiteY1" fmla="*/ 146250 h 855000"/>
              <a:gd name="connsiteX2" fmla="*/ 0 w 945000"/>
              <a:gd name="connsiteY2" fmla="*/ 573750 h 855000"/>
              <a:gd name="connsiteX3" fmla="*/ 146250 w 945000"/>
              <a:gd name="connsiteY3" fmla="*/ 720000 h 855000"/>
              <a:gd name="connsiteX4" fmla="*/ 455310 w 945000"/>
              <a:gd name="connsiteY4" fmla="*/ 720000 h 855000"/>
              <a:gd name="connsiteX5" fmla="*/ 450000 w 945000"/>
              <a:gd name="connsiteY5" fmla="*/ 675000 h 855000"/>
              <a:gd name="connsiteX6" fmla="*/ 450000 w 945000"/>
              <a:gd name="connsiteY6" fmla="*/ 652500 h 855000"/>
              <a:gd name="connsiteX7" fmla="*/ 562500 w 945000"/>
              <a:gd name="connsiteY7" fmla="*/ 540000 h 855000"/>
              <a:gd name="connsiteX8" fmla="*/ 605250 w 945000"/>
              <a:gd name="connsiteY8" fmla="*/ 540000 h 855000"/>
              <a:gd name="connsiteX9" fmla="*/ 596213 w 945000"/>
              <a:gd name="connsiteY9" fmla="*/ 301523 h 855000"/>
              <a:gd name="connsiteX10" fmla="*/ 834690 w 945000"/>
              <a:gd name="connsiteY10" fmla="*/ 292485 h 855000"/>
              <a:gd name="connsiteX11" fmla="*/ 888345 w 945000"/>
              <a:gd name="connsiteY11" fmla="*/ 405000 h 855000"/>
              <a:gd name="connsiteX12" fmla="*/ 900000 w 945000"/>
              <a:gd name="connsiteY12" fmla="*/ 405000 h 855000"/>
              <a:gd name="connsiteX13" fmla="*/ 900000 w 945000"/>
              <a:gd name="connsiteY13" fmla="*/ 146250 h 855000"/>
              <a:gd name="connsiteX14" fmla="*/ 753750 w 945000"/>
              <a:gd name="connsiteY14" fmla="*/ 0 h 855000"/>
              <a:gd name="connsiteX15" fmla="*/ 146250 w 945000"/>
              <a:gd name="connsiteY15" fmla="*/ 0 h 855000"/>
              <a:gd name="connsiteX16" fmla="*/ 877500 w 945000"/>
              <a:gd name="connsiteY16" fmla="*/ 585000 h 855000"/>
              <a:gd name="connsiteX17" fmla="*/ 945000 w 945000"/>
              <a:gd name="connsiteY17" fmla="*/ 652500 h 855000"/>
              <a:gd name="connsiteX18" fmla="*/ 945000 w 945000"/>
              <a:gd name="connsiteY18" fmla="*/ 675000 h 855000"/>
              <a:gd name="connsiteX19" fmla="*/ 720000 w 945000"/>
              <a:gd name="connsiteY19" fmla="*/ 855000 h 855000"/>
              <a:gd name="connsiteX20" fmla="*/ 495000 w 945000"/>
              <a:gd name="connsiteY20" fmla="*/ 675000 h 855000"/>
              <a:gd name="connsiteX21" fmla="*/ 495000 w 945000"/>
              <a:gd name="connsiteY21" fmla="*/ 652500 h 855000"/>
              <a:gd name="connsiteX22" fmla="*/ 562500 w 945000"/>
              <a:gd name="connsiteY22" fmla="*/ 585000 h 855000"/>
              <a:gd name="connsiteX23" fmla="*/ 877500 w 945000"/>
              <a:gd name="connsiteY23" fmla="*/ 585000 h 855000"/>
              <a:gd name="connsiteX24" fmla="*/ 720000 w 945000"/>
              <a:gd name="connsiteY24" fmla="*/ 292500 h 855000"/>
              <a:gd name="connsiteX25" fmla="*/ 843750 w 945000"/>
              <a:gd name="connsiteY25" fmla="*/ 416250 h 855000"/>
              <a:gd name="connsiteX26" fmla="*/ 720000 w 945000"/>
              <a:gd name="connsiteY26" fmla="*/ 540000 h 855000"/>
              <a:gd name="connsiteX27" fmla="*/ 596250 w 945000"/>
              <a:gd name="connsiteY27" fmla="*/ 416250 h 855000"/>
              <a:gd name="connsiteX28" fmla="*/ 720000 w 945000"/>
              <a:gd name="connsiteY28" fmla="*/ 292500 h 85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000" h="855000">
                <a:moveTo>
                  <a:pt x="146250" y="0"/>
                </a:moveTo>
                <a:cubicBezTo>
                  <a:pt x="65478" y="0"/>
                  <a:pt x="0" y="65478"/>
                  <a:pt x="0" y="146250"/>
                </a:cubicBezTo>
                <a:lnTo>
                  <a:pt x="0" y="573750"/>
                </a:lnTo>
                <a:cubicBezTo>
                  <a:pt x="0" y="654522"/>
                  <a:pt x="65478" y="720000"/>
                  <a:pt x="146250" y="720000"/>
                </a:cubicBezTo>
                <a:lnTo>
                  <a:pt x="455310" y="720000"/>
                </a:lnTo>
                <a:cubicBezTo>
                  <a:pt x="451788" y="705259"/>
                  <a:pt x="450006" y="690156"/>
                  <a:pt x="450000" y="675000"/>
                </a:cubicBezTo>
                <a:lnTo>
                  <a:pt x="450000" y="652500"/>
                </a:lnTo>
                <a:cubicBezTo>
                  <a:pt x="450000" y="590368"/>
                  <a:pt x="500368" y="540000"/>
                  <a:pt x="562500" y="540000"/>
                </a:cubicBezTo>
                <a:lnTo>
                  <a:pt x="605250" y="540000"/>
                </a:lnTo>
                <a:cubicBezTo>
                  <a:pt x="536901" y="476642"/>
                  <a:pt x="532854" y="369872"/>
                  <a:pt x="596213" y="301523"/>
                </a:cubicBezTo>
                <a:cubicBezTo>
                  <a:pt x="659571" y="233173"/>
                  <a:pt x="766341" y="229127"/>
                  <a:pt x="834690" y="292485"/>
                </a:cubicBezTo>
                <a:cubicBezTo>
                  <a:pt x="866279" y="321768"/>
                  <a:pt x="885475" y="362022"/>
                  <a:pt x="888345" y="405000"/>
                </a:cubicBezTo>
                <a:lnTo>
                  <a:pt x="900000" y="405000"/>
                </a:lnTo>
                <a:lnTo>
                  <a:pt x="900000" y="146250"/>
                </a:lnTo>
                <a:cubicBezTo>
                  <a:pt x="900000" y="65478"/>
                  <a:pt x="834522" y="0"/>
                  <a:pt x="753750" y="0"/>
                </a:cubicBezTo>
                <a:lnTo>
                  <a:pt x="146250" y="0"/>
                </a:lnTo>
                <a:close/>
                <a:moveTo>
                  <a:pt x="877500" y="585000"/>
                </a:moveTo>
                <a:cubicBezTo>
                  <a:pt x="914779" y="585000"/>
                  <a:pt x="945000" y="615221"/>
                  <a:pt x="945000" y="652500"/>
                </a:cubicBezTo>
                <a:lnTo>
                  <a:pt x="945000" y="675000"/>
                </a:lnTo>
                <a:cubicBezTo>
                  <a:pt x="945000" y="763695"/>
                  <a:pt x="861300" y="855000"/>
                  <a:pt x="720000" y="855000"/>
                </a:cubicBezTo>
                <a:cubicBezTo>
                  <a:pt x="578700" y="855000"/>
                  <a:pt x="495000" y="763695"/>
                  <a:pt x="495000" y="675000"/>
                </a:cubicBezTo>
                <a:lnTo>
                  <a:pt x="495000" y="652500"/>
                </a:lnTo>
                <a:cubicBezTo>
                  <a:pt x="495000" y="615221"/>
                  <a:pt x="525221" y="585000"/>
                  <a:pt x="562500" y="585000"/>
                </a:cubicBezTo>
                <a:lnTo>
                  <a:pt x="877500" y="585000"/>
                </a:lnTo>
                <a:close/>
                <a:moveTo>
                  <a:pt x="720000" y="292500"/>
                </a:moveTo>
                <a:cubicBezTo>
                  <a:pt x="788345" y="292500"/>
                  <a:pt x="843750" y="347905"/>
                  <a:pt x="843750" y="416250"/>
                </a:cubicBezTo>
                <a:cubicBezTo>
                  <a:pt x="843750" y="484595"/>
                  <a:pt x="788345" y="540000"/>
                  <a:pt x="720000" y="540000"/>
                </a:cubicBezTo>
                <a:cubicBezTo>
                  <a:pt x="651655" y="540000"/>
                  <a:pt x="596250" y="484595"/>
                  <a:pt x="596250" y="416250"/>
                </a:cubicBezTo>
                <a:cubicBezTo>
                  <a:pt x="596250" y="347905"/>
                  <a:pt x="651655" y="292500"/>
                  <a:pt x="720000" y="2925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5" name="Graphic 3">
            <a:extLst>
              <a:ext uri="{FF2B5EF4-FFF2-40B4-BE49-F238E27FC236}">
                <a16:creationId xmlns:a16="http://schemas.microsoft.com/office/drawing/2014/main" id="{3018D306-B3FF-CC11-5775-EEE413E253E5}"/>
              </a:ext>
            </a:extLst>
          </p:cNvPr>
          <p:cNvSpPr/>
          <p:nvPr/>
        </p:nvSpPr>
        <p:spPr>
          <a:xfrm>
            <a:off x="9426503" y="2734034"/>
            <a:ext cx="900066" cy="900066"/>
          </a:xfrm>
          <a:custGeom>
            <a:avLst/>
            <a:gdLst>
              <a:gd name="connsiteX0" fmla="*/ 900066 w 900066"/>
              <a:gd name="connsiteY0" fmla="*/ 449779 h 900066"/>
              <a:gd name="connsiteX1" fmla="*/ 885902 w 900066"/>
              <a:gd name="connsiteY1" fmla="*/ 413979 h 900066"/>
              <a:gd name="connsiteX2" fmla="*/ 851280 w 900066"/>
              <a:gd name="connsiteY2" fmla="*/ 387792 h 900066"/>
              <a:gd name="connsiteX3" fmla="*/ 804108 w 900066"/>
              <a:gd name="connsiteY3" fmla="*/ 369267 h 900066"/>
              <a:gd name="connsiteX4" fmla="*/ 748212 w 900066"/>
              <a:gd name="connsiteY4" fmla="*/ 355182 h 900066"/>
              <a:gd name="connsiteX5" fmla="*/ 690684 w 900066"/>
              <a:gd name="connsiteY5" fmla="*/ 345666 h 900066"/>
              <a:gd name="connsiteX6" fmla="*/ 635426 w 900066"/>
              <a:gd name="connsiteY6" fmla="*/ 339141 h 900066"/>
              <a:gd name="connsiteX7" fmla="*/ 589199 w 900066"/>
              <a:gd name="connsiteY7" fmla="*/ 335685 h 900066"/>
              <a:gd name="connsiteX8" fmla="*/ 566329 w 900066"/>
              <a:gd name="connsiteY8" fmla="*/ 334159 h 900066"/>
              <a:gd name="connsiteX9" fmla="*/ 564349 w 900066"/>
              <a:gd name="connsiteY9" fmla="*/ 310043 h 900066"/>
              <a:gd name="connsiteX10" fmla="*/ 560509 w 900066"/>
              <a:gd name="connsiteY10" fmla="*/ 264365 h 900066"/>
              <a:gd name="connsiteX11" fmla="*/ 554399 w 900066"/>
              <a:gd name="connsiteY11" fmla="*/ 209362 h 900066"/>
              <a:gd name="connsiteX12" fmla="*/ 544436 w 900066"/>
              <a:gd name="connsiteY12" fmla="*/ 151746 h 900066"/>
              <a:gd name="connsiteX13" fmla="*/ 530873 w 900066"/>
              <a:gd name="connsiteY13" fmla="*/ 96185 h 900066"/>
              <a:gd name="connsiteX14" fmla="*/ 511664 w 900066"/>
              <a:gd name="connsiteY14" fmla="*/ 48432 h 900066"/>
              <a:gd name="connsiteX15" fmla="*/ 485993 w 900066"/>
              <a:gd name="connsiteY15" fmla="*/ 14024 h 900066"/>
              <a:gd name="connsiteX16" fmla="*/ 450033 w 900066"/>
              <a:gd name="connsiteY16" fmla="*/ 0 h 900066"/>
              <a:gd name="connsiteX17" fmla="*/ 449788 w 900066"/>
              <a:gd name="connsiteY17" fmla="*/ 3 h 900066"/>
              <a:gd name="connsiteX18" fmla="*/ 413871 w 900066"/>
              <a:gd name="connsiteY18" fmla="*/ 14257 h 900066"/>
              <a:gd name="connsiteX19" fmla="*/ 387865 w 900066"/>
              <a:gd name="connsiteY19" fmla="*/ 48642 h 900066"/>
              <a:gd name="connsiteX20" fmla="*/ 369225 w 900066"/>
              <a:gd name="connsiteY20" fmla="*/ 96091 h 900066"/>
              <a:gd name="connsiteX21" fmla="*/ 355207 w 900066"/>
              <a:gd name="connsiteY21" fmla="*/ 151720 h 900066"/>
              <a:gd name="connsiteX22" fmla="*/ 345647 w 900066"/>
              <a:gd name="connsiteY22" fmla="*/ 209518 h 900066"/>
              <a:gd name="connsiteX23" fmla="*/ 339154 w 900066"/>
              <a:gd name="connsiteY23" fmla="*/ 264486 h 900066"/>
              <a:gd name="connsiteX24" fmla="*/ 335254 w 900066"/>
              <a:gd name="connsiteY24" fmla="*/ 310868 h 900066"/>
              <a:gd name="connsiteX25" fmla="*/ 333918 w 900066"/>
              <a:gd name="connsiteY25" fmla="*/ 333752 h 900066"/>
              <a:gd name="connsiteX26" fmla="*/ 310043 w 900066"/>
              <a:gd name="connsiteY26" fmla="*/ 335718 h 900066"/>
              <a:gd name="connsiteX27" fmla="*/ 264365 w 900066"/>
              <a:gd name="connsiteY27" fmla="*/ 339559 h 900066"/>
              <a:gd name="connsiteX28" fmla="*/ 209362 w 900066"/>
              <a:gd name="connsiteY28" fmla="*/ 345668 h 900066"/>
              <a:gd name="connsiteX29" fmla="*/ 151746 w 900066"/>
              <a:gd name="connsiteY29" fmla="*/ 355632 h 900066"/>
              <a:gd name="connsiteX30" fmla="*/ 96185 w 900066"/>
              <a:gd name="connsiteY30" fmla="*/ 369197 h 900066"/>
              <a:gd name="connsiteX31" fmla="*/ 48432 w 900066"/>
              <a:gd name="connsiteY31" fmla="*/ 388403 h 900066"/>
              <a:gd name="connsiteX32" fmla="*/ 14023 w 900066"/>
              <a:gd name="connsiteY32" fmla="*/ 414075 h 900066"/>
              <a:gd name="connsiteX33" fmla="*/ 0 w 900066"/>
              <a:gd name="connsiteY33" fmla="*/ 450033 h 900066"/>
              <a:gd name="connsiteX34" fmla="*/ 3 w 900066"/>
              <a:gd name="connsiteY34" fmla="*/ 450279 h 900066"/>
              <a:gd name="connsiteX35" fmla="*/ 14257 w 900066"/>
              <a:gd name="connsiteY35" fmla="*/ 486198 h 900066"/>
              <a:gd name="connsiteX36" fmla="*/ 48642 w 900066"/>
              <a:gd name="connsiteY36" fmla="*/ 512204 h 900066"/>
              <a:gd name="connsiteX37" fmla="*/ 96091 w 900066"/>
              <a:gd name="connsiteY37" fmla="*/ 530842 h 900066"/>
              <a:gd name="connsiteX38" fmla="*/ 151720 w 900066"/>
              <a:gd name="connsiteY38" fmla="*/ 544859 h 900066"/>
              <a:gd name="connsiteX39" fmla="*/ 209518 w 900066"/>
              <a:gd name="connsiteY39" fmla="*/ 554421 h 900066"/>
              <a:gd name="connsiteX40" fmla="*/ 264486 w 900066"/>
              <a:gd name="connsiteY40" fmla="*/ 560915 h 900066"/>
              <a:gd name="connsiteX41" fmla="*/ 310868 w 900066"/>
              <a:gd name="connsiteY41" fmla="*/ 564813 h 900066"/>
              <a:gd name="connsiteX42" fmla="*/ 333757 w 900066"/>
              <a:gd name="connsiteY42" fmla="*/ 566151 h 900066"/>
              <a:gd name="connsiteX43" fmla="*/ 335718 w 900066"/>
              <a:gd name="connsiteY43" fmla="*/ 590024 h 900066"/>
              <a:gd name="connsiteX44" fmla="*/ 339559 w 900066"/>
              <a:gd name="connsiteY44" fmla="*/ 635703 h 900066"/>
              <a:gd name="connsiteX45" fmla="*/ 345668 w 900066"/>
              <a:gd name="connsiteY45" fmla="*/ 690706 h 900066"/>
              <a:gd name="connsiteX46" fmla="*/ 355632 w 900066"/>
              <a:gd name="connsiteY46" fmla="*/ 748323 h 900066"/>
              <a:gd name="connsiteX47" fmla="*/ 369197 w 900066"/>
              <a:gd name="connsiteY47" fmla="*/ 803885 h 900066"/>
              <a:gd name="connsiteX48" fmla="*/ 388403 w 900066"/>
              <a:gd name="connsiteY48" fmla="*/ 851637 h 900066"/>
              <a:gd name="connsiteX49" fmla="*/ 414075 w 900066"/>
              <a:gd name="connsiteY49" fmla="*/ 886045 h 900066"/>
              <a:gd name="connsiteX50" fmla="*/ 450033 w 900066"/>
              <a:gd name="connsiteY50" fmla="*/ 900066 h 900066"/>
              <a:gd name="connsiteX51" fmla="*/ 450158 w 900066"/>
              <a:gd name="connsiteY51" fmla="*/ 900066 h 900066"/>
              <a:gd name="connsiteX52" fmla="*/ 450287 w 900066"/>
              <a:gd name="connsiteY52" fmla="*/ 900066 h 900066"/>
              <a:gd name="connsiteX53" fmla="*/ 486087 w 900066"/>
              <a:gd name="connsiteY53" fmla="*/ 885902 h 900066"/>
              <a:gd name="connsiteX54" fmla="*/ 512275 w 900066"/>
              <a:gd name="connsiteY54" fmla="*/ 851280 h 900066"/>
              <a:gd name="connsiteX55" fmla="*/ 530802 w 900066"/>
              <a:gd name="connsiteY55" fmla="*/ 804108 h 900066"/>
              <a:gd name="connsiteX56" fmla="*/ 544886 w 900066"/>
              <a:gd name="connsiteY56" fmla="*/ 748212 h 900066"/>
              <a:gd name="connsiteX57" fmla="*/ 554403 w 900066"/>
              <a:gd name="connsiteY57" fmla="*/ 690684 h 900066"/>
              <a:gd name="connsiteX58" fmla="*/ 560928 w 900066"/>
              <a:gd name="connsiteY58" fmla="*/ 635426 h 900066"/>
              <a:gd name="connsiteX59" fmla="*/ 564385 w 900066"/>
              <a:gd name="connsiteY59" fmla="*/ 589199 h 900066"/>
              <a:gd name="connsiteX60" fmla="*/ 565910 w 900066"/>
              <a:gd name="connsiteY60" fmla="*/ 566329 h 900066"/>
              <a:gd name="connsiteX61" fmla="*/ 590024 w 900066"/>
              <a:gd name="connsiteY61" fmla="*/ 564349 h 900066"/>
              <a:gd name="connsiteX62" fmla="*/ 635703 w 900066"/>
              <a:gd name="connsiteY62" fmla="*/ 560509 h 900066"/>
              <a:gd name="connsiteX63" fmla="*/ 690706 w 900066"/>
              <a:gd name="connsiteY63" fmla="*/ 554399 h 900066"/>
              <a:gd name="connsiteX64" fmla="*/ 748323 w 900066"/>
              <a:gd name="connsiteY64" fmla="*/ 544436 h 900066"/>
              <a:gd name="connsiteX65" fmla="*/ 803885 w 900066"/>
              <a:gd name="connsiteY65" fmla="*/ 530873 h 900066"/>
              <a:gd name="connsiteX66" fmla="*/ 851637 w 900066"/>
              <a:gd name="connsiteY66" fmla="*/ 511664 h 900066"/>
              <a:gd name="connsiteX67" fmla="*/ 886045 w 900066"/>
              <a:gd name="connsiteY67" fmla="*/ 485993 h 900066"/>
              <a:gd name="connsiteX68" fmla="*/ 900066 w 900066"/>
              <a:gd name="connsiteY68" fmla="*/ 450033 h 900066"/>
              <a:gd name="connsiteX69" fmla="*/ 900066 w 900066"/>
              <a:gd name="connsiteY69" fmla="*/ 449779 h 900066"/>
              <a:gd name="connsiteX70" fmla="*/ 569563 w 900066"/>
              <a:gd name="connsiteY70" fmla="*/ 449721 h 900066"/>
              <a:gd name="connsiteX71" fmla="*/ 569134 w 900066"/>
              <a:gd name="connsiteY71" fmla="*/ 424214 h 900066"/>
              <a:gd name="connsiteX72" fmla="*/ 568969 w 900066"/>
              <a:gd name="connsiteY72" fmla="*/ 407976 h 900066"/>
              <a:gd name="connsiteX73" fmla="*/ 594310 w 900066"/>
              <a:gd name="connsiteY73" fmla="*/ 409881 h 900066"/>
              <a:gd name="connsiteX74" fmla="*/ 643097 w 900066"/>
              <a:gd name="connsiteY74" fmla="*/ 414589 h 900066"/>
              <a:gd name="connsiteX75" fmla="*/ 698208 w 900066"/>
              <a:gd name="connsiteY75" fmla="*/ 421851 h 900066"/>
              <a:gd name="connsiteX76" fmla="*/ 751900 w 900066"/>
              <a:gd name="connsiteY76" fmla="*/ 431652 h 900066"/>
              <a:gd name="connsiteX77" fmla="*/ 797801 w 900066"/>
              <a:gd name="connsiteY77" fmla="*/ 443857 h 900066"/>
              <a:gd name="connsiteX78" fmla="*/ 813491 w 900066"/>
              <a:gd name="connsiteY78" fmla="*/ 449966 h 900066"/>
              <a:gd name="connsiteX79" fmla="*/ 797146 w 900066"/>
              <a:gd name="connsiteY79" fmla="*/ 456719 h 900066"/>
              <a:gd name="connsiteX80" fmla="*/ 752047 w 900066"/>
              <a:gd name="connsiteY80" fmla="*/ 468818 h 900066"/>
              <a:gd name="connsiteX81" fmla="*/ 697797 w 900066"/>
              <a:gd name="connsiteY81" fmla="*/ 478215 h 900066"/>
              <a:gd name="connsiteX82" fmla="*/ 643066 w 900066"/>
              <a:gd name="connsiteY82" fmla="*/ 485485 h 900066"/>
              <a:gd name="connsiteX83" fmla="*/ 594342 w 900066"/>
              <a:gd name="connsiteY83" fmla="*/ 490186 h 900066"/>
              <a:gd name="connsiteX84" fmla="*/ 569241 w 900066"/>
              <a:gd name="connsiteY84" fmla="*/ 492045 h 900066"/>
              <a:gd name="connsiteX85" fmla="*/ 569567 w 900066"/>
              <a:gd name="connsiteY85" fmla="*/ 475856 h 900066"/>
              <a:gd name="connsiteX86" fmla="*/ 569567 w 900066"/>
              <a:gd name="connsiteY86" fmla="*/ 450033 h 900066"/>
              <a:gd name="connsiteX87" fmla="*/ 569563 w 900066"/>
              <a:gd name="connsiteY87" fmla="*/ 449721 h 900066"/>
              <a:gd name="connsiteX88" fmla="*/ 422923 w 900066"/>
              <a:gd name="connsiteY88" fmla="*/ 495323 h 900066"/>
              <a:gd name="connsiteX89" fmla="*/ 404708 w 900066"/>
              <a:gd name="connsiteY89" fmla="*/ 495123 h 900066"/>
              <a:gd name="connsiteX90" fmla="*/ 404316 w 900066"/>
              <a:gd name="connsiteY90" fmla="*/ 477145 h 900066"/>
              <a:gd name="connsiteX91" fmla="*/ 404316 w 900066"/>
              <a:gd name="connsiteY91" fmla="*/ 450180 h 900066"/>
              <a:gd name="connsiteX92" fmla="*/ 404747 w 900066"/>
              <a:gd name="connsiteY92" fmla="*/ 422923 h 900066"/>
              <a:gd name="connsiteX93" fmla="*/ 404946 w 900066"/>
              <a:gd name="connsiteY93" fmla="*/ 404708 h 900066"/>
              <a:gd name="connsiteX94" fmla="*/ 422923 w 900066"/>
              <a:gd name="connsiteY94" fmla="*/ 404316 h 900066"/>
              <a:gd name="connsiteX95" fmla="*/ 449891 w 900066"/>
              <a:gd name="connsiteY95" fmla="*/ 404316 h 900066"/>
              <a:gd name="connsiteX96" fmla="*/ 477145 w 900066"/>
              <a:gd name="connsiteY96" fmla="*/ 404747 h 900066"/>
              <a:gd name="connsiteX97" fmla="*/ 495359 w 900066"/>
              <a:gd name="connsiteY97" fmla="*/ 404946 h 900066"/>
              <a:gd name="connsiteX98" fmla="*/ 495751 w 900066"/>
              <a:gd name="connsiteY98" fmla="*/ 422923 h 900066"/>
              <a:gd name="connsiteX99" fmla="*/ 495751 w 900066"/>
              <a:gd name="connsiteY99" fmla="*/ 449891 h 900066"/>
              <a:gd name="connsiteX100" fmla="*/ 495323 w 900066"/>
              <a:gd name="connsiteY100" fmla="*/ 477145 h 900066"/>
              <a:gd name="connsiteX101" fmla="*/ 495123 w 900066"/>
              <a:gd name="connsiteY101" fmla="*/ 495359 h 900066"/>
              <a:gd name="connsiteX102" fmla="*/ 477145 w 900066"/>
              <a:gd name="connsiteY102" fmla="*/ 495751 h 900066"/>
              <a:gd name="connsiteX103" fmla="*/ 450180 w 900066"/>
              <a:gd name="connsiteY103" fmla="*/ 495751 h 900066"/>
              <a:gd name="connsiteX104" fmla="*/ 422923 w 900066"/>
              <a:gd name="connsiteY104" fmla="*/ 495323 h 900066"/>
              <a:gd name="connsiteX105" fmla="*/ 475856 w 900066"/>
              <a:gd name="connsiteY105" fmla="*/ 330501 h 900066"/>
              <a:gd name="connsiteX106" fmla="*/ 450033 w 900066"/>
              <a:gd name="connsiteY106" fmla="*/ 330501 h 900066"/>
              <a:gd name="connsiteX107" fmla="*/ 449730 w 900066"/>
              <a:gd name="connsiteY107" fmla="*/ 330506 h 900066"/>
              <a:gd name="connsiteX108" fmla="*/ 423783 w 900066"/>
              <a:gd name="connsiteY108" fmla="*/ 330932 h 900066"/>
              <a:gd name="connsiteX109" fmla="*/ 407976 w 900066"/>
              <a:gd name="connsiteY109" fmla="*/ 331091 h 900066"/>
              <a:gd name="connsiteX110" fmla="*/ 409881 w 900066"/>
              <a:gd name="connsiteY110" fmla="*/ 305756 h 900066"/>
              <a:gd name="connsiteX111" fmla="*/ 414589 w 900066"/>
              <a:gd name="connsiteY111" fmla="*/ 256969 h 900066"/>
              <a:gd name="connsiteX112" fmla="*/ 421851 w 900066"/>
              <a:gd name="connsiteY112" fmla="*/ 201861 h 900066"/>
              <a:gd name="connsiteX113" fmla="*/ 431652 w 900066"/>
              <a:gd name="connsiteY113" fmla="*/ 148166 h 900066"/>
              <a:gd name="connsiteX114" fmla="*/ 443857 w 900066"/>
              <a:gd name="connsiteY114" fmla="*/ 102269 h 900066"/>
              <a:gd name="connsiteX115" fmla="*/ 449966 w 900066"/>
              <a:gd name="connsiteY115" fmla="*/ 86576 h 900066"/>
              <a:gd name="connsiteX116" fmla="*/ 456719 w 900066"/>
              <a:gd name="connsiteY116" fmla="*/ 102923 h 900066"/>
              <a:gd name="connsiteX117" fmla="*/ 468818 w 900066"/>
              <a:gd name="connsiteY117" fmla="*/ 148022 h 900066"/>
              <a:gd name="connsiteX118" fmla="*/ 478215 w 900066"/>
              <a:gd name="connsiteY118" fmla="*/ 202270 h 900066"/>
              <a:gd name="connsiteX119" fmla="*/ 485485 w 900066"/>
              <a:gd name="connsiteY119" fmla="*/ 257001 h 900066"/>
              <a:gd name="connsiteX120" fmla="*/ 490186 w 900066"/>
              <a:gd name="connsiteY120" fmla="*/ 305728 h 900066"/>
              <a:gd name="connsiteX121" fmla="*/ 492045 w 900066"/>
              <a:gd name="connsiteY121" fmla="*/ 330826 h 900066"/>
              <a:gd name="connsiteX122" fmla="*/ 475856 w 900066"/>
              <a:gd name="connsiteY122" fmla="*/ 330501 h 900066"/>
              <a:gd name="connsiteX123" fmla="*/ 424214 w 900066"/>
              <a:gd name="connsiteY123" fmla="*/ 569567 h 900066"/>
              <a:gd name="connsiteX124" fmla="*/ 475856 w 900066"/>
              <a:gd name="connsiteY124" fmla="*/ 569567 h 900066"/>
              <a:gd name="connsiteX125" fmla="*/ 492072 w 900066"/>
              <a:gd name="connsiteY125" fmla="*/ 569241 h 900066"/>
              <a:gd name="connsiteX126" fmla="*/ 490186 w 900066"/>
              <a:gd name="connsiteY126" fmla="*/ 594310 h 900066"/>
              <a:gd name="connsiteX127" fmla="*/ 485480 w 900066"/>
              <a:gd name="connsiteY127" fmla="*/ 643097 h 900066"/>
              <a:gd name="connsiteX128" fmla="*/ 478215 w 900066"/>
              <a:gd name="connsiteY128" fmla="*/ 698208 h 900066"/>
              <a:gd name="connsiteX129" fmla="*/ 468417 w 900066"/>
              <a:gd name="connsiteY129" fmla="*/ 751900 h 900066"/>
              <a:gd name="connsiteX130" fmla="*/ 456210 w 900066"/>
              <a:gd name="connsiteY130" fmla="*/ 797801 h 900066"/>
              <a:gd name="connsiteX131" fmla="*/ 450105 w 900066"/>
              <a:gd name="connsiteY131" fmla="*/ 813491 h 900066"/>
              <a:gd name="connsiteX132" fmla="*/ 443349 w 900066"/>
              <a:gd name="connsiteY132" fmla="*/ 797146 h 900066"/>
              <a:gd name="connsiteX133" fmla="*/ 431252 w 900066"/>
              <a:gd name="connsiteY133" fmla="*/ 752047 h 900066"/>
              <a:gd name="connsiteX134" fmla="*/ 421855 w 900066"/>
              <a:gd name="connsiteY134" fmla="*/ 697797 h 900066"/>
              <a:gd name="connsiteX135" fmla="*/ 414585 w 900066"/>
              <a:gd name="connsiteY135" fmla="*/ 643066 h 900066"/>
              <a:gd name="connsiteX136" fmla="*/ 409883 w 900066"/>
              <a:gd name="connsiteY136" fmla="*/ 594342 h 900066"/>
              <a:gd name="connsiteX137" fmla="*/ 408022 w 900066"/>
              <a:gd name="connsiteY137" fmla="*/ 569241 h 900066"/>
              <a:gd name="connsiteX138" fmla="*/ 424214 w 900066"/>
              <a:gd name="connsiteY138" fmla="*/ 569567 h 900066"/>
              <a:gd name="connsiteX139" fmla="*/ 330817 w 900066"/>
              <a:gd name="connsiteY139" fmla="*/ 492072 h 900066"/>
              <a:gd name="connsiteX140" fmla="*/ 305757 w 900066"/>
              <a:gd name="connsiteY140" fmla="*/ 490186 h 900066"/>
              <a:gd name="connsiteX141" fmla="*/ 256969 w 900066"/>
              <a:gd name="connsiteY141" fmla="*/ 485480 h 900066"/>
              <a:gd name="connsiteX142" fmla="*/ 201861 w 900066"/>
              <a:gd name="connsiteY142" fmla="*/ 478215 h 900066"/>
              <a:gd name="connsiteX143" fmla="*/ 148166 w 900066"/>
              <a:gd name="connsiteY143" fmla="*/ 468417 h 900066"/>
              <a:gd name="connsiteX144" fmla="*/ 102269 w 900066"/>
              <a:gd name="connsiteY144" fmla="*/ 456210 h 900066"/>
              <a:gd name="connsiteX145" fmla="*/ 86576 w 900066"/>
              <a:gd name="connsiteY145" fmla="*/ 450105 h 900066"/>
              <a:gd name="connsiteX146" fmla="*/ 102923 w 900066"/>
              <a:gd name="connsiteY146" fmla="*/ 443349 h 900066"/>
              <a:gd name="connsiteX147" fmla="*/ 148022 w 900066"/>
              <a:gd name="connsiteY147" fmla="*/ 431252 h 900066"/>
              <a:gd name="connsiteX148" fmla="*/ 202270 w 900066"/>
              <a:gd name="connsiteY148" fmla="*/ 421854 h 900066"/>
              <a:gd name="connsiteX149" fmla="*/ 257001 w 900066"/>
              <a:gd name="connsiteY149" fmla="*/ 414585 h 900066"/>
              <a:gd name="connsiteX150" fmla="*/ 305728 w 900066"/>
              <a:gd name="connsiteY150" fmla="*/ 409883 h 900066"/>
              <a:gd name="connsiteX151" fmla="*/ 330826 w 900066"/>
              <a:gd name="connsiteY151" fmla="*/ 408022 h 900066"/>
              <a:gd name="connsiteX152" fmla="*/ 330501 w 900066"/>
              <a:gd name="connsiteY152" fmla="*/ 424214 h 900066"/>
              <a:gd name="connsiteX153" fmla="*/ 330501 w 900066"/>
              <a:gd name="connsiteY153" fmla="*/ 476284 h 900066"/>
              <a:gd name="connsiteX154" fmla="*/ 330817 w 900066"/>
              <a:gd name="connsiteY154" fmla="*/ 492072 h 90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900066" h="900066">
                <a:moveTo>
                  <a:pt x="900066" y="449779"/>
                </a:moveTo>
                <a:cubicBezTo>
                  <a:pt x="899723" y="437092"/>
                  <a:pt x="894955" y="425047"/>
                  <a:pt x="885902" y="413979"/>
                </a:cubicBezTo>
                <a:cubicBezTo>
                  <a:pt x="877312" y="403484"/>
                  <a:pt x="865663" y="394672"/>
                  <a:pt x="851280" y="387792"/>
                </a:cubicBezTo>
                <a:cubicBezTo>
                  <a:pt x="837780" y="381337"/>
                  <a:pt x="821912" y="375104"/>
                  <a:pt x="804108" y="369267"/>
                </a:cubicBezTo>
                <a:cubicBezTo>
                  <a:pt x="786286" y="363424"/>
                  <a:pt x="767479" y="358685"/>
                  <a:pt x="748212" y="355182"/>
                </a:cubicBezTo>
                <a:cubicBezTo>
                  <a:pt x="729275" y="351738"/>
                  <a:pt x="709919" y="348537"/>
                  <a:pt x="690684" y="345666"/>
                </a:cubicBezTo>
                <a:cubicBezTo>
                  <a:pt x="671350" y="342780"/>
                  <a:pt x="652762" y="340585"/>
                  <a:pt x="635426" y="339141"/>
                </a:cubicBezTo>
                <a:cubicBezTo>
                  <a:pt x="618229" y="337707"/>
                  <a:pt x="602677" y="336544"/>
                  <a:pt x="589199" y="335685"/>
                </a:cubicBezTo>
                <a:cubicBezTo>
                  <a:pt x="580280" y="335115"/>
                  <a:pt x="572626" y="334605"/>
                  <a:pt x="566329" y="334159"/>
                </a:cubicBezTo>
                <a:cubicBezTo>
                  <a:pt x="566008" y="327463"/>
                  <a:pt x="565357" y="319488"/>
                  <a:pt x="564349" y="310043"/>
                </a:cubicBezTo>
                <a:cubicBezTo>
                  <a:pt x="562935" y="296748"/>
                  <a:pt x="561642" y="281380"/>
                  <a:pt x="560509" y="264365"/>
                </a:cubicBezTo>
                <a:cubicBezTo>
                  <a:pt x="559349" y="246972"/>
                  <a:pt x="557293" y="228466"/>
                  <a:pt x="554399" y="209362"/>
                </a:cubicBezTo>
                <a:cubicBezTo>
                  <a:pt x="551527" y="190395"/>
                  <a:pt x="548173" y="171011"/>
                  <a:pt x="544436" y="151746"/>
                </a:cubicBezTo>
                <a:cubicBezTo>
                  <a:pt x="540663" y="132310"/>
                  <a:pt x="536100" y="113616"/>
                  <a:pt x="530873" y="96185"/>
                </a:cubicBezTo>
                <a:cubicBezTo>
                  <a:pt x="525552" y="78462"/>
                  <a:pt x="519095" y="62396"/>
                  <a:pt x="511664" y="48432"/>
                </a:cubicBezTo>
                <a:cubicBezTo>
                  <a:pt x="504011" y="34044"/>
                  <a:pt x="495372" y="22467"/>
                  <a:pt x="485993" y="14024"/>
                </a:cubicBezTo>
                <a:cubicBezTo>
                  <a:pt x="475655" y="4718"/>
                  <a:pt x="463556" y="0"/>
                  <a:pt x="450033" y="0"/>
                </a:cubicBezTo>
                <a:lnTo>
                  <a:pt x="449788" y="3"/>
                </a:lnTo>
                <a:cubicBezTo>
                  <a:pt x="436758" y="346"/>
                  <a:pt x="424673" y="5142"/>
                  <a:pt x="413871" y="14257"/>
                </a:cubicBezTo>
                <a:cubicBezTo>
                  <a:pt x="403754" y="22793"/>
                  <a:pt x="395005" y="34361"/>
                  <a:pt x="387865" y="48642"/>
                </a:cubicBezTo>
                <a:cubicBezTo>
                  <a:pt x="381071" y="62227"/>
                  <a:pt x="374800" y="78192"/>
                  <a:pt x="369225" y="96091"/>
                </a:cubicBezTo>
                <a:cubicBezTo>
                  <a:pt x="363700" y="113829"/>
                  <a:pt x="358984" y="132545"/>
                  <a:pt x="355207" y="151720"/>
                </a:cubicBezTo>
                <a:cubicBezTo>
                  <a:pt x="351458" y="170753"/>
                  <a:pt x="348241" y="190199"/>
                  <a:pt x="345647" y="209518"/>
                </a:cubicBezTo>
                <a:cubicBezTo>
                  <a:pt x="343063" y="228750"/>
                  <a:pt x="340879" y="247244"/>
                  <a:pt x="339154" y="264486"/>
                </a:cubicBezTo>
                <a:cubicBezTo>
                  <a:pt x="337430" y="281734"/>
                  <a:pt x="336118" y="297339"/>
                  <a:pt x="335254" y="310868"/>
                </a:cubicBezTo>
                <a:cubicBezTo>
                  <a:pt x="334686" y="319761"/>
                  <a:pt x="334240" y="327417"/>
                  <a:pt x="333918" y="333752"/>
                </a:cubicBezTo>
                <a:cubicBezTo>
                  <a:pt x="327271" y="334074"/>
                  <a:pt x="319375" y="334725"/>
                  <a:pt x="310043" y="335718"/>
                </a:cubicBezTo>
                <a:cubicBezTo>
                  <a:pt x="296746" y="337132"/>
                  <a:pt x="281378" y="338425"/>
                  <a:pt x="264365" y="339559"/>
                </a:cubicBezTo>
                <a:cubicBezTo>
                  <a:pt x="246972" y="340718"/>
                  <a:pt x="228466" y="342774"/>
                  <a:pt x="209362" y="345668"/>
                </a:cubicBezTo>
                <a:cubicBezTo>
                  <a:pt x="190385" y="348544"/>
                  <a:pt x="171000" y="351896"/>
                  <a:pt x="151746" y="355632"/>
                </a:cubicBezTo>
                <a:cubicBezTo>
                  <a:pt x="132310" y="359404"/>
                  <a:pt x="113616" y="363967"/>
                  <a:pt x="96185" y="369197"/>
                </a:cubicBezTo>
                <a:cubicBezTo>
                  <a:pt x="78462" y="374514"/>
                  <a:pt x="62396" y="380976"/>
                  <a:pt x="48432" y="388403"/>
                </a:cubicBezTo>
                <a:cubicBezTo>
                  <a:pt x="34043" y="396056"/>
                  <a:pt x="22467" y="404694"/>
                  <a:pt x="14023" y="414075"/>
                </a:cubicBezTo>
                <a:cubicBezTo>
                  <a:pt x="4718" y="424414"/>
                  <a:pt x="0" y="436513"/>
                  <a:pt x="0" y="450033"/>
                </a:cubicBezTo>
                <a:lnTo>
                  <a:pt x="3" y="450279"/>
                </a:lnTo>
                <a:cubicBezTo>
                  <a:pt x="346" y="463310"/>
                  <a:pt x="5142" y="475397"/>
                  <a:pt x="14257" y="486198"/>
                </a:cubicBezTo>
                <a:cubicBezTo>
                  <a:pt x="22792" y="496313"/>
                  <a:pt x="34361" y="505064"/>
                  <a:pt x="48642" y="512204"/>
                </a:cubicBezTo>
                <a:cubicBezTo>
                  <a:pt x="62227" y="518996"/>
                  <a:pt x="78192" y="525267"/>
                  <a:pt x="96091" y="530842"/>
                </a:cubicBezTo>
                <a:cubicBezTo>
                  <a:pt x="113828" y="536368"/>
                  <a:pt x="132544" y="541086"/>
                  <a:pt x="151720" y="544859"/>
                </a:cubicBezTo>
                <a:cubicBezTo>
                  <a:pt x="170744" y="548610"/>
                  <a:pt x="190191" y="551826"/>
                  <a:pt x="209518" y="554421"/>
                </a:cubicBezTo>
                <a:cubicBezTo>
                  <a:pt x="228763" y="557008"/>
                  <a:pt x="247257" y="559189"/>
                  <a:pt x="264486" y="560915"/>
                </a:cubicBezTo>
                <a:cubicBezTo>
                  <a:pt x="281726" y="562636"/>
                  <a:pt x="297331" y="563952"/>
                  <a:pt x="310868" y="564813"/>
                </a:cubicBezTo>
                <a:cubicBezTo>
                  <a:pt x="319761" y="565384"/>
                  <a:pt x="327420" y="565830"/>
                  <a:pt x="333757" y="566151"/>
                </a:cubicBezTo>
                <a:cubicBezTo>
                  <a:pt x="334083" y="572836"/>
                  <a:pt x="334740" y="580828"/>
                  <a:pt x="335718" y="590024"/>
                </a:cubicBezTo>
                <a:cubicBezTo>
                  <a:pt x="337133" y="603328"/>
                  <a:pt x="338425" y="618697"/>
                  <a:pt x="339559" y="635703"/>
                </a:cubicBezTo>
                <a:cubicBezTo>
                  <a:pt x="340718" y="653096"/>
                  <a:pt x="342774" y="671600"/>
                  <a:pt x="345668" y="690706"/>
                </a:cubicBezTo>
                <a:cubicBezTo>
                  <a:pt x="348544" y="709683"/>
                  <a:pt x="351897" y="729070"/>
                  <a:pt x="355632" y="748323"/>
                </a:cubicBezTo>
                <a:cubicBezTo>
                  <a:pt x="359404" y="767760"/>
                  <a:pt x="363967" y="786451"/>
                  <a:pt x="369197" y="803885"/>
                </a:cubicBezTo>
                <a:cubicBezTo>
                  <a:pt x="374514" y="821608"/>
                  <a:pt x="380976" y="837673"/>
                  <a:pt x="388403" y="851637"/>
                </a:cubicBezTo>
                <a:cubicBezTo>
                  <a:pt x="396056" y="866024"/>
                  <a:pt x="404694" y="877602"/>
                  <a:pt x="414075" y="886045"/>
                </a:cubicBezTo>
                <a:cubicBezTo>
                  <a:pt x="424414" y="895348"/>
                  <a:pt x="436513" y="900066"/>
                  <a:pt x="450033" y="900066"/>
                </a:cubicBezTo>
                <a:lnTo>
                  <a:pt x="450158" y="900066"/>
                </a:lnTo>
                <a:lnTo>
                  <a:pt x="450287" y="900066"/>
                </a:lnTo>
                <a:cubicBezTo>
                  <a:pt x="462976" y="899723"/>
                  <a:pt x="475022" y="894955"/>
                  <a:pt x="486087" y="885902"/>
                </a:cubicBezTo>
                <a:cubicBezTo>
                  <a:pt x="496585" y="877312"/>
                  <a:pt x="505394" y="865667"/>
                  <a:pt x="512275" y="851280"/>
                </a:cubicBezTo>
                <a:cubicBezTo>
                  <a:pt x="518733" y="837780"/>
                  <a:pt x="524964" y="821912"/>
                  <a:pt x="530802" y="804108"/>
                </a:cubicBezTo>
                <a:cubicBezTo>
                  <a:pt x="536644" y="786282"/>
                  <a:pt x="541385" y="767479"/>
                  <a:pt x="544886" y="748212"/>
                </a:cubicBezTo>
                <a:cubicBezTo>
                  <a:pt x="548329" y="729271"/>
                  <a:pt x="551531" y="709915"/>
                  <a:pt x="554403" y="690684"/>
                </a:cubicBezTo>
                <a:cubicBezTo>
                  <a:pt x="557289" y="671355"/>
                  <a:pt x="559483" y="652766"/>
                  <a:pt x="560928" y="635426"/>
                </a:cubicBezTo>
                <a:cubicBezTo>
                  <a:pt x="562360" y="618256"/>
                  <a:pt x="563524" y="602704"/>
                  <a:pt x="564385" y="589199"/>
                </a:cubicBezTo>
                <a:cubicBezTo>
                  <a:pt x="564955" y="580271"/>
                  <a:pt x="565464" y="572618"/>
                  <a:pt x="565910" y="566329"/>
                </a:cubicBezTo>
                <a:cubicBezTo>
                  <a:pt x="572604" y="566008"/>
                  <a:pt x="580578" y="565357"/>
                  <a:pt x="590024" y="564349"/>
                </a:cubicBezTo>
                <a:cubicBezTo>
                  <a:pt x="603319" y="562935"/>
                  <a:pt x="618688" y="561642"/>
                  <a:pt x="635703" y="560509"/>
                </a:cubicBezTo>
                <a:cubicBezTo>
                  <a:pt x="653096" y="559349"/>
                  <a:pt x="671600" y="557293"/>
                  <a:pt x="690706" y="554399"/>
                </a:cubicBezTo>
                <a:cubicBezTo>
                  <a:pt x="709674" y="551527"/>
                  <a:pt x="729057" y="548173"/>
                  <a:pt x="748323" y="544436"/>
                </a:cubicBezTo>
                <a:cubicBezTo>
                  <a:pt x="767760" y="540663"/>
                  <a:pt x="786451" y="536100"/>
                  <a:pt x="803885" y="530873"/>
                </a:cubicBezTo>
                <a:cubicBezTo>
                  <a:pt x="821608" y="525552"/>
                  <a:pt x="837673" y="519090"/>
                  <a:pt x="851637" y="511664"/>
                </a:cubicBezTo>
                <a:cubicBezTo>
                  <a:pt x="866024" y="504011"/>
                  <a:pt x="877602" y="495372"/>
                  <a:pt x="886045" y="485993"/>
                </a:cubicBezTo>
                <a:cubicBezTo>
                  <a:pt x="895348" y="475655"/>
                  <a:pt x="900066" y="463556"/>
                  <a:pt x="900066" y="450033"/>
                </a:cubicBezTo>
                <a:lnTo>
                  <a:pt x="900066" y="449779"/>
                </a:lnTo>
                <a:close/>
                <a:moveTo>
                  <a:pt x="569563" y="449721"/>
                </a:moveTo>
                <a:cubicBezTo>
                  <a:pt x="569277" y="441250"/>
                  <a:pt x="569134" y="432668"/>
                  <a:pt x="569134" y="424214"/>
                </a:cubicBezTo>
                <a:cubicBezTo>
                  <a:pt x="569134" y="418881"/>
                  <a:pt x="569081" y="413449"/>
                  <a:pt x="568969" y="407976"/>
                </a:cubicBezTo>
                <a:cubicBezTo>
                  <a:pt x="576342" y="408484"/>
                  <a:pt x="584820" y="409121"/>
                  <a:pt x="594310" y="409881"/>
                </a:cubicBezTo>
                <a:cubicBezTo>
                  <a:pt x="608502" y="411016"/>
                  <a:pt x="624914" y="412600"/>
                  <a:pt x="643097" y="414589"/>
                </a:cubicBezTo>
                <a:cubicBezTo>
                  <a:pt x="661240" y="416573"/>
                  <a:pt x="679780" y="419017"/>
                  <a:pt x="698208" y="421851"/>
                </a:cubicBezTo>
                <a:cubicBezTo>
                  <a:pt x="716591" y="424680"/>
                  <a:pt x="734658" y="427977"/>
                  <a:pt x="751900" y="431652"/>
                </a:cubicBezTo>
                <a:cubicBezTo>
                  <a:pt x="768982" y="435292"/>
                  <a:pt x="784426" y="439399"/>
                  <a:pt x="797801" y="443857"/>
                </a:cubicBezTo>
                <a:cubicBezTo>
                  <a:pt x="803697" y="445824"/>
                  <a:pt x="808938" y="447866"/>
                  <a:pt x="813491" y="449966"/>
                </a:cubicBezTo>
                <a:cubicBezTo>
                  <a:pt x="808679" y="452263"/>
                  <a:pt x="803220" y="454520"/>
                  <a:pt x="797146" y="456719"/>
                </a:cubicBezTo>
                <a:cubicBezTo>
                  <a:pt x="784172" y="461410"/>
                  <a:pt x="768999" y="465482"/>
                  <a:pt x="752047" y="468818"/>
                </a:cubicBezTo>
                <a:cubicBezTo>
                  <a:pt x="734757" y="472217"/>
                  <a:pt x="716507" y="475379"/>
                  <a:pt x="697797" y="478215"/>
                </a:cubicBezTo>
                <a:cubicBezTo>
                  <a:pt x="679057" y="481052"/>
                  <a:pt x="660642" y="483500"/>
                  <a:pt x="643066" y="485485"/>
                </a:cubicBezTo>
                <a:cubicBezTo>
                  <a:pt x="625472" y="487469"/>
                  <a:pt x="609077" y="489053"/>
                  <a:pt x="594342" y="490186"/>
                </a:cubicBezTo>
                <a:cubicBezTo>
                  <a:pt x="584762" y="490921"/>
                  <a:pt x="576368" y="491546"/>
                  <a:pt x="569241" y="492045"/>
                </a:cubicBezTo>
                <a:cubicBezTo>
                  <a:pt x="569460" y="486591"/>
                  <a:pt x="569567" y="481172"/>
                  <a:pt x="569567" y="475856"/>
                </a:cubicBezTo>
                <a:lnTo>
                  <a:pt x="569567" y="450033"/>
                </a:lnTo>
                <a:lnTo>
                  <a:pt x="569563" y="449721"/>
                </a:lnTo>
                <a:close/>
                <a:moveTo>
                  <a:pt x="422923" y="495323"/>
                </a:moveTo>
                <a:cubicBezTo>
                  <a:pt x="416947" y="495323"/>
                  <a:pt x="410849" y="495256"/>
                  <a:pt x="404708" y="495123"/>
                </a:cubicBezTo>
                <a:cubicBezTo>
                  <a:pt x="404447" y="489057"/>
                  <a:pt x="404316" y="483041"/>
                  <a:pt x="404316" y="477145"/>
                </a:cubicBezTo>
                <a:lnTo>
                  <a:pt x="404316" y="450180"/>
                </a:lnTo>
                <a:cubicBezTo>
                  <a:pt x="404602" y="440991"/>
                  <a:pt x="404747" y="431822"/>
                  <a:pt x="404747" y="422923"/>
                </a:cubicBezTo>
                <a:cubicBezTo>
                  <a:pt x="404747" y="416947"/>
                  <a:pt x="404813" y="410849"/>
                  <a:pt x="404946" y="404708"/>
                </a:cubicBezTo>
                <a:cubicBezTo>
                  <a:pt x="411008" y="404447"/>
                  <a:pt x="417027" y="404316"/>
                  <a:pt x="422923" y="404316"/>
                </a:cubicBezTo>
                <a:lnTo>
                  <a:pt x="449891" y="404316"/>
                </a:lnTo>
                <a:cubicBezTo>
                  <a:pt x="459078" y="404602"/>
                  <a:pt x="468247" y="404747"/>
                  <a:pt x="477145" y="404747"/>
                </a:cubicBezTo>
                <a:cubicBezTo>
                  <a:pt x="483121" y="404747"/>
                  <a:pt x="489218" y="404813"/>
                  <a:pt x="495359" y="404946"/>
                </a:cubicBezTo>
                <a:cubicBezTo>
                  <a:pt x="495622" y="411007"/>
                  <a:pt x="495751" y="417026"/>
                  <a:pt x="495751" y="422923"/>
                </a:cubicBezTo>
                <a:lnTo>
                  <a:pt x="495751" y="449891"/>
                </a:lnTo>
                <a:cubicBezTo>
                  <a:pt x="495466" y="459082"/>
                  <a:pt x="495323" y="468252"/>
                  <a:pt x="495323" y="477145"/>
                </a:cubicBezTo>
                <a:cubicBezTo>
                  <a:pt x="495323" y="483121"/>
                  <a:pt x="495256" y="489218"/>
                  <a:pt x="495123" y="495359"/>
                </a:cubicBezTo>
                <a:cubicBezTo>
                  <a:pt x="489062" y="495622"/>
                  <a:pt x="483041" y="495751"/>
                  <a:pt x="477145" y="495751"/>
                </a:cubicBezTo>
                <a:lnTo>
                  <a:pt x="450180" y="495751"/>
                </a:lnTo>
                <a:cubicBezTo>
                  <a:pt x="440984" y="495466"/>
                  <a:pt x="431815" y="495323"/>
                  <a:pt x="422923" y="495323"/>
                </a:cubicBezTo>
                <a:close/>
                <a:moveTo>
                  <a:pt x="475856" y="330501"/>
                </a:moveTo>
                <a:lnTo>
                  <a:pt x="450033" y="330501"/>
                </a:lnTo>
                <a:lnTo>
                  <a:pt x="449730" y="330506"/>
                </a:lnTo>
                <a:cubicBezTo>
                  <a:pt x="440985" y="330789"/>
                  <a:pt x="432254" y="330932"/>
                  <a:pt x="423783" y="330932"/>
                </a:cubicBezTo>
                <a:cubicBezTo>
                  <a:pt x="418541" y="330932"/>
                  <a:pt x="413254" y="330985"/>
                  <a:pt x="407976" y="331091"/>
                </a:cubicBezTo>
                <a:cubicBezTo>
                  <a:pt x="408485" y="323722"/>
                  <a:pt x="409122" y="315244"/>
                  <a:pt x="409881" y="305756"/>
                </a:cubicBezTo>
                <a:cubicBezTo>
                  <a:pt x="411016" y="291570"/>
                  <a:pt x="412600" y="275154"/>
                  <a:pt x="414589" y="256969"/>
                </a:cubicBezTo>
                <a:cubicBezTo>
                  <a:pt x="416573" y="238826"/>
                  <a:pt x="419017" y="220285"/>
                  <a:pt x="421851" y="201861"/>
                </a:cubicBezTo>
                <a:cubicBezTo>
                  <a:pt x="424680" y="183475"/>
                  <a:pt x="427977" y="165409"/>
                  <a:pt x="431652" y="148166"/>
                </a:cubicBezTo>
                <a:cubicBezTo>
                  <a:pt x="435292" y="131088"/>
                  <a:pt x="439398" y="115646"/>
                  <a:pt x="443857" y="102269"/>
                </a:cubicBezTo>
                <a:cubicBezTo>
                  <a:pt x="445824" y="96370"/>
                  <a:pt x="447866" y="91130"/>
                  <a:pt x="449966" y="86576"/>
                </a:cubicBezTo>
                <a:cubicBezTo>
                  <a:pt x="452263" y="91388"/>
                  <a:pt x="454520" y="96847"/>
                  <a:pt x="456719" y="102923"/>
                </a:cubicBezTo>
                <a:cubicBezTo>
                  <a:pt x="461410" y="115895"/>
                  <a:pt x="465482" y="131069"/>
                  <a:pt x="468818" y="148022"/>
                </a:cubicBezTo>
                <a:cubicBezTo>
                  <a:pt x="472217" y="165310"/>
                  <a:pt x="475379" y="183561"/>
                  <a:pt x="478215" y="202270"/>
                </a:cubicBezTo>
                <a:cubicBezTo>
                  <a:pt x="481052" y="221011"/>
                  <a:pt x="483500" y="239425"/>
                  <a:pt x="485485" y="257001"/>
                </a:cubicBezTo>
                <a:cubicBezTo>
                  <a:pt x="487469" y="274596"/>
                  <a:pt x="489053" y="290990"/>
                  <a:pt x="490186" y="305728"/>
                </a:cubicBezTo>
                <a:cubicBezTo>
                  <a:pt x="490921" y="315305"/>
                  <a:pt x="491546" y="323702"/>
                  <a:pt x="492045" y="330826"/>
                </a:cubicBezTo>
                <a:cubicBezTo>
                  <a:pt x="486586" y="330610"/>
                  <a:pt x="481172" y="330501"/>
                  <a:pt x="475856" y="330501"/>
                </a:cubicBezTo>
                <a:close/>
                <a:moveTo>
                  <a:pt x="424214" y="569567"/>
                </a:moveTo>
                <a:lnTo>
                  <a:pt x="475856" y="569567"/>
                </a:lnTo>
                <a:cubicBezTo>
                  <a:pt x="481181" y="569567"/>
                  <a:pt x="486609" y="569455"/>
                  <a:pt x="492072" y="569241"/>
                </a:cubicBezTo>
                <a:cubicBezTo>
                  <a:pt x="491568" y="576556"/>
                  <a:pt x="490935" y="584945"/>
                  <a:pt x="490186" y="594310"/>
                </a:cubicBezTo>
                <a:cubicBezTo>
                  <a:pt x="489053" y="608502"/>
                  <a:pt x="487469" y="624914"/>
                  <a:pt x="485480" y="643097"/>
                </a:cubicBezTo>
                <a:cubicBezTo>
                  <a:pt x="483496" y="661231"/>
                  <a:pt x="481052" y="679771"/>
                  <a:pt x="478215" y="698208"/>
                </a:cubicBezTo>
                <a:cubicBezTo>
                  <a:pt x="475388" y="716591"/>
                  <a:pt x="472092" y="734658"/>
                  <a:pt x="468417" y="751900"/>
                </a:cubicBezTo>
                <a:cubicBezTo>
                  <a:pt x="464778" y="768982"/>
                  <a:pt x="460670" y="784426"/>
                  <a:pt x="456210" y="797801"/>
                </a:cubicBezTo>
                <a:cubicBezTo>
                  <a:pt x="454243" y="803697"/>
                  <a:pt x="452205" y="808938"/>
                  <a:pt x="450105" y="813491"/>
                </a:cubicBezTo>
                <a:cubicBezTo>
                  <a:pt x="447803" y="808679"/>
                  <a:pt x="445547" y="803220"/>
                  <a:pt x="443349" y="797146"/>
                </a:cubicBezTo>
                <a:cubicBezTo>
                  <a:pt x="438657" y="784172"/>
                  <a:pt x="434586" y="768999"/>
                  <a:pt x="431252" y="752047"/>
                </a:cubicBezTo>
                <a:cubicBezTo>
                  <a:pt x="427851" y="734761"/>
                  <a:pt x="424690" y="716507"/>
                  <a:pt x="421855" y="697797"/>
                </a:cubicBezTo>
                <a:cubicBezTo>
                  <a:pt x="419017" y="679070"/>
                  <a:pt x="416571" y="660656"/>
                  <a:pt x="414585" y="643066"/>
                </a:cubicBezTo>
                <a:cubicBezTo>
                  <a:pt x="412599" y="625472"/>
                  <a:pt x="411017" y="609077"/>
                  <a:pt x="409883" y="594342"/>
                </a:cubicBezTo>
                <a:cubicBezTo>
                  <a:pt x="409145" y="584753"/>
                  <a:pt x="408523" y="576355"/>
                  <a:pt x="408022" y="569241"/>
                </a:cubicBezTo>
                <a:cubicBezTo>
                  <a:pt x="413478" y="569460"/>
                  <a:pt x="418895" y="569567"/>
                  <a:pt x="424214" y="569567"/>
                </a:cubicBezTo>
                <a:close/>
                <a:moveTo>
                  <a:pt x="330817" y="492072"/>
                </a:moveTo>
                <a:cubicBezTo>
                  <a:pt x="323505" y="491568"/>
                  <a:pt x="315120" y="490935"/>
                  <a:pt x="305757" y="490186"/>
                </a:cubicBezTo>
                <a:cubicBezTo>
                  <a:pt x="291569" y="489053"/>
                  <a:pt x="275155" y="487469"/>
                  <a:pt x="256969" y="485480"/>
                </a:cubicBezTo>
                <a:cubicBezTo>
                  <a:pt x="238838" y="483496"/>
                  <a:pt x="220297" y="481052"/>
                  <a:pt x="201861" y="478215"/>
                </a:cubicBezTo>
                <a:cubicBezTo>
                  <a:pt x="183476" y="475388"/>
                  <a:pt x="165410" y="472092"/>
                  <a:pt x="148166" y="468417"/>
                </a:cubicBezTo>
                <a:cubicBezTo>
                  <a:pt x="131086" y="464778"/>
                  <a:pt x="115644" y="460670"/>
                  <a:pt x="102269" y="456210"/>
                </a:cubicBezTo>
                <a:cubicBezTo>
                  <a:pt x="96369" y="454243"/>
                  <a:pt x="91129" y="452205"/>
                  <a:pt x="86576" y="450105"/>
                </a:cubicBezTo>
                <a:cubicBezTo>
                  <a:pt x="91389" y="447803"/>
                  <a:pt x="96847" y="445547"/>
                  <a:pt x="102923" y="443349"/>
                </a:cubicBezTo>
                <a:cubicBezTo>
                  <a:pt x="115897" y="438657"/>
                  <a:pt x="131070" y="434586"/>
                  <a:pt x="148022" y="431252"/>
                </a:cubicBezTo>
                <a:cubicBezTo>
                  <a:pt x="165308" y="427851"/>
                  <a:pt x="183560" y="424690"/>
                  <a:pt x="202270" y="421854"/>
                </a:cubicBezTo>
                <a:cubicBezTo>
                  <a:pt x="220998" y="419017"/>
                  <a:pt x="239412" y="416571"/>
                  <a:pt x="257001" y="414585"/>
                </a:cubicBezTo>
                <a:cubicBezTo>
                  <a:pt x="274596" y="412599"/>
                  <a:pt x="290990" y="411017"/>
                  <a:pt x="305728" y="409883"/>
                </a:cubicBezTo>
                <a:cubicBezTo>
                  <a:pt x="315315" y="409145"/>
                  <a:pt x="323712" y="408523"/>
                  <a:pt x="330826" y="408022"/>
                </a:cubicBezTo>
                <a:cubicBezTo>
                  <a:pt x="330610" y="413481"/>
                  <a:pt x="330501" y="418897"/>
                  <a:pt x="330501" y="424214"/>
                </a:cubicBezTo>
                <a:lnTo>
                  <a:pt x="330501" y="476284"/>
                </a:lnTo>
                <a:cubicBezTo>
                  <a:pt x="330501" y="481520"/>
                  <a:pt x="330607" y="486800"/>
                  <a:pt x="330817" y="492072"/>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6" name="Graphic 3">
            <a:extLst>
              <a:ext uri="{FF2B5EF4-FFF2-40B4-BE49-F238E27FC236}">
                <a16:creationId xmlns:a16="http://schemas.microsoft.com/office/drawing/2014/main" id="{C7088175-3DB8-831B-7FA9-3587E91EE259}"/>
              </a:ext>
            </a:extLst>
          </p:cNvPr>
          <p:cNvSpPr/>
          <p:nvPr/>
        </p:nvSpPr>
        <p:spPr>
          <a:xfrm>
            <a:off x="8475361" y="5260384"/>
            <a:ext cx="481290" cy="481290"/>
          </a:xfrm>
          <a:custGeom>
            <a:avLst/>
            <a:gdLst>
              <a:gd name="connsiteX0" fmla="*/ 900066 w 900066"/>
              <a:gd name="connsiteY0" fmla="*/ 449779 h 900066"/>
              <a:gd name="connsiteX1" fmla="*/ 885902 w 900066"/>
              <a:gd name="connsiteY1" fmla="*/ 413979 h 900066"/>
              <a:gd name="connsiteX2" fmla="*/ 851280 w 900066"/>
              <a:gd name="connsiteY2" fmla="*/ 387792 h 900066"/>
              <a:gd name="connsiteX3" fmla="*/ 804108 w 900066"/>
              <a:gd name="connsiteY3" fmla="*/ 369267 h 900066"/>
              <a:gd name="connsiteX4" fmla="*/ 748212 w 900066"/>
              <a:gd name="connsiteY4" fmla="*/ 355182 h 900066"/>
              <a:gd name="connsiteX5" fmla="*/ 690684 w 900066"/>
              <a:gd name="connsiteY5" fmla="*/ 345666 h 900066"/>
              <a:gd name="connsiteX6" fmla="*/ 635426 w 900066"/>
              <a:gd name="connsiteY6" fmla="*/ 339141 h 900066"/>
              <a:gd name="connsiteX7" fmla="*/ 589199 w 900066"/>
              <a:gd name="connsiteY7" fmla="*/ 335685 h 900066"/>
              <a:gd name="connsiteX8" fmla="*/ 566329 w 900066"/>
              <a:gd name="connsiteY8" fmla="*/ 334159 h 900066"/>
              <a:gd name="connsiteX9" fmla="*/ 564349 w 900066"/>
              <a:gd name="connsiteY9" fmla="*/ 310043 h 900066"/>
              <a:gd name="connsiteX10" fmla="*/ 560509 w 900066"/>
              <a:gd name="connsiteY10" fmla="*/ 264365 h 900066"/>
              <a:gd name="connsiteX11" fmla="*/ 554399 w 900066"/>
              <a:gd name="connsiteY11" fmla="*/ 209362 h 900066"/>
              <a:gd name="connsiteX12" fmla="*/ 544436 w 900066"/>
              <a:gd name="connsiteY12" fmla="*/ 151746 h 900066"/>
              <a:gd name="connsiteX13" fmla="*/ 530873 w 900066"/>
              <a:gd name="connsiteY13" fmla="*/ 96185 h 900066"/>
              <a:gd name="connsiteX14" fmla="*/ 511664 w 900066"/>
              <a:gd name="connsiteY14" fmla="*/ 48432 h 900066"/>
              <a:gd name="connsiteX15" fmla="*/ 485993 w 900066"/>
              <a:gd name="connsiteY15" fmla="*/ 14024 h 900066"/>
              <a:gd name="connsiteX16" fmla="*/ 450033 w 900066"/>
              <a:gd name="connsiteY16" fmla="*/ 0 h 900066"/>
              <a:gd name="connsiteX17" fmla="*/ 449788 w 900066"/>
              <a:gd name="connsiteY17" fmla="*/ 3 h 900066"/>
              <a:gd name="connsiteX18" fmla="*/ 413871 w 900066"/>
              <a:gd name="connsiteY18" fmla="*/ 14257 h 900066"/>
              <a:gd name="connsiteX19" fmla="*/ 387865 w 900066"/>
              <a:gd name="connsiteY19" fmla="*/ 48642 h 900066"/>
              <a:gd name="connsiteX20" fmla="*/ 369225 w 900066"/>
              <a:gd name="connsiteY20" fmla="*/ 96091 h 900066"/>
              <a:gd name="connsiteX21" fmla="*/ 355207 w 900066"/>
              <a:gd name="connsiteY21" fmla="*/ 151720 h 900066"/>
              <a:gd name="connsiteX22" fmla="*/ 345647 w 900066"/>
              <a:gd name="connsiteY22" fmla="*/ 209518 h 900066"/>
              <a:gd name="connsiteX23" fmla="*/ 339154 w 900066"/>
              <a:gd name="connsiteY23" fmla="*/ 264486 h 900066"/>
              <a:gd name="connsiteX24" fmla="*/ 335254 w 900066"/>
              <a:gd name="connsiteY24" fmla="*/ 310868 h 900066"/>
              <a:gd name="connsiteX25" fmla="*/ 333918 w 900066"/>
              <a:gd name="connsiteY25" fmla="*/ 333752 h 900066"/>
              <a:gd name="connsiteX26" fmla="*/ 310043 w 900066"/>
              <a:gd name="connsiteY26" fmla="*/ 335718 h 900066"/>
              <a:gd name="connsiteX27" fmla="*/ 264365 w 900066"/>
              <a:gd name="connsiteY27" fmla="*/ 339559 h 900066"/>
              <a:gd name="connsiteX28" fmla="*/ 209362 w 900066"/>
              <a:gd name="connsiteY28" fmla="*/ 345668 h 900066"/>
              <a:gd name="connsiteX29" fmla="*/ 151746 w 900066"/>
              <a:gd name="connsiteY29" fmla="*/ 355632 h 900066"/>
              <a:gd name="connsiteX30" fmla="*/ 96185 w 900066"/>
              <a:gd name="connsiteY30" fmla="*/ 369197 h 900066"/>
              <a:gd name="connsiteX31" fmla="*/ 48432 w 900066"/>
              <a:gd name="connsiteY31" fmla="*/ 388403 h 900066"/>
              <a:gd name="connsiteX32" fmla="*/ 14023 w 900066"/>
              <a:gd name="connsiteY32" fmla="*/ 414075 h 900066"/>
              <a:gd name="connsiteX33" fmla="*/ 0 w 900066"/>
              <a:gd name="connsiteY33" fmla="*/ 450033 h 900066"/>
              <a:gd name="connsiteX34" fmla="*/ 3 w 900066"/>
              <a:gd name="connsiteY34" fmla="*/ 450279 h 900066"/>
              <a:gd name="connsiteX35" fmla="*/ 14257 w 900066"/>
              <a:gd name="connsiteY35" fmla="*/ 486198 h 900066"/>
              <a:gd name="connsiteX36" fmla="*/ 48642 w 900066"/>
              <a:gd name="connsiteY36" fmla="*/ 512204 h 900066"/>
              <a:gd name="connsiteX37" fmla="*/ 96091 w 900066"/>
              <a:gd name="connsiteY37" fmla="*/ 530842 h 900066"/>
              <a:gd name="connsiteX38" fmla="*/ 151720 w 900066"/>
              <a:gd name="connsiteY38" fmla="*/ 544859 h 900066"/>
              <a:gd name="connsiteX39" fmla="*/ 209518 w 900066"/>
              <a:gd name="connsiteY39" fmla="*/ 554421 h 900066"/>
              <a:gd name="connsiteX40" fmla="*/ 264486 w 900066"/>
              <a:gd name="connsiteY40" fmla="*/ 560915 h 900066"/>
              <a:gd name="connsiteX41" fmla="*/ 310868 w 900066"/>
              <a:gd name="connsiteY41" fmla="*/ 564813 h 900066"/>
              <a:gd name="connsiteX42" fmla="*/ 333757 w 900066"/>
              <a:gd name="connsiteY42" fmla="*/ 566151 h 900066"/>
              <a:gd name="connsiteX43" fmla="*/ 335718 w 900066"/>
              <a:gd name="connsiteY43" fmla="*/ 590024 h 900066"/>
              <a:gd name="connsiteX44" fmla="*/ 339559 w 900066"/>
              <a:gd name="connsiteY44" fmla="*/ 635703 h 900066"/>
              <a:gd name="connsiteX45" fmla="*/ 345668 w 900066"/>
              <a:gd name="connsiteY45" fmla="*/ 690706 h 900066"/>
              <a:gd name="connsiteX46" fmla="*/ 355632 w 900066"/>
              <a:gd name="connsiteY46" fmla="*/ 748323 h 900066"/>
              <a:gd name="connsiteX47" fmla="*/ 369197 w 900066"/>
              <a:gd name="connsiteY47" fmla="*/ 803885 h 900066"/>
              <a:gd name="connsiteX48" fmla="*/ 388403 w 900066"/>
              <a:gd name="connsiteY48" fmla="*/ 851637 h 900066"/>
              <a:gd name="connsiteX49" fmla="*/ 414075 w 900066"/>
              <a:gd name="connsiteY49" fmla="*/ 886045 h 900066"/>
              <a:gd name="connsiteX50" fmla="*/ 450033 w 900066"/>
              <a:gd name="connsiteY50" fmla="*/ 900066 h 900066"/>
              <a:gd name="connsiteX51" fmla="*/ 450158 w 900066"/>
              <a:gd name="connsiteY51" fmla="*/ 900066 h 900066"/>
              <a:gd name="connsiteX52" fmla="*/ 450287 w 900066"/>
              <a:gd name="connsiteY52" fmla="*/ 900066 h 900066"/>
              <a:gd name="connsiteX53" fmla="*/ 486087 w 900066"/>
              <a:gd name="connsiteY53" fmla="*/ 885902 h 900066"/>
              <a:gd name="connsiteX54" fmla="*/ 512275 w 900066"/>
              <a:gd name="connsiteY54" fmla="*/ 851280 h 900066"/>
              <a:gd name="connsiteX55" fmla="*/ 530802 w 900066"/>
              <a:gd name="connsiteY55" fmla="*/ 804108 h 900066"/>
              <a:gd name="connsiteX56" fmla="*/ 544886 w 900066"/>
              <a:gd name="connsiteY56" fmla="*/ 748212 h 900066"/>
              <a:gd name="connsiteX57" fmla="*/ 554403 w 900066"/>
              <a:gd name="connsiteY57" fmla="*/ 690684 h 900066"/>
              <a:gd name="connsiteX58" fmla="*/ 560928 w 900066"/>
              <a:gd name="connsiteY58" fmla="*/ 635426 h 900066"/>
              <a:gd name="connsiteX59" fmla="*/ 564385 w 900066"/>
              <a:gd name="connsiteY59" fmla="*/ 589199 h 900066"/>
              <a:gd name="connsiteX60" fmla="*/ 565910 w 900066"/>
              <a:gd name="connsiteY60" fmla="*/ 566329 h 900066"/>
              <a:gd name="connsiteX61" fmla="*/ 590024 w 900066"/>
              <a:gd name="connsiteY61" fmla="*/ 564349 h 900066"/>
              <a:gd name="connsiteX62" fmla="*/ 635703 w 900066"/>
              <a:gd name="connsiteY62" fmla="*/ 560509 h 900066"/>
              <a:gd name="connsiteX63" fmla="*/ 690706 w 900066"/>
              <a:gd name="connsiteY63" fmla="*/ 554399 h 900066"/>
              <a:gd name="connsiteX64" fmla="*/ 748323 w 900066"/>
              <a:gd name="connsiteY64" fmla="*/ 544436 h 900066"/>
              <a:gd name="connsiteX65" fmla="*/ 803885 w 900066"/>
              <a:gd name="connsiteY65" fmla="*/ 530873 h 900066"/>
              <a:gd name="connsiteX66" fmla="*/ 851637 w 900066"/>
              <a:gd name="connsiteY66" fmla="*/ 511664 h 900066"/>
              <a:gd name="connsiteX67" fmla="*/ 886045 w 900066"/>
              <a:gd name="connsiteY67" fmla="*/ 485993 h 900066"/>
              <a:gd name="connsiteX68" fmla="*/ 900066 w 900066"/>
              <a:gd name="connsiteY68" fmla="*/ 450033 h 900066"/>
              <a:gd name="connsiteX69" fmla="*/ 900066 w 900066"/>
              <a:gd name="connsiteY69" fmla="*/ 449779 h 900066"/>
              <a:gd name="connsiteX70" fmla="*/ 569563 w 900066"/>
              <a:gd name="connsiteY70" fmla="*/ 449721 h 900066"/>
              <a:gd name="connsiteX71" fmla="*/ 569134 w 900066"/>
              <a:gd name="connsiteY71" fmla="*/ 424214 h 900066"/>
              <a:gd name="connsiteX72" fmla="*/ 568969 w 900066"/>
              <a:gd name="connsiteY72" fmla="*/ 407976 h 900066"/>
              <a:gd name="connsiteX73" fmla="*/ 594310 w 900066"/>
              <a:gd name="connsiteY73" fmla="*/ 409881 h 900066"/>
              <a:gd name="connsiteX74" fmla="*/ 643097 w 900066"/>
              <a:gd name="connsiteY74" fmla="*/ 414589 h 900066"/>
              <a:gd name="connsiteX75" fmla="*/ 698208 w 900066"/>
              <a:gd name="connsiteY75" fmla="*/ 421851 h 900066"/>
              <a:gd name="connsiteX76" fmla="*/ 751900 w 900066"/>
              <a:gd name="connsiteY76" fmla="*/ 431652 h 900066"/>
              <a:gd name="connsiteX77" fmla="*/ 797801 w 900066"/>
              <a:gd name="connsiteY77" fmla="*/ 443857 h 900066"/>
              <a:gd name="connsiteX78" fmla="*/ 813491 w 900066"/>
              <a:gd name="connsiteY78" fmla="*/ 449966 h 900066"/>
              <a:gd name="connsiteX79" fmla="*/ 797146 w 900066"/>
              <a:gd name="connsiteY79" fmla="*/ 456719 h 900066"/>
              <a:gd name="connsiteX80" fmla="*/ 752047 w 900066"/>
              <a:gd name="connsiteY80" fmla="*/ 468818 h 900066"/>
              <a:gd name="connsiteX81" fmla="*/ 697797 w 900066"/>
              <a:gd name="connsiteY81" fmla="*/ 478215 h 900066"/>
              <a:gd name="connsiteX82" fmla="*/ 643066 w 900066"/>
              <a:gd name="connsiteY82" fmla="*/ 485485 h 900066"/>
              <a:gd name="connsiteX83" fmla="*/ 594342 w 900066"/>
              <a:gd name="connsiteY83" fmla="*/ 490186 h 900066"/>
              <a:gd name="connsiteX84" fmla="*/ 569241 w 900066"/>
              <a:gd name="connsiteY84" fmla="*/ 492045 h 900066"/>
              <a:gd name="connsiteX85" fmla="*/ 569567 w 900066"/>
              <a:gd name="connsiteY85" fmla="*/ 475856 h 900066"/>
              <a:gd name="connsiteX86" fmla="*/ 569567 w 900066"/>
              <a:gd name="connsiteY86" fmla="*/ 450033 h 900066"/>
              <a:gd name="connsiteX87" fmla="*/ 569563 w 900066"/>
              <a:gd name="connsiteY87" fmla="*/ 449721 h 900066"/>
              <a:gd name="connsiteX88" fmla="*/ 422923 w 900066"/>
              <a:gd name="connsiteY88" fmla="*/ 495323 h 900066"/>
              <a:gd name="connsiteX89" fmla="*/ 404708 w 900066"/>
              <a:gd name="connsiteY89" fmla="*/ 495123 h 900066"/>
              <a:gd name="connsiteX90" fmla="*/ 404316 w 900066"/>
              <a:gd name="connsiteY90" fmla="*/ 477145 h 900066"/>
              <a:gd name="connsiteX91" fmla="*/ 404316 w 900066"/>
              <a:gd name="connsiteY91" fmla="*/ 450180 h 900066"/>
              <a:gd name="connsiteX92" fmla="*/ 404747 w 900066"/>
              <a:gd name="connsiteY92" fmla="*/ 422923 h 900066"/>
              <a:gd name="connsiteX93" fmla="*/ 404946 w 900066"/>
              <a:gd name="connsiteY93" fmla="*/ 404708 h 900066"/>
              <a:gd name="connsiteX94" fmla="*/ 422923 w 900066"/>
              <a:gd name="connsiteY94" fmla="*/ 404316 h 900066"/>
              <a:gd name="connsiteX95" fmla="*/ 449891 w 900066"/>
              <a:gd name="connsiteY95" fmla="*/ 404316 h 900066"/>
              <a:gd name="connsiteX96" fmla="*/ 477145 w 900066"/>
              <a:gd name="connsiteY96" fmla="*/ 404747 h 900066"/>
              <a:gd name="connsiteX97" fmla="*/ 495359 w 900066"/>
              <a:gd name="connsiteY97" fmla="*/ 404946 h 900066"/>
              <a:gd name="connsiteX98" fmla="*/ 495751 w 900066"/>
              <a:gd name="connsiteY98" fmla="*/ 422923 h 900066"/>
              <a:gd name="connsiteX99" fmla="*/ 495751 w 900066"/>
              <a:gd name="connsiteY99" fmla="*/ 449891 h 900066"/>
              <a:gd name="connsiteX100" fmla="*/ 495323 w 900066"/>
              <a:gd name="connsiteY100" fmla="*/ 477145 h 900066"/>
              <a:gd name="connsiteX101" fmla="*/ 495123 w 900066"/>
              <a:gd name="connsiteY101" fmla="*/ 495359 h 900066"/>
              <a:gd name="connsiteX102" fmla="*/ 477145 w 900066"/>
              <a:gd name="connsiteY102" fmla="*/ 495751 h 900066"/>
              <a:gd name="connsiteX103" fmla="*/ 450180 w 900066"/>
              <a:gd name="connsiteY103" fmla="*/ 495751 h 900066"/>
              <a:gd name="connsiteX104" fmla="*/ 422923 w 900066"/>
              <a:gd name="connsiteY104" fmla="*/ 495323 h 900066"/>
              <a:gd name="connsiteX105" fmla="*/ 475856 w 900066"/>
              <a:gd name="connsiteY105" fmla="*/ 330501 h 900066"/>
              <a:gd name="connsiteX106" fmla="*/ 450033 w 900066"/>
              <a:gd name="connsiteY106" fmla="*/ 330501 h 900066"/>
              <a:gd name="connsiteX107" fmla="*/ 449730 w 900066"/>
              <a:gd name="connsiteY107" fmla="*/ 330506 h 900066"/>
              <a:gd name="connsiteX108" fmla="*/ 423783 w 900066"/>
              <a:gd name="connsiteY108" fmla="*/ 330932 h 900066"/>
              <a:gd name="connsiteX109" fmla="*/ 407976 w 900066"/>
              <a:gd name="connsiteY109" fmla="*/ 331091 h 900066"/>
              <a:gd name="connsiteX110" fmla="*/ 409881 w 900066"/>
              <a:gd name="connsiteY110" fmla="*/ 305756 h 900066"/>
              <a:gd name="connsiteX111" fmla="*/ 414589 w 900066"/>
              <a:gd name="connsiteY111" fmla="*/ 256969 h 900066"/>
              <a:gd name="connsiteX112" fmla="*/ 421851 w 900066"/>
              <a:gd name="connsiteY112" fmla="*/ 201861 h 900066"/>
              <a:gd name="connsiteX113" fmla="*/ 431652 w 900066"/>
              <a:gd name="connsiteY113" fmla="*/ 148166 h 900066"/>
              <a:gd name="connsiteX114" fmla="*/ 443857 w 900066"/>
              <a:gd name="connsiteY114" fmla="*/ 102269 h 900066"/>
              <a:gd name="connsiteX115" fmla="*/ 449966 w 900066"/>
              <a:gd name="connsiteY115" fmla="*/ 86576 h 900066"/>
              <a:gd name="connsiteX116" fmla="*/ 456719 w 900066"/>
              <a:gd name="connsiteY116" fmla="*/ 102923 h 900066"/>
              <a:gd name="connsiteX117" fmla="*/ 468818 w 900066"/>
              <a:gd name="connsiteY117" fmla="*/ 148022 h 900066"/>
              <a:gd name="connsiteX118" fmla="*/ 478215 w 900066"/>
              <a:gd name="connsiteY118" fmla="*/ 202270 h 900066"/>
              <a:gd name="connsiteX119" fmla="*/ 485485 w 900066"/>
              <a:gd name="connsiteY119" fmla="*/ 257001 h 900066"/>
              <a:gd name="connsiteX120" fmla="*/ 490186 w 900066"/>
              <a:gd name="connsiteY120" fmla="*/ 305728 h 900066"/>
              <a:gd name="connsiteX121" fmla="*/ 492045 w 900066"/>
              <a:gd name="connsiteY121" fmla="*/ 330826 h 900066"/>
              <a:gd name="connsiteX122" fmla="*/ 475856 w 900066"/>
              <a:gd name="connsiteY122" fmla="*/ 330501 h 900066"/>
              <a:gd name="connsiteX123" fmla="*/ 424214 w 900066"/>
              <a:gd name="connsiteY123" fmla="*/ 569567 h 900066"/>
              <a:gd name="connsiteX124" fmla="*/ 475856 w 900066"/>
              <a:gd name="connsiteY124" fmla="*/ 569567 h 900066"/>
              <a:gd name="connsiteX125" fmla="*/ 492072 w 900066"/>
              <a:gd name="connsiteY125" fmla="*/ 569241 h 900066"/>
              <a:gd name="connsiteX126" fmla="*/ 490186 w 900066"/>
              <a:gd name="connsiteY126" fmla="*/ 594310 h 900066"/>
              <a:gd name="connsiteX127" fmla="*/ 485480 w 900066"/>
              <a:gd name="connsiteY127" fmla="*/ 643097 h 900066"/>
              <a:gd name="connsiteX128" fmla="*/ 478215 w 900066"/>
              <a:gd name="connsiteY128" fmla="*/ 698208 h 900066"/>
              <a:gd name="connsiteX129" fmla="*/ 468417 w 900066"/>
              <a:gd name="connsiteY129" fmla="*/ 751900 h 900066"/>
              <a:gd name="connsiteX130" fmla="*/ 456210 w 900066"/>
              <a:gd name="connsiteY130" fmla="*/ 797801 h 900066"/>
              <a:gd name="connsiteX131" fmla="*/ 450105 w 900066"/>
              <a:gd name="connsiteY131" fmla="*/ 813491 h 900066"/>
              <a:gd name="connsiteX132" fmla="*/ 443349 w 900066"/>
              <a:gd name="connsiteY132" fmla="*/ 797146 h 900066"/>
              <a:gd name="connsiteX133" fmla="*/ 431252 w 900066"/>
              <a:gd name="connsiteY133" fmla="*/ 752047 h 900066"/>
              <a:gd name="connsiteX134" fmla="*/ 421855 w 900066"/>
              <a:gd name="connsiteY134" fmla="*/ 697797 h 900066"/>
              <a:gd name="connsiteX135" fmla="*/ 414585 w 900066"/>
              <a:gd name="connsiteY135" fmla="*/ 643066 h 900066"/>
              <a:gd name="connsiteX136" fmla="*/ 409883 w 900066"/>
              <a:gd name="connsiteY136" fmla="*/ 594342 h 900066"/>
              <a:gd name="connsiteX137" fmla="*/ 408022 w 900066"/>
              <a:gd name="connsiteY137" fmla="*/ 569241 h 900066"/>
              <a:gd name="connsiteX138" fmla="*/ 424214 w 900066"/>
              <a:gd name="connsiteY138" fmla="*/ 569567 h 900066"/>
              <a:gd name="connsiteX139" fmla="*/ 330817 w 900066"/>
              <a:gd name="connsiteY139" fmla="*/ 492072 h 900066"/>
              <a:gd name="connsiteX140" fmla="*/ 305757 w 900066"/>
              <a:gd name="connsiteY140" fmla="*/ 490186 h 900066"/>
              <a:gd name="connsiteX141" fmla="*/ 256969 w 900066"/>
              <a:gd name="connsiteY141" fmla="*/ 485480 h 900066"/>
              <a:gd name="connsiteX142" fmla="*/ 201861 w 900066"/>
              <a:gd name="connsiteY142" fmla="*/ 478215 h 900066"/>
              <a:gd name="connsiteX143" fmla="*/ 148166 w 900066"/>
              <a:gd name="connsiteY143" fmla="*/ 468417 h 900066"/>
              <a:gd name="connsiteX144" fmla="*/ 102269 w 900066"/>
              <a:gd name="connsiteY144" fmla="*/ 456210 h 900066"/>
              <a:gd name="connsiteX145" fmla="*/ 86576 w 900066"/>
              <a:gd name="connsiteY145" fmla="*/ 450105 h 900066"/>
              <a:gd name="connsiteX146" fmla="*/ 102923 w 900066"/>
              <a:gd name="connsiteY146" fmla="*/ 443349 h 900066"/>
              <a:gd name="connsiteX147" fmla="*/ 148022 w 900066"/>
              <a:gd name="connsiteY147" fmla="*/ 431252 h 900066"/>
              <a:gd name="connsiteX148" fmla="*/ 202270 w 900066"/>
              <a:gd name="connsiteY148" fmla="*/ 421854 h 900066"/>
              <a:gd name="connsiteX149" fmla="*/ 257001 w 900066"/>
              <a:gd name="connsiteY149" fmla="*/ 414585 h 900066"/>
              <a:gd name="connsiteX150" fmla="*/ 305728 w 900066"/>
              <a:gd name="connsiteY150" fmla="*/ 409883 h 900066"/>
              <a:gd name="connsiteX151" fmla="*/ 330826 w 900066"/>
              <a:gd name="connsiteY151" fmla="*/ 408022 h 900066"/>
              <a:gd name="connsiteX152" fmla="*/ 330501 w 900066"/>
              <a:gd name="connsiteY152" fmla="*/ 424214 h 900066"/>
              <a:gd name="connsiteX153" fmla="*/ 330501 w 900066"/>
              <a:gd name="connsiteY153" fmla="*/ 476284 h 900066"/>
              <a:gd name="connsiteX154" fmla="*/ 330817 w 900066"/>
              <a:gd name="connsiteY154" fmla="*/ 492072 h 90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900066" h="900066">
                <a:moveTo>
                  <a:pt x="900066" y="449779"/>
                </a:moveTo>
                <a:cubicBezTo>
                  <a:pt x="899723" y="437092"/>
                  <a:pt x="894955" y="425047"/>
                  <a:pt x="885902" y="413979"/>
                </a:cubicBezTo>
                <a:cubicBezTo>
                  <a:pt x="877312" y="403484"/>
                  <a:pt x="865663" y="394672"/>
                  <a:pt x="851280" y="387792"/>
                </a:cubicBezTo>
                <a:cubicBezTo>
                  <a:pt x="837780" y="381337"/>
                  <a:pt x="821912" y="375104"/>
                  <a:pt x="804108" y="369267"/>
                </a:cubicBezTo>
                <a:cubicBezTo>
                  <a:pt x="786286" y="363424"/>
                  <a:pt x="767479" y="358685"/>
                  <a:pt x="748212" y="355182"/>
                </a:cubicBezTo>
                <a:cubicBezTo>
                  <a:pt x="729275" y="351738"/>
                  <a:pt x="709919" y="348537"/>
                  <a:pt x="690684" y="345666"/>
                </a:cubicBezTo>
                <a:cubicBezTo>
                  <a:pt x="671350" y="342780"/>
                  <a:pt x="652762" y="340585"/>
                  <a:pt x="635426" y="339141"/>
                </a:cubicBezTo>
                <a:cubicBezTo>
                  <a:pt x="618229" y="337707"/>
                  <a:pt x="602677" y="336544"/>
                  <a:pt x="589199" y="335685"/>
                </a:cubicBezTo>
                <a:cubicBezTo>
                  <a:pt x="580280" y="335115"/>
                  <a:pt x="572626" y="334605"/>
                  <a:pt x="566329" y="334159"/>
                </a:cubicBezTo>
                <a:cubicBezTo>
                  <a:pt x="566008" y="327463"/>
                  <a:pt x="565357" y="319488"/>
                  <a:pt x="564349" y="310043"/>
                </a:cubicBezTo>
                <a:cubicBezTo>
                  <a:pt x="562935" y="296748"/>
                  <a:pt x="561642" y="281380"/>
                  <a:pt x="560509" y="264365"/>
                </a:cubicBezTo>
                <a:cubicBezTo>
                  <a:pt x="559349" y="246972"/>
                  <a:pt x="557293" y="228466"/>
                  <a:pt x="554399" y="209362"/>
                </a:cubicBezTo>
                <a:cubicBezTo>
                  <a:pt x="551527" y="190395"/>
                  <a:pt x="548173" y="171011"/>
                  <a:pt x="544436" y="151746"/>
                </a:cubicBezTo>
                <a:cubicBezTo>
                  <a:pt x="540663" y="132310"/>
                  <a:pt x="536100" y="113616"/>
                  <a:pt x="530873" y="96185"/>
                </a:cubicBezTo>
                <a:cubicBezTo>
                  <a:pt x="525552" y="78462"/>
                  <a:pt x="519095" y="62396"/>
                  <a:pt x="511664" y="48432"/>
                </a:cubicBezTo>
                <a:cubicBezTo>
                  <a:pt x="504011" y="34044"/>
                  <a:pt x="495372" y="22467"/>
                  <a:pt x="485993" y="14024"/>
                </a:cubicBezTo>
                <a:cubicBezTo>
                  <a:pt x="475655" y="4718"/>
                  <a:pt x="463556" y="0"/>
                  <a:pt x="450033" y="0"/>
                </a:cubicBezTo>
                <a:lnTo>
                  <a:pt x="449788" y="3"/>
                </a:lnTo>
                <a:cubicBezTo>
                  <a:pt x="436758" y="346"/>
                  <a:pt x="424673" y="5142"/>
                  <a:pt x="413871" y="14257"/>
                </a:cubicBezTo>
                <a:cubicBezTo>
                  <a:pt x="403754" y="22793"/>
                  <a:pt x="395005" y="34361"/>
                  <a:pt x="387865" y="48642"/>
                </a:cubicBezTo>
                <a:cubicBezTo>
                  <a:pt x="381071" y="62227"/>
                  <a:pt x="374800" y="78192"/>
                  <a:pt x="369225" y="96091"/>
                </a:cubicBezTo>
                <a:cubicBezTo>
                  <a:pt x="363700" y="113829"/>
                  <a:pt x="358984" y="132545"/>
                  <a:pt x="355207" y="151720"/>
                </a:cubicBezTo>
                <a:cubicBezTo>
                  <a:pt x="351458" y="170753"/>
                  <a:pt x="348241" y="190199"/>
                  <a:pt x="345647" y="209518"/>
                </a:cubicBezTo>
                <a:cubicBezTo>
                  <a:pt x="343063" y="228750"/>
                  <a:pt x="340879" y="247244"/>
                  <a:pt x="339154" y="264486"/>
                </a:cubicBezTo>
                <a:cubicBezTo>
                  <a:pt x="337430" y="281734"/>
                  <a:pt x="336118" y="297339"/>
                  <a:pt x="335254" y="310868"/>
                </a:cubicBezTo>
                <a:cubicBezTo>
                  <a:pt x="334686" y="319761"/>
                  <a:pt x="334240" y="327417"/>
                  <a:pt x="333918" y="333752"/>
                </a:cubicBezTo>
                <a:cubicBezTo>
                  <a:pt x="327271" y="334074"/>
                  <a:pt x="319375" y="334725"/>
                  <a:pt x="310043" y="335718"/>
                </a:cubicBezTo>
                <a:cubicBezTo>
                  <a:pt x="296746" y="337132"/>
                  <a:pt x="281378" y="338425"/>
                  <a:pt x="264365" y="339559"/>
                </a:cubicBezTo>
                <a:cubicBezTo>
                  <a:pt x="246972" y="340718"/>
                  <a:pt x="228466" y="342774"/>
                  <a:pt x="209362" y="345668"/>
                </a:cubicBezTo>
                <a:cubicBezTo>
                  <a:pt x="190385" y="348544"/>
                  <a:pt x="171000" y="351896"/>
                  <a:pt x="151746" y="355632"/>
                </a:cubicBezTo>
                <a:cubicBezTo>
                  <a:pt x="132310" y="359404"/>
                  <a:pt x="113616" y="363967"/>
                  <a:pt x="96185" y="369197"/>
                </a:cubicBezTo>
                <a:cubicBezTo>
                  <a:pt x="78462" y="374514"/>
                  <a:pt x="62396" y="380976"/>
                  <a:pt x="48432" y="388403"/>
                </a:cubicBezTo>
                <a:cubicBezTo>
                  <a:pt x="34043" y="396056"/>
                  <a:pt x="22467" y="404694"/>
                  <a:pt x="14023" y="414075"/>
                </a:cubicBezTo>
                <a:cubicBezTo>
                  <a:pt x="4718" y="424414"/>
                  <a:pt x="0" y="436513"/>
                  <a:pt x="0" y="450033"/>
                </a:cubicBezTo>
                <a:lnTo>
                  <a:pt x="3" y="450279"/>
                </a:lnTo>
                <a:cubicBezTo>
                  <a:pt x="346" y="463310"/>
                  <a:pt x="5142" y="475397"/>
                  <a:pt x="14257" y="486198"/>
                </a:cubicBezTo>
                <a:cubicBezTo>
                  <a:pt x="22792" y="496313"/>
                  <a:pt x="34361" y="505064"/>
                  <a:pt x="48642" y="512204"/>
                </a:cubicBezTo>
                <a:cubicBezTo>
                  <a:pt x="62227" y="518996"/>
                  <a:pt x="78192" y="525267"/>
                  <a:pt x="96091" y="530842"/>
                </a:cubicBezTo>
                <a:cubicBezTo>
                  <a:pt x="113828" y="536368"/>
                  <a:pt x="132544" y="541086"/>
                  <a:pt x="151720" y="544859"/>
                </a:cubicBezTo>
                <a:cubicBezTo>
                  <a:pt x="170744" y="548610"/>
                  <a:pt x="190191" y="551826"/>
                  <a:pt x="209518" y="554421"/>
                </a:cubicBezTo>
                <a:cubicBezTo>
                  <a:pt x="228763" y="557008"/>
                  <a:pt x="247257" y="559189"/>
                  <a:pt x="264486" y="560915"/>
                </a:cubicBezTo>
                <a:cubicBezTo>
                  <a:pt x="281726" y="562636"/>
                  <a:pt x="297331" y="563952"/>
                  <a:pt x="310868" y="564813"/>
                </a:cubicBezTo>
                <a:cubicBezTo>
                  <a:pt x="319761" y="565384"/>
                  <a:pt x="327420" y="565830"/>
                  <a:pt x="333757" y="566151"/>
                </a:cubicBezTo>
                <a:cubicBezTo>
                  <a:pt x="334083" y="572836"/>
                  <a:pt x="334740" y="580828"/>
                  <a:pt x="335718" y="590024"/>
                </a:cubicBezTo>
                <a:cubicBezTo>
                  <a:pt x="337133" y="603328"/>
                  <a:pt x="338425" y="618697"/>
                  <a:pt x="339559" y="635703"/>
                </a:cubicBezTo>
                <a:cubicBezTo>
                  <a:pt x="340718" y="653096"/>
                  <a:pt x="342774" y="671600"/>
                  <a:pt x="345668" y="690706"/>
                </a:cubicBezTo>
                <a:cubicBezTo>
                  <a:pt x="348544" y="709683"/>
                  <a:pt x="351897" y="729070"/>
                  <a:pt x="355632" y="748323"/>
                </a:cubicBezTo>
                <a:cubicBezTo>
                  <a:pt x="359404" y="767760"/>
                  <a:pt x="363967" y="786451"/>
                  <a:pt x="369197" y="803885"/>
                </a:cubicBezTo>
                <a:cubicBezTo>
                  <a:pt x="374514" y="821608"/>
                  <a:pt x="380976" y="837673"/>
                  <a:pt x="388403" y="851637"/>
                </a:cubicBezTo>
                <a:cubicBezTo>
                  <a:pt x="396056" y="866024"/>
                  <a:pt x="404694" y="877602"/>
                  <a:pt x="414075" y="886045"/>
                </a:cubicBezTo>
                <a:cubicBezTo>
                  <a:pt x="424414" y="895348"/>
                  <a:pt x="436513" y="900066"/>
                  <a:pt x="450033" y="900066"/>
                </a:cubicBezTo>
                <a:lnTo>
                  <a:pt x="450158" y="900066"/>
                </a:lnTo>
                <a:lnTo>
                  <a:pt x="450287" y="900066"/>
                </a:lnTo>
                <a:cubicBezTo>
                  <a:pt x="462976" y="899723"/>
                  <a:pt x="475022" y="894955"/>
                  <a:pt x="486087" y="885902"/>
                </a:cubicBezTo>
                <a:cubicBezTo>
                  <a:pt x="496585" y="877312"/>
                  <a:pt x="505394" y="865667"/>
                  <a:pt x="512275" y="851280"/>
                </a:cubicBezTo>
                <a:cubicBezTo>
                  <a:pt x="518733" y="837780"/>
                  <a:pt x="524964" y="821912"/>
                  <a:pt x="530802" y="804108"/>
                </a:cubicBezTo>
                <a:cubicBezTo>
                  <a:pt x="536644" y="786282"/>
                  <a:pt x="541385" y="767479"/>
                  <a:pt x="544886" y="748212"/>
                </a:cubicBezTo>
                <a:cubicBezTo>
                  <a:pt x="548329" y="729271"/>
                  <a:pt x="551531" y="709915"/>
                  <a:pt x="554403" y="690684"/>
                </a:cubicBezTo>
                <a:cubicBezTo>
                  <a:pt x="557289" y="671355"/>
                  <a:pt x="559483" y="652766"/>
                  <a:pt x="560928" y="635426"/>
                </a:cubicBezTo>
                <a:cubicBezTo>
                  <a:pt x="562360" y="618256"/>
                  <a:pt x="563524" y="602704"/>
                  <a:pt x="564385" y="589199"/>
                </a:cubicBezTo>
                <a:cubicBezTo>
                  <a:pt x="564955" y="580271"/>
                  <a:pt x="565464" y="572618"/>
                  <a:pt x="565910" y="566329"/>
                </a:cubicBezTo>
                <a:cubicBezTo>
                  <a:pt x="572604" y="566008"/>
                  <a:pt x="580578" y="565357"/>
                  <a:pt x="590024" y="564349"/>
                </a:cubicBezTo>
                <a:cubicBezTo>
                  <a:pt x="603319" y="562935"/>
                  <a:pt x="618688" y="561642"/>
                  <a:pt x="635703" y="560509"/>
                </a:cubicBezTo>
                <a:cubicBezTo>
                  <a:pt x="653096" y="559349"/>
                  <a:pt x="671600" y="557293"/>
                  <a:pt x="690706" y="554399"/>
                </a:cubicBezTo>
                <a:cubicBezTo>
                  <a:pt x="709674" y="551527"/>
                  <a:pt x="729057" y="548173"/>
                  <a:pt x="748323" y="544436"/>
                </a:cubicBezTo>
                <a:cubicBezTo>
                  <a:pt x="767760" y="540663"/>
                  <a:pt x="786451" y="536100"/>
                  <a:pt x="803885" y="530873"/>
                </a:cubicBezTo>
                <a:cubicBezTo>
                  <a:pt x="821608" y="525552"/>
                  <a:pt x="837673" y="519090"/>
                  <a:pt x="851637" y="511664"/>
                </a:cubicBezTo>
                <a:cubicBezTo>
                  <a:pt x="866024" y="504011"/>
                  <a:pt x="877602" y="495372"/>
                  <a:pt x="886045" y="485993"/>
                </a:cubicBezTo>
                <a:cubicBezTo>
                  <a:pt x="895348" y="475655"/>
                  <a:pt x="900066" y="463556"/>
                  <a:pt x="900066" y="450033"/>
                </a:cubicBezTo>
                <a:lnTo>
                  <a:pt x="900066" y="449779"/>
                </a:lnTo>
                <a:close/>
                <a:moveTo>
                  <a:pt x="569563" y="449721"/>
                </a:moveTo>
                <a:cubicBezTo>
                  <a:pt x="569277" y="441250"/>
                  <a:pt x="569134" y="432668"/>
                  <a:pt x="569134" y="424214"/>
                </a:cubicBezTo>
                <a:cubicBezTo>
                  <a:pt x="569134" y="418881"/>
                  <a:pt x="569081" y="413449"/>
                  <a:pt x="568969" y="407976"/>
                </a:cubicBezTo>
                <a:cubicBezTo>
                  <a:pt x="576342" y="408484"/>
                  <a:pt x="584820" y="409121"/>
                  <a:pt x="594310" y="409881"/>
                </a:cubicBezTo>
                <a:cubicBezTo>
                  <a:pt x="608502" y="411016"/>
                  <a:pt x="624914" y="412600"/>
                  <a:pt x="643097" y="414589"/>
                </a:cubicBezTo>
                <a:cubicBezTo>
                  <a:pt x="661240" y="416573"/>
                  <a:pt x="679780" y="419017"/>
                  <a:pt x="698208" y="421851"/>
                </a:cubicBezTo>
                <a:cubicBezTo>
                  <a:pt x="716591" y="424680"/>
                  <a:pt x="734658" y="427977"/>
                  <a:pt x="751900" y="431652"/>
                </a:cubicBezTo>
                <a:cubicBezTo>
                  <a:pt x="768982" y="435292"/>
                  <a:pt x="784426" y="439399"/>
                  <a:pt x="797801" y="443857"/>
                </a:cubicBezTo>
                <a:cubicBezTo>
                  <a:pt x="803697" y="445824"/>
                  <a:pt x="808938" y="447866"/>
                  <a:pt x="813491" y="449966"/>
                </a:cubicBezTo>
                <a:cubicBezTo>
                  <a:pt x="808679" y="452263"/>
                  <a:pt x="803220" y="454520"/>
                  <a:pt x="797146" y="456719"/>
                </a:cubicBezTo>
                <a:cubicBezTo>
                  <a:pt x="784172" y="461410"/>
                  <a:pt x="768999" y="465482"/>
                  <a:pt x="752047" y="468818"/>
                </a:cubicBezTo>
                <a:cubicBezTo>
                  <a:pt x="734757" y="472217"/>
                  <a:pt x="716507" y="475379"/>
                  <a:pt x="697797" y="478215"/>
                </a:cubicBezTo>
                <a:cubicBezTo>
                  <a:pt x="679057" y="481052"/>
                  <a:pt x="660642" y="483500"/>
                  <a:pt x="643066" y="485485"/>
                </a:cubicBezTo>
                <a:cubicBezTo>
                  <a:pt x="625472" y="487469"/>
                  <a:pt x="609077" y="489053"/>
                  <a:pt x="594342" y="490186"/>
                </a:cubicBezTo>
                <a:cubicBezTo>
                  <a:pt x="584762" y="490921"/>
                  <a:pt x="576368" y="491546"/>
                  <a:pt x="569241" y="492045"/>
                </a:cubicBezTo>
                <a:cubicBezTo>
                  <a:pt x="569460" y="486591"/>
                  <a:pt x="569567" y="481172"/>
                  <a:pt x="569567" y="475856"/>
                </a:cubicBezTo>
                <a:lnTo>
                  <a:pt x="569567" y="450033"/>
                </a:lnTo>
                <a:lnTo>
                  <a:pt x="569563" y="449721"/>
                </a:lnTo>
                <a:close/>
                <a:moveTo>
                  <a:pt x="422923" y="495323"/>
                </a:moveTo>
                <a:cubicBezTo>
                  <a:pt x="416947" y="495323"/>
                  <a:pt x="410849" y="495256"/>
                  <a:pt x="404708" y="495123"/>
                </a:cubicBezTo>
                <a:cubicBezTo>
                  <a:pt x="404447" y="489057"/>
                  <a:pt x="404316" y="483041"/>
                  <a:pt x="404316" y="477145"/>
                </a:cubicBezTo>
                <a:lnTo>
                  <a:pt x="404316" y="450180"/>
                </a:lnTo>
                <a:cubicBezTo>
                  <a:pt x="404602" y="440991"/>
                  <a:pt x="404747" y="431822"/>
                  <a:pt x="404747" y="422923"/>
                </a:cubicBezTo>
                <a:cubicBezTo>
                  <a:pt x="404747" y="416947"/>
                  <a:pt x="404813" y="410849"/>
                  <a:pt x="404946" y="404708"/>
                </a:cubicBezTo>
                <a:cubicBezTo>
                  <a:pt x="411008" y="404447"/>
                  <a:pt x="417027" y="404316"/>
                  <a:pt x="422923" y="404316"/>
                </a:cubicBezTo>
                <a:lnTo>
                  <a:pt x="449891" y="404316"/>
                </a:lnTo>
                <a:cubicBezTo>
                  <a:pt x="459078" y="404602"/>
                  <a:pt x="468247" y="404747"/>
                  <a:pt x="477145" y="404747"/>
                </a:cubicBezTo>
                <a:cubicBezTo>
                  <a:pt x="483121" y="404747"/>
                  <a:pt x="489218" y="404813"/>
                  <a:pt x="495359" y="404946"/>
                </a:cubicBezTo>
                <a:cubicBezTo>
                  <a:pt x="495622" y="411007"/>
                  <a:pt x="495751" y="417026"/>
                  <a:pt x="495751" y="422923"/>
                </a:cubicBezTo>
                <a:lnTo>
                  <a:pt x="495751" y="449891"/>
                </a:lnTo>
                <a:cubicBezTo>
                  <a:pt x="495466" y="459082"/>
                  <a:pt x="495323" y="468252"/>
                  <a:pt x="495323" y="477145"/>
                </a:cubicBezTo>
                <a:cubicBezTo>
                  <a:pt x="495323" y="483121"/>
                  <a:pt x="495256" y="489218"/>
                  <a:pt x="495123" y="495359"/>
                </a:cubicBezTo>
                <a:cubicBezTo>
                  <a:pt x="489062" y="495622"/>
                  <a:pt x="483041" y="495751"/>
                  <a:pt x="477145" y="495751"/>
                </a:cubicBezTo>
                <a:lnTo>
                  <a:pt x="450180" y="495751"/>
                </a:lnTo>
                <a:cubicBezTo>
                  <a:pt x="440984" y="495466"/>
                  <a:pt x="431815" y="495323"/>
                  <a:pt x="422923" y="495323"/>
                </a:cubicBezTo>
                <a:close/>
                <a:moveTo>
                  <a:pt x="475856" y="330501"/>
                </a:moveTo>
                <a:lnTo>
                  <a:pt x="450033" y="330501"/>
                </a:lnTo>
                <a:lnTo>
                  <a:pt x="449730" y="330506"/>
                </a:lnTo>
                <a:cubicBezTo>
                  <a:pt x="440985" y="330789"/>
                  <a:pt x="432254" y="330932"/>
                  <a:pt x="423783" y="330932"/>
                </a:cubicBezTo>
                <a:cubicBezTo>
                  <a:pt x="418541" y="330932"/>
                  <a:pt x="413254" y="330985"/>
                  <a:pt x="407976" y="331091"/>
                </a:cubicBezTo>
                <a:cubicBezTo>
                  <a:pt x="408485" y="323722"/>
                  <a:pt x="409122" y="315244"/>
                  <a:pt x="409881" y="305756"/>
                </a:cubicBezTo>
                <a:cubicBezTo>
                  <a:pt x="411016" y="291570"/>
                  <a:pt x="412600" y="275154"/>
                  <a:pt x="414589" y="256969"/>
                </a:cubicBezTo>
                <a:cubicBezTo>
                  <a:pt x="416573" y="238826"/>
                  <a:pt x="419017" y="220285"/>
                  <a:pt x="421851" y="201861"/>
                </a:cubicBezTo>
                <a:cubicBezTo>
                  <a:pt x="424680" y="183475"/>
                  <a:pt x="427977" y="165409"/>
                  <a:pt x="431652" y="148166"/>
                </a:cubicBezTo>
                <a:cubicBezTo>
                  <a:pt x="435292" y="131088"/>
                  <a:pt x="439398" y="115646"/>
                  <a:pt x="443857" y="102269"/>
                </a:cubicBezTo>
                <a:cubicBezTo>
                  <a:pt x="445824" y="96370"/>
                  <a:pt x="447866" y="91130"/>
                  <a:pt x="449966" y="86576"/>
                </a:cubicBezTo>
                <a:cubicBezTo>
                  <a:pt x="452263" y="91388"/>
                  <a:pt x="454520" y="96847"/>
                  <a:pt x="456719" y="102923"/>
                </a:cubicBezTo>
                <a:cubicBezTo>
                  <a:pt x="461410" y="115895"/>
                  <a:pt x="465482" y="131069"/>
                  <a:pt x="468818" y="148022"/>
                </a:cubicBezTo>
                <a:cubicBezTo>
                  <a:pt x="472217" y="165310"/>
                  <a:pt x="475379" y="183561"/>
                  <a:pt x="478215" y="202270"/>
                </a:cubicBezTo>
                <a:cubicBezTo>
                  <a:pt x="481052" y="221011"/>
                  <a:pt x="483500" y="239425"/>
                  <a:pt x="485485" y="257001"/>
                </a:cubicBezTo>
                <a:cubicBezTo>
                  <a:pt x="487469" y="274596"/>
                  <a:pt x="489053" y="290990"/>
                  <a:pt x="490186" y="305728"/>
                </a:cubicBezTo>
                <a:cubicBezTo>
                  <a:pt x="490921" y="315305"/>
                  <a:pt x="491546" y="323702"/>
                  <a:pt x="492045" y="330826"/>
                </a:cubicBezTo>
                <a:cubicBezTo>
                  <a:pt x="486586" y="330610"/>
                  <a:pt x="481172" y="330501"/>
                  <a:pt x="475856" y="330501"/>
                </a:cubicBezTo>
                <a:close/>
                <a:moveTo>
                  <a:pt x="424214" y="569567"/>
                </a:moveTo>
                <a:lnTo>
                  <a:pt x="475856" y="569567"/>
                </a:lnTo>
                <a:cubicBezTo>
                  <a:pt x="481181" y="569567"/>
                  <a:pt x="486609" y="569455"/>
                  <a:pt x="492072" y="569241"/>
                </a:cubicBezTo>
                <a:cubicBezTo>
                  <a:pt x="491568" y="576556"/>
                  <a:pt x="490935" y="584945"/>
                  <a:pt x="490186" y="594310"/>
                </a:cubicBezTo>
                <a:cubicBezTo>
                  <a:pt x="489053" y="608502"/>
                  <a:pt x="487469" y="624914"/>
                  <a:pt x="485480" y="643097"/>
                </a:cubicBezTo>
                <a:cubicBezTo>
                  <a:pt x="483496" y="661231"/>
                  <a:pt x="481052" y="679771"/>
                  <a:pt x="478215" y="698208"/>
                </a:cubicBezTo>
                <a:cubicBezTo>
                  <a:pt x="475388" y="716591"/>
                  <a:pt x="472092" y="734658"/>
                  <a:pt x="468417" y="751900"/>
                </a:cubicBezTo>
                <a:cubicBezTo>
                  <a:pt x="464778" y="768982"/>
                  <a:pt x="460670" y="784426"/>
                  <a:pt x="456210" y="797801"/>
                </a:cubicBezTo>
                <a:cubicBezTo>
                  <a:pt x="454243" y="803697"/>
                  <a:pt x="452205" y="808938"/>
                  <a:pt x="450105" y="813491"/>
                </a:cubicBezTo>
                <a:cubicBezTo>
                  <a:pt x="447803" y="808679"/>
                  <a:pt x="445547" y="803220"/>
                  <a:pt x="443349" y="797146"/>
                </a:cubicBezTo>
                <a:cubicBezTo>
                  <a:pt x="438657" y="784172"/>
                  <a:pt x="434586" y="768999"/>
                  <a:pt x="431252" y="752047"/>
                </a:cubicBezTo>
                <a:cubicBezTo>
                  <a:pt x="427851" y="734761"/>
                  <a:pt x="424690" y="716507"/>
                  <a:pt x="421855" y="697797"/>
                </a:cubicBezTo>
                <a:cubicBezTo>
                  <a:pt x="419017" y="679070"/>
                  <a:pt x="416571" y="660656"/>
                  <a:pt x="414585" y="643066"/>
                </a:cubicBezTo>
                <a:cubicBezTo>
                  <a:pt x="412599" y="625472"/>
                  <a:pt x="411017" y="609077"/>
                  <a:pt x="409883" y="594342"/>
                </a:cubicBezTo>
                <a:cubicBezTo>
                  <a:pt x="409145" y="584753"/>
                  <a:pt x="408523" y="576355"/>
                  <a:pt x="408022" y="569241"/>
                </a:cubicBezTo>
                <a:cubicBezTo>
                  <a:pt x="413478" y="569460"/>
                  <a:pt x="418895" y="569567"/>
                  <a:pt x="424214" y="569567"/>
                </a:cubicBezTo>
                <a:close/>
                <a:moveTo>
                  <a:pt x="330817" y="492072"/>
                </a:moveTo>
                <a:cubicBezTo>
                  <a:pt x="323505" y="491568"/>
                  <a:pt x="315120" y="490935"/>
                  <a:pt x="305757" y="490186"/>
                </a:cubicBezTo>
                <a:cubicBezTo>
                  <a:pt x="291569" y="489053"/>
                  <a:pt x="275155" y="487469"/>
                  <a:pt x="256969" y="485480"/>
                </a:cubicBezTo>
                <a:cubicBezTo>
                  <a:pt x="238838" y="483496"/>
                  <a:pt x="220297" y="481052"/>
                  <a:pt x="201861" y="478215"/>
                </a:cubicBezTo>
                <a:cubicBezTo>
                  <a:pt x="183476" y="475388"/>
                  <a:pt x="165410" y="472092"/>
                  <a:pt x="148166" y="468417"/>
                </a:cubicBezTo>
                <a:cubicBezTo>
                  <a:pt x="131086" y="464778"/>
                  <a:pt x="115644" y="460670"/>
                  <a:pt x="102269" y="456210"/>
                </a:cubicBezTo>
                <a:cubicBezTo>
                  <a:pt x="96369" y="454243"/>
                  <a:pt x="91129" y="452205"/>
                  <a:pt x="86576" y="450105"/>
                </a:cubicBezTo>
                <a:cubicBezTo>
                  <a:pt x="91389" y="447803"/>
                  <a:pt x="96847" y="445547"/>
                  <a:pt x="102923" y="443349"/>
                </a:cubicBezTo>
                <a:cubicBezTo>
                  <a:pt x="115897" y="438657"/>
                  <a:pt x="131070" y="434586"/>
                  <a:pt x="148022" y="431252"/>
                </a:cubicBezTo>
                <a:cubicBezTo>
                  <a:pt x="165308" y="427851"/>
                  <a:pt x="183560" y="424690"/>
                  <a:pt x="202270" y="421854"/>
                </a:cubicBezTo>
                <a:cubicBezTo>
                  <a:pt x="220998" y="419017"/>
                  <a:pt x="239412" y="416571"/>
                  <a:pt x="257001" y="414585"/>
                </a:cubicBezTo>
                <a:cubicBezTo>
                  <a:pt x="274596" y="412599"/>
                  <a:pt x="290990" y="411017"/>
                  <a:pt x="305728" y="409883"/>
                </a:cubicBezTo>
                <a:cubicBezTo>
                  <a:pt x="315315" y="409145"/>
                  <a:pt x="323712" y="408523"/>
                  <a:pt x="330826" y="408022"/>
                </a:cubicBezTo>
                <a:cubicBezTo>
                  <a:pt x="330610" y="413481"/>
                  <a:pt x="330501" y="418897"/>
                  <a:pt x="330501" y="424214"/>
                </a:cubicBezTo>
                <a:lnTo>
                  <a:pt x="330501" y="476284"/>
                </a:lnTo>
                <a:cubicBezTo>
                  <a:pt x="330501" y="481520"/>
                  <a:pt x="330607" y="486800"/>
                  <a:pt x="330817" y="492072"/>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7" name="Graphic 3">
            <a:extLst>
              <a:ext uri="{FF2B5EF4-FFF2-40B4-BE49-F238E27FC236}">
                <a16:creationId xmlns:a16="http://schemas.microsoft.com/office/drawing/2014/main" id="{15F2C33C-931A-2955-B273-CF0204248995}"/>
              </a:ext>
            </a:extLst>
          </p:cNvPr>
          <p:cNvSpPr/>
          <p:nvPr/>
        </p:nvSpPr>
        <p:spPr>
          <a:xfrm>
            <a:off x="9626431" y="5260384"/>
            <a:ext cx="481290" cy="481290"/>
          </a:xfrm>
          <a:custGeom>
            <a:avLst/>
            <a:gdLst>
              <a:gd name="connsiteX0" fmla="*/ 900066 w 900066"/>
              <a:gd name="connsiteY0" fmla="*/ 449779 h 900066"/>
              <a:gd name="connsiteX1" fmla="*/ 885902 w 900066"/>
              <a:gd name="connsiteY1" fmla="*/ 413979 h 900066"/>
              <a:gd name="connsiteX2" fmla="*/ 851280 w 900066"/>
              <a:gd name="connsiteY2" fmla="*/ 387792 h 900066"/>
              <a:gd name="connsiteX3" fmla="*/ 804108 w 900066"/>
              <a:gd name="connsiteY3" fmla="*/ 369267 h 900066"/>
              <a:gd name="connsiteX4" fmla="*/ 748212 w 900066"/>
              <a:gd name="connsiteY4" fmla="*/ 355182 h 900066"/>
              <a:gd name="connsiteX5" fmla="*/ 690684 w 900066"/>
              <a:gd name="connsiteY5" fmla="*/ 345666 h 900066"/>
              <a:gd name="connsiteX6" fmla="*/ 635426 w 900066"/>
              <a:gd name="connsiteY6" fmla="*/ 339141 h 900066"/>
              <a:gd name="connsiteX7" fmla="*/ 589199 w 900066"/>
              <a:gd name="connsiteY7" fmla="*/ 335685 h 900066"/>
              <a:gd name="connsiteX8" fmla="*/ 566329 w 900066"/>
              <a:gd name="connsiteY8" fmla="*/ 334159 h 900066"/>
              <a:gd name="connsiteX9" fmla="*/ 564349 w 900066"/>
              <a:gd name="connsiteY9" fmla="*/ 310043 h 900066"/>
              <a:gd name="connsiteX10" fmla="*/ 560509 w 900066"/>
              <a:gd name="connsiteY10" fmla="*/ 264365 h 900066"/>
              <a:gd name="connsiteX11" fmla="*/ 554399 w 900066"/>
              <a:gd name="connsiteY11" fmla="*/ 209362 h 900066"/>
              <a:gd name="connsiteX12" fmla="*/ 544436 w 900066"/>
              <a:gd name="connsiteY12" fmla="*/ 151746 h 900066"/>
              <a:gd name="connsiteX13" fmla="*/ 530873 w 900066"/>
              <a:gd name="connsiteY13" fmla="*/ 96185 h 900066"/>
              <a:gd name="connsiteX14" fmla="*/ 511664 w 900066"/>
              <a:gd name="connsiteY14" fmla="*/ 48432 h 900066"/>
              <a:gd name="connsiteX15" fmla="*/ 485993 w 900066"/>
              <a:gd name="connsiteY15" fmla="*/ 14024 h 900066"/>
              <a:gd name="connsiteX16" fmla="*/ 450033 w 900066"/>
              <a:gd name="connsiteY16" fmla="*/ 0 h 900066"/>
              <a:gd name="connsiteX17" fmla="*/ 449788 w 900066"/>
              <a:gd name="connsiteY17" fmla="*/ 3 h 900066"/>
              <a:gd name="connsiteX18" fmla="*/ 413871 w 900066"/>
              <a:gd name="connsiteY18" fmla="*/ 14257 h 900066"/>
              <a:gd name="connsiteX19" fmla="*/ 387865 w 900066"/>
              <a:gd name="connsiteY19" fmla="*/ 48642 h 900066"/>
              <a:gd name="connsiteX20" fmla="*/ 369225 w 900066"/>
              <a:gd name="connsiteY20" fmla="*/ 96091 h 900066"/>
              <a:gd name="connsiteX21" fmla="*/ 355207 w 900066"/>
              <a:gd name="connsiteY21" fmla="*/ 151720 h 900066"/>
              <a:gd name="connsiteX22" fmla="*/ 345647 w 900066"/>
              <a:gd name="connsiteY22" fmla="*/ 209518 h 900066"/>
              <a:gd name="connsiteX23" fmla="*/ 339154 w 900066"/>
              <a:gd name="connsiteY23" fmla="*/ 264486 h 900066"/>
              <a:gd name="connsiteX24" fmla="*/ 335254 w 900066"/>
              <a:gd name="connsiteY24" fmla="*/ 310868 h 900066"/>
              <a:gd name="connsiteX25" fmla="*/ 333918 w 900066"/>
              <a:gd name="connsiteY25" fmla="*/ 333752 h 900066"/>
              <a:gd name="connsiteX26" fmla="*/ 310043 w 900066"/>
              <a:gd name="connsiteY26" fmla="*/ 335718 h 900066"/>
              <a:gd name="connsiteX27" fmla="*/ 264365 w 900066"/>
              <a:gd name="connsiteY27" fmla="*/ 339559 h 900066"/>
              <a:gd name="connsiteX28" fmla="*/ 209362 w 900066"/>
              <a:gd name="connsiteY28" fmla="*/ 345668 h 900066"/>
              <a:gd name="connsiteX29" fmla="*/ 151746 w 900066"/>
              <a:gd name="connsiteY29" fmla="*/ 355632 h 900066"/>
              <a:gd name="connsiteX30" fmla="*/ 96185 w 900066"/>
              <a:gd name="connsiteY30" fmla="*/ 369197 h 900066"/>
              <a:gd name="connsiteX31" fmla="*/ 48432 w 900066"/>
              <a:gd name="connsiteY31" fmla="*/ 388403 h 900066"/>
              <a:gd name="connsiteX32" fmla="*/ 14023 w 900066"/>
              <a:gd name="connsiteY32" fmla="*/ 414075 h 900066"/>
              <a:gd name="connsiteX33" fmla="*/ 0 w 900066"/>
              <a:gd name="connsiteY33" fmla="*/ 450033 h 900066"/>
              <a:gd name="connsiteX34" fmla="*/ 3 w 900066"/>
              <a:gd name="connsiteY34" fmla="*/ 450279 h 900066"/>
              <a:gd name="connsiteX35" fmla="*/ 14257 w 900066"/>
              <a:gd name="connsiteY35" fmla="*/ 486198 h 900066"/>
              <a:gd name="connsiteX36" fmla="*/ 48642 w 900066"/>
              <a:gd name="connsiteY36" fmla="*/ 512204 h 900066"/>
              <a:gd name="connsiteX37" fmla="*/ 96091 w 900066"/>
              <a:gd name="connsiteY37" fmla="*/ 530842 h 900066"/>
              <a:gd name="connsiteX38" fmla="*/ 151720 w 900066"/>
              <a:gd name="connsiteY38" fmla="*/ 544859 h 900066"/>
              <a:gd name="connsiteX39" fmla="*/ 209518 w 900066"/>
              <a:gd name="connsiteY39" fmla="*/ 554421 h 900066"/>
              <a:gd name="connsiteX40" fmla="*/ 264486 w 900066"/>
              <a:gd name="connsiteY40" fmla="*/ 560915 h 900066"/>
              <a:gd name="connsiteX41" fmla="*/ 310868 w 900066"/>
              <a:gd name="connsiteY41" fmla="*/ 564813 h 900066"/>
              <a:gd name="connsiteX42" fmla="*/ 333757 w 900066"/>
              <a:gd name="connsiteY42" fmla="*/ 566151 h 900066"/>
              <a:gd name="connsiteX43" fmla="*/ 335718 w 900066"/>
              <a:gd name="connsiteY43" fmla="*/ 590024 h 900066"/>
              <a:gd name="connsiteX44" fmla="*/ 339559 w 900066"/>
              <a:gd name="connsiteY44" fmla="*/ 635703 h 900066"/>
              <a:gd name="connsiteX45" fmla="*/ 345668 w 900066"/>
              <a:gd name="connsiteY45" fmla="*/ 690706 h 900066"/>
              <a:gd name="connsiteX46" fmla="*/ 355632 w 900066"/>
              <a:gd name="connsiteY46" fmla="*/ 748323 h 900066"/>
              <a:gd name="connsiteX47" fmla="*/ 369197 w 900066"/>
              <a:gd name="connsiteY47" fmla="*/ 803885 h 900066"/>
              <a:gd name="connsiteX48" fmla="*/ 388403 w 900066"/>
              <a:gd name="connsiteY48" fmla="*/ 851637 h 900066"/>
              <a:gd name="connsiteX49" fmla="*/ 414075 w 900066"/>
              <a:gd name="connsiteY49" fmla="*/ 886045 h 900066"/>
              <a:gd name="connsiteX50" fmla="*/ 450033 w 900066"/>
              <a:gd name="connsiteY50" fmla="*/ 900066 h 900066"/>
              <a:gd name="connsiteX51" fmla="*/ 450158 w 900066"/>
              <a:gd name="connsiteY51" fmla="*/ 900066 h 900066"/>
              <a:gd name="connsiteX52" fmla="*/ 450287 w 900066"/>
              <a:gd name="connsiteY52" fmla="*/ 900066 h 900066"/>
              <a:gd name="connsiteX53" fmla="*/ 486087 w 900066"/>
              <a:gd name="connsiteY53" fmla="*/ 885902 h 900066"/>
              <a:gd name="connsiteX54" fmla="*/ 512275 w 900066"/>
              <a:gd name="connsiteY54" fmla="*/ 851280 h 900066"/>
              <a:gd name="connsiteX55" fmla="*/ 530802 w 900066"/>
              <a:gd name="connsiteY55" fmla="*/ 804108 h 900066"/>
              <a:gd name="connsiteX56" fmla="*/ 544886 w 900066"/>
              <a:gd name="connsiteY56" fmla="*/ 748212 h 900066"/>
              <a:gd name="connsiteX57" fmla="*/ 554403 w 900066"/>
              <a:gd name="connsiteY57" fmla="*/ 690684 h 900066"/>
              <a:gd name="connsiteX58" fmla="*/ 560928 w 900066"/>
              <a:gd name="connsiteY58" fmla="*/ 635426 h 900066"/>
              <a:gd name="connsiteX59" fmla="*/ 564385 w 900066"/>
              <a:gd name="connsiteY59" fmla="*/ 589199 h 900066"/>
              <a:gd name="connsiteX60" fmla="*/ 565910 w 900066"/>
              <a:gd name="connsiteY60" fmla="*/ 566329 h 900066"/>
              <a:gd name="connsiteX61" fmla="*/ 590024 w 900066"/>
              <a:gd name="connsiteY61" fmla="*/ 564349 h 900066"/>
              <a:gd name="connsiteX62" fmla="*/ 635703 w 900066"/>
              <a:gd name="connsiteY62" fmla="*/ 560509 h 900066"/>
              <a:gd name="connsiteX63" fmla="*/ 690706 w 900066"/>
              <a:gd name="connsiteY63" fmla="*/ 554399 h 900066"/>
              <a:gd name="connsiteX64" fmla="*/ 748323 w 900066"/>
              <a:gd name="connsiteY64" fmla="*/ 544436 h 900066"/>
              <a:gd name="connsiteX65" fmla="*/ 803885 w 900066"/>
              <a:gd name="connsiteY65" fmla="*/ 530873 h 900066"/>
              <a:gd name="connsiteX66" fmla="*/ 851637 w 900066"/>
              <a:gd name="connsiteY66" fmla="*/ 511664 h 900066"/>
              <a:gd name="connsiteX67" fmla="*/ 886045 w 900066"/>
              <a:gd name="connsiteY67" fmla="*/ 485993 h 900066"/>
              <a:gd name="connsiteX68" fmla="*/ 900066 w 900066"/>
              <a:gd name="connsiteY68" fmla="*/ 450033 h 900066"/>
              <a:gd name="connsiteX69" fmla="*/ 900066 w 900066"/>
              <a:gd name="connsiteY69" fmla="*/ 449779 h 900066"/>
              <a:gd name="connsiteX70" fmla="*/ 569563 w 900066"/>
              <a:gd name="connsiteY70" fmla="*/ 449721 h 900066"/>
              <a:gd name="connsiteX71" fmla="*/ 569134 w 900066"/>
              <a:gd name="connsiteY71" fmla="*/ 424214 h 900066"/>
              <a:gd name="connsiteX72" fmla="*/ 568969 w 900066"/>
              <a:gd name="connsiteY72" fmla="*/ 407976 h 900066"/>
              <a:gd name="connsiteX73" fmla="*/ 594310 w 900066"/>
              <a:gd name="connsiteY73" fmla="*/ 409881 h 900066"/>
              <a:gd name="connsiteX74" fmla="*/ 643097 w 900066"/>
              <a:gd name="connsiteY74" fmla="*/ 414589 h 900066"/>
              <a:gd name="connsiteX75" fmla="*/ 698208 w 900066"/>
              <a:gd name="connsiteY75" fmla="*/ 421851 h 900066"/>
              <a:gd name="connsiteX76" fmla="*/ 751900 w 900066"/>
              <a:gd name="connsiteY76" fmla="*/ 431652 h 900066"/>
              <a:gd name="connsiteX77" fmla="*/ 797801 w 900066"/>
              <a:gd name="connsiteY77" fmla="*/ 443857 h 900066"/>
              <a:gd name="connsiteX78" fmla="*/ 813491 w 900066"/>
              <a:gd name="connsiteY78" fmla="*/ 449966 h 900066"/>
              <a:gd name="connsiteX79" fmla="*/ 797146 w 900066"/>
              <a:gd name="connsiteY79" fmla="*/ 456719 h 900066"/>
              <a:gd name="connsiteX80" fmla="*/ 752047 w 900066"/>
              <a:gd name="connsiteY80" fmla="*/ 468818 h 900066"/>
              <a:gd name="connsiteX81" fmla="*/ 697797 w 900066"/>
              <a:gd name="connsiteY81" fmla="*/ 478215 h 900066"/>
              <a:gd name="connsiteX82" fmla="*/ 643066 w 900066"/>
              <a:gd name="connsiteY82" fmla="*/ 485485 h 900066"/>
              <a:gd name="connsiteX83" fmla="*/ 594342 w 900066"/>
              <a:gd name="connsiteY83" fmla="*/ 490186 h 900066"/>
              <a:gd name="connsiteX84" fmla="*/ 569241 w 900066"/>
              <a:gd name="connsiteY84" fmla="*/ 492045 h 900066"/>
              <a:gd name="connsiteX85" fmla="*/ 569567 w 900066"/>
              <a:gd name="connsiteY85" fmla="*/ 475856 h 900066"/>
              <a:gd name="connsiteX86" fmla="*/ 569567 w 900066"/>
              <a:gd name="connsiteY86" fmla="*/ 450033 h 900066"/>
              <a:gd name="connsiteX87" fmla="*/ 569563 w 900066"/>
              <a:gd name="connsiteY87" fmla="*/ 449721 h 900066"/>
              <a:gd name="connsiteX88" fmla="*/ 422923 w 900066"/>
              <a:gd name="connsiteY88" fmla="*/ 495323 h 900066"/>
              <a:gd name="connsiteX89" fmla="*/ 404708 w 900066"/>
              <a:gd name="connsiteY89" fmla="*/ 495123 h 900066"/>
              <a:gd name="connsiteX90" fmla="*/ 404316 w 900066"/>
              <a:gd name="connsiteY90" fmla="*/ 477145 h 900066"/>
              <a:gd name="connsiteX91" fmla="*/ 404316 w 900066"/>
              <a:gd name="connsiteY91" fmla="*/ 450180 h 900066"/>
              <a:gd name="connsiteX92" fmla="*/ 404747 w 900066"/>
              <a:gd name="connsiteY92" fmla="*/ 422923 h 900066"/>
              <a:gd name="connsiteX93" fmla="*/ 404946 w 900066"/>
              <a:gd name="connsiteY93" fmla="*/ 404708 h 900066"/>
              <a:gd name="connsiteX94" fmla="*/ 422923 w 900066"/>
              <a:gd name="connsiteY94" fmla="*/ 404316 h 900066"/>
              <a:gd name="connsiteX95" fmla="*/ 449891 w 900066"/>
              <a:gd name="connsiteY95" fmla="*/ 404316 h 900066"/>
              <a:gd name="connsiteX96" fmla="*/ 477145 w 900066"/>
              <a:gd name="connsiteY96" fmla="*/ 404747 h 900066"/>
              <a:gd name="connsiteX97" fmla="*/ 495359 w 900066"/>
              <a:gd name="connsiteY97" fmla="*/ 404946 h 900066"/>
              <a:gd name="connsiteX98" fmla="*/ 495751 w 900066"/>
              <a:gd name="connsiteY98" fmla="*/ 422923 h 900066"/>
              <a:gd name="connsiteX99" fmla="*/ 495751 w 900066"/>
              <a:gd name="connsiteY99" fmla="*/ 449891 h 900066"/>
              <a:gd name="connsiteX100" fmla="*/ 495323 w 900066"/>
              <a:gd name="connsiteY100" fmla="*/ 477145 h 900066"/>
              <a:gd name="connsiteX101" fmla="*/ 495123 w 900066"/>
              <a:gd name="connsiteY101" fmla="*/ 495359 h 900066"/>
              <a:gd name="connsiteX102" fmla="*/ 477145 w 900066"/>
              <a:gd name="connsiteY102" fmla="*/ 495751 h 900066"/>
              <a:gd name="connsiteX103" fmla="*/ 450180 w 900066"/>
              <a:gd name="connsiteY103" fmla="*/ 495751 h 900066"/>
              <a:gd name="connsiteX104" fmla="*/ 422923 w 900066"/>
              <a:gd name="connsiteY104" fmla="*/ 495323 h 900066"/>
              <a:gd name="connsiteX105" fmla="*/ 475856 w 900066"/>
              <a:gd name="connsiteY105" fmla="*/ 330501 h 900066"/>
              <a:gd name="connsiteX106" fmla="*/ 450033 w 900066"/>
              <a:gd name="connsiteY106" fmla="*/ 330501 h 900066"/>
              <a:gd name="connsiteX107" fmla="*/ 449730 w 900066"/>
              <a:gd name="connsiteY107" fmla="*/ 330506 h 900066"/>
              <a:gd name="connsiteX108" fmla="*/ 423783 w 900066"/>
              <a:gd name="connsiteY108" fmla="*/ 330932 h 900066"/>
              <a:gd name="connsiteX109" fmla="*/ 407976 w 900066"/>
              <a:gd name="connsiteY109" fmla="*/ 331091 h 900066"/>
              <a:gd name="connsiteX110" fmla="*/ 409881 w 900066"/>
              <a:gd name="connsiteY110" fmla="*/ 305756 h 900066"/>
              <a:gd name="connsiteX111" fmla="*/ 414589 w 900066"/>
              <a:gd name="connsiteY111" fmla="*/ 256969 h 900066"/>
              <a:gd name="connsiteX112" fmla="*/ 421851 w 900066"/>
              <a:gd name="connsiteY112" fmla="*/ 201861 h 900066"/>
              <a:gd name="connsiteX113" fmla="*/ 431652 w 900066"/>
              <a:gd name="connsiteY113" fmla="*/ 148166 h 900066"/>
              <a:gd name="connsiteX114" fmla="*/ 443857 w 900066"/>
              <a:gd name="connsiteY114" fmla="*/ 102269 h 900066"/>
              <a:gd name="connsiteX115" fmla="*/ 449966 w 900066"/>
              <a:gd name="connsiteY115" fmla="*/ 86576 h 900066"/>
              <a:gd name="connsiteX116" fmla="*/ 456719 w 900066"/>
              <a:gd name="connsiteY116" fmla="*/ 102923 h 900066"/>
              <a:gd name="connsiteX117" fmla="*/ 468818 w 900066"/>
              <a:gd name="connsiteY117" fmla="*/ 148022 h 900066"/>
              <a:gd name="connsiteX118" fmla="*/ 478215 w 900066"/>
              <a:gd name="connsiteY118" fmla="*/ 202270 h 900066"/>
              <a:gd name="connsiteX119" fmla="*/ 485485 w 900066"/>
              <a:gd name="connsiteY119" fmla="*/ 257001 h 900066"/>
              <a:gd name="connsiteX120" fmla="*/ 490186 w 900066"/>
              <a:gd name="connsiteY120" fmla="*/ 305728 h 900066"/>
              <a:gd name="connsiteX121" fmla="*/ 492045 w 900066"/>
              <a:gd name="connsiteY121" fmla="*/ 330826 h 900066"/>
              <a:gd name="connsiteX122" fmla="*/ 475856 w 900066"/>
              <a:gd name="connsiteY122" fmla="*/ 330501 h 900066"/>
              <a:gd name="connsiteX123" fmla="*/ 424214 w 900066"/>
              <a:gd name="connsiteY123" fmla="*/ 569567 h 900066"/>
              <a:gd name="connsiteX124" fmla="*/ 475856 w 900066"/>
              <a:gd name="connsiteY124" fmla="*/ 569567 h 900066"/>
              <a:gd name="connsiteX125" fmla="*/ 492072 w 900066"/>
              <a:gd name="connsiteY125" fmla="*/ 569241 h 900066"/>
              <a:gd name="connsiteX126" fmla="*/ 490186 w 900066"/>
              <a:gd name="connsiteY126" fmla="*/ 594310 h 900066"/>
              <a:gd name="connsiteX127" fmla="*/ 485480 w 900066"/>
              <a:gd name="connsiteY127" fmla="*/ 643097 h 900066"/>
              <a:gd name="connsiteX128" fmla="*/ 478215 w 900066"/>
              <a:gd name="connsiteY128" fmla="*/ 698208 h 900066"/>
              <a:gd name="connsiteX129" fmla="*/ 468417 w 900066"/>
              <a:gd name="connsiteY129" fmla="*/ 751900 h 900066"/>
              <a:gd name="connsiteX130" fmla="*/ 456210 w 900066"/>
              <a:gd name="connsiteY130" fmla="*/ 797801 h 900066"/>
              <a:gd name="connsiteX131" fmla="*/ 450105 w 900066"/>
              <a:gd name="connsiteY131" fmla="*/ 813491 h 900066"/>
              <a:gd name="connsiteX132" fmla="*/ 443349 w 900066"/>
              <a:gd name="connsiteY132" fmla="*/ 797146 h 900066"/>
              <a:gd name="connsiteX133" fmla="*/ 431252 w 900066"/>
              <a:gd name="connsiteY133" fmla="*/ 752047 h 900066"/>
              <a:gd name="connsiteX134" fmla="*/ 421855 w 900066"/>
              <a:gd name="connsiteY134" fmla="*/ 697797 h 900066"/>
              <a:gd name="connsiteX135" fmla="*/ 414585 w 900066"/>
              <a:gd name="connsiteY135" fmla="*/ 643066 h 900066"/>
              <a:gd name="connsiteX136" fmla="*/ 409883 w 900066"/>
              <a:gd name="connsiteY136" fmla="*/ 594342 h 900066"/>
              <a:gd name="connsiteX137" fmla="*/ 408022 w 900066"/>
              <a:gd name="connsiteY137" fmla="*/ 569241 h 900066"/>
              <a:gd name="connsiteX138" fmla="*/ 424214 w 900066"/>
              <a:gd name="connsiteY138" fmla="*/ 569567 h 900066"/>
              <a:gd name="connsiteX139" fmla="*/ 330817 w 900066"/>
              <a:gd name="connsiteY139" fmla="*/ 492072 h 900066"/>
              <a:gd name="connsiteX140" fmla="*/ 305757 w 900066"/>
              <a:gd name="connsiteY140" fmla="*/ 490186 h 900066"/>
              <a:gd name="connsiteX141" fmla="*/ 256969 w 900066"/>
              <a:gd name="connsiteY141" fmla="*/ 485480 h 900066"/>
              <a:gd name="connsiteX142" fmla="*/ 201861 w 900066"/>
              <a:gd name="connsiteY142" fmla="*/ 478215 h 900066"/>
              <a:gd name="connsiteX143" fmla="*/ 148166 w 900066"/>
              <a:gd name="connsiteY143" fmla="*/ 468417 h 900066"/>
              <a:gd name="connsiteX144" fmla="*/ 102269 w 900066"/>
              <a:gd name="connsiteY144" fmla="*/ 456210 h 900066"/>
              <a:gd name="connsiteX145" fmla="*/ 86576 w 900066"/>
              <a:gd name="connsiteY145" fmla="*/ 450105 h 900066"/>
              <a:gd name="connsiteX146" fmla="*/ 102923 w 900066"/>
              <a:gd name="connsiteY146" fmla="*/ 443349 h 900066"/>
              <a:gd name="connsiteX147" fmla="*/ 148022 w 900066"/>
              <a:gd name="connsiteY147" fmla="*/ 431252 h 900066"/>
              <a:gd name="connsiteX148" fmla="*/ 202270 w 900066"/>
              <a:gd name="connsiteY148" fmla="*/ 421854 h 900066"/>
              <a:gd name="connsiteX149" fmla="*/ 257001 w 900066"/>
              <a:gd name="connsiteY149" fmla="*/ 414585 h 900066"/>
              <a:gd name="connsiteX150" fmla="*/ 305728 w 900066"/>
              <a:gd name="connsiteY150" fmla="*/ 409883 h 900066"/>
              <a:gd name="connsiteX151" fmla="*/ 330826 w 900066"/>
              <a:gd name="connsiteY151" fmla="*/ 408022 h 900066"/>
              <a:gd name="connsiteX152" fmla="*/ 330501 w 900066"/>
              <a:gd name="connsiteY152" fmla="*/ 424214 h 900066"/>
              <a:gd name="connsiteX153" fmla="*/ 330501 w 900066"/>
              <a:gd name="connsiteY153" fmla="*/ 476284 h 900066"/>
              <a:gd name="connsiteX154" fmla="*/ 330817 w 900066"/>
              <a:gd name="connsiteY154" fmla="*/ 492072 h 90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900066" h="900066">
                <a:moveTo>
                  <a:pt x="900066" y="449779"/>
                </a:moveTo>
                <a:cubicBezTo>
                  <a:pt x="899723" y="437092"/>
                  <a:pt x="894955" y="425047"/>
                  <a:pt x="885902" y="413979"/>
                </a:cubicBezTo>
                <a:cubicBezTo>
                  <a:pt x="877312" y="403484"/>
                  <a:pt x="865663" y="394672"/>
                  <a:pt x="851280" y="387792"/>
                </a:cubicBezTo>
                <a:cubicBezTo>
                  <a:pt x="837780" y="381337"/>
                  <a:pt x="821912" y="375104"/>
                  <a:pt x="804108" y="369267"/>
                </a:cubicBezTo>
                <a:cubicBezTo>
                  <a:pt x="786286" y="363424"/>
                  <a:pt x="767479" y="358685"/>
                  <a:pt x="748212" y="355182"/>
                </a:cubicBezTo>
                <a:cubicBezTo>
                  <a:pt x="729275" y="351738"/>
                  <a:pt x="709919" y="348537"/>
                  <a:pt x="690684" y="345666"/>
                </a:cubicBezTo>
                <a:cubicBezTo>
                  <a:pt x="671350" y="342780"/>
                  <a:pt x="652762" y="340585"/>
                  <a:pt x="635426" y="339141"/>
                </a:cubicBezTo>
                <a:cubicBezTo>
                  <a:pt x="618229" y="337707"/>
                  <a:pt x="602677" y="336544"/>
                  <a:pt x="589199" y="335685"/>
                </a:cubicBezTo>
                <a:cubicBezTo>
                  <a:pt x="580280" y="335115"/>
                  <a:pt x="572626" y="334605"/>
                  <a:pt x="566329" y="334159"/>
                </a:cubicBezTo>
                <a:cubicBezTo>
                  <a:pt x="566008" y="327463"/>
                  <a:pt x="565357" y="319488"/>
                  <a:pt x="564349" y="310043"/>
                </a:cubicBezTo>
                <a:cubicBezTo>
                  <a:pt x="562935" y="296748"/>
                  <a:pt x="561642" y="281380"/>
                  <a:pt x="560509" y="264365"/>
                </a:cubicBezTo>
                <a:cubicBezTo>
                  <a:pt x="559349" y="246972"/>
                  <a:pt x="557293" y="228466"/>
                  <a:pt x="554399" y="209362"/>
                </a:cubicBezTo>
                <a:cubicBezTo>
                  <a:pt x="551527" y="190395"/>
                  <a:pt x="548173" y="171011"/>
                  <a:pt x="544436" y="151746"/>
                </a:cubicBezTo>
                <a:cubicBezTo>
                  <a:pt x="540663" y="132310"/>
                  <a:pt x="536100" y="113616"/>
                  <a:pt x="530873" y="96185"/>
                </a:cubicBezTo>
                <a:cubicBezTo>
                  <a:pt x="525552" y="78462"/>
                  <a:pt x="519095" y="62396"/>
                  <a:pt x="511664" y="48432"/>
                </a:cubicBezTo>
                <a:cubicBezTo>
                  <a:pt x="504011" y="34044"/>
                  <a:pt x="495372" y="22467"/>
                  <a:pt x="485993" y="14024"/>
                </a:cubicBezTo>
                <a:cubicBezTo>
                  <a:pt x="475655" y="4718"/>
                  <a:pt x="463556" y="0"/>
                  <a:pt x="450033" y="0"/>
                </a:cubicBezTo>
                <a:lnTo>
                  <a:pt x="449788" y="3"/>
                </a:lnTo>
                <a:cubicBezTo>
                  <a:pt x="436758" y="346"/>
                  <a:pt x="424673" y="5142"/>
                  <a:pt x="413871" y="14257"/>
                </a:cubicBezTo>
                <a:cubicBezTo>
                  <a:pt x="403754" y="22793"/>
                  <a:pt x="395005" y="34361"/>
                  <a:pt x="387865" y="48642"/>
                </a:cubicBezTo>
                <a:cubicBezTo>
                  <a:pt x="381071" y="62227"/>
                  <a:pt x="374800" y="78192"/>
                  <a:pt x="369225" y="96091"/>
                </a:cubicBezTo>
                <a:cubicBezTo>
                  <a:pt x="363700" y="113829"/>
                  <a:pt x="358984" y="132545"/>
                  <a:pt x="355207" y="151720"/>
                </a:cubicBezTo>
                <a:cubicBezTo>
                  <a:pt x="351458" y="170753"/>
                  <a:pt x="348241" y="190199"/>
                  <a:pt x="345647" y="209518"/>
                </a:cubicBezTo>
                <a:cubicBezTo>
                  <a:pt x="343063" y="228750"/>
                  <a:pt x="340879" y="247244"/>
                  <a:pt x="339154" y="264486"/>
                </a:cubicBezTo>
                <a:cubicBezTo>
                  <a:pt x="337430" y="281734"/>
                  <a:pt x="336118" y="297339"/>
                  <a:pt x="335254" y="310868"/>
                </a:cubicBezTo>
                <a:cubicBezTo>
                  <a:pt x="334686" y="319761"/>
                  <a:pt x="334240" y="327417"/>
                  <a:pt x="333918" y="333752"/>
                </a:cubicBezTo>
                <a:cubicBezTo>
                  <a:pt x="327271" y="334074"/>
                  <a:pt x="319375" y="334725"/>
                  <a:pt x="310043" y="335718"/>
                </a:cubicBezTo>
                <a:cubicBezTo>
                  <a:pt x="296746" y="337132"/>
                  <a:pt x="281378" y="338425"/>
                  <a:pt x="264365" y="339559"/>
                </a:cubicBezTo>
                <a:cubicBezTo>
                  <a:pt x="246972" y="340718"/>
                  <a:pt x="228466" y="342774"/>
                  <a:pt x="209362" y="345668"/>
                </a:cubicBezTo>
                <a:cubicBezTo>
                  <a:pt x="190385" y="348544"/>
                  <a:pt x="171000" y="351896"/>
                  <a:pt x="151746" y="355632"/>
                </a:cubicBezTo>
                <a:cubicBezTo>
                  <a:pt x="132310" y="359404"/>
                  <a:pt x="113616" y="363967"/>
                  <a:pt x="96185" y="369197"/>
                </a:cubicBezTo>
                <a:cubicBezTo>
                  <a:pt x="78462" y="374514"/>
                  <a:pt x="62396" y="380976"/>
                  <a:pt x="48432" y="388403"/>
                </a:cubicBezTo>
                <a:cubicBezTo>
                  <a:pt x="34043" y="396056"/>
                  <a:pt x="22467" y="404694"/>
                  <a:pt x="14023" y="414075"/>
                </a:cubicBezTo>
                <a:cubicBezTo>
                  <a:pt x="4718" y="424414"/>
                  <a:pt x="0" y="436513"/>
                  <a:pt x="0" y="450033"/>
                </a:cubicBezTo>
                <a:lnTo>
                  <a:pt x="3" y="450279"/>
                </a:lnTo>
                <a:cubicBezTo>
                  <a:pt x="346" y="463310"/>
                  <a:pt x="5142" y="475397"/>
                  <a:pt x="14257" y="486198"/>
                </a:cubicBezTo>
                <a:cubicBezTo>
                  <a:pt x="22792" y="496313"/>
                  <a:pt x="34361" y="505064"/>
                  <a:pt x="48642" y="512204"/>
                </a:cubicBezTo>
                <a:cubicBezTo>
                  <a:pt x="62227" y="518996"/>
                  <a:pt x="78192" y="525267"/>
                  <a:pt x="96091" y="530842"/>
                </a:cubicBezTo>
                <a:cubicBezTo>
                  <a:pt x="113828" y="536368"/>
                  <a:pt x="132544" y="541086"/>
                  <a:pt x="151720" y="544859"/>
                </a:cubicBezTo>
                <a:cubicBezTo>
                  <a:pt x="170744" y="548610"/>
                  <a:pt x="190191" y="551826"/>
                  <a:pt x="209518" y="554421"/>
                </a:cubicBezTo>
                <a:cubicBezTo>
                  <a:pt x="228763" y="557008"/>
                  <a:pt x="247257" y="559189"/>
                  <a:pt x="264486" y="560915"/>
                </a:cubicBezTo>
                <a:cubicBezTo>
                  <a:pt x="281726" y="562636"/>
                  <a:pt x="297331" y="563952"/>
                  <a:pt x="310868" y="564813"/>
                </a:cubicBezTo>
                <a:cubicBezTo>
                  <a:pt x="319761" y="565384"/>
                  <a:pt x="327420" y="565830"/>
                  <a:pt x="333757" y="566151"/>
                </a:cubicBezTo>
                <a:cubicBezTo>
                  <a:pt x="334083" y="572836"/>
                  <a:pt x="334740" y="580828"/>
                  <a:pt x="335718" y="590024"/>
                </a:cubicBezTo>
                <a:cubicBezTo>
                  <a:pt x="337133" y="603328"/>
                  <a:pt x="338425" y="618697"/>
                  <a:pt x="339559" y="635703"/>
                </a:cubicBezTo>
                <a:cubicBezTo>
                  <a:pt x="340718" y="653096"/>
                  <a:pt x="342774" y="671600"/>
                  <a:pt x="345668" y="690706"/>
                </a:cubicBezTo>
                <a:cubicBezTo>
                  <a:pt x="348544" y="709683"/>
                  <a:pt x="351897" y="729070"/>
                  <a:pt x="355632" y="748323"/>
                </a:cubicBezTo>
                <a:cubicBezTo>
                  <a:pt x="359404" y="767760"/>
                  <a:pt x="363967" y="786451"/>
                  <a:pt x="369197" y="803885"/>
                </a:cubicBezTo>
                <a:cubicBezTo>
                  <a:pt x="374514" y="821608"/>
                  <a:pt x="380976" y="837673"/>
                  <a:pt x="388403" y="851637"/>
                </a:cubicBezTo>
                <a:cubicBezTo>
                  <a:pt x="396056" y="866024"/>
                  <a:pt x="404694" y="877602"/>
                  <a:pt x="414075" y="886045"/>
                </a:cubicBezTo>
                <a:cubicBezTo>
                  <a:pt x="424414" y="895348"/>
                  <a:pt x="436513" y="900066"/>
                  <a:pt x="450033" y="900066"/>
                </a:cubicBezTo>
                <a:lnTo>
                  <a:pt x="450158" y="900066"/>
                </a:lnTo>
                <a:lnTo>
                  <a:pt x="450287" y="900066"/>
                </a:lnTo>
                <a:cubicBezTo>
                  <a:pt x="462976" y="899723"/>
                  <a:pt x="475022" y="894955"/>
                  <a:pt x="486087" y="885902"/>
                </a:cubicBezTo>
                <a:cubicBezTo>
                  <a:pt x="496585" y="877312"/>
                  <a:pt x="505394" y="865667"/>
                  <a:pt x="512275" y="851280"/>
                </a:cubicBezTo>
                <a:cubicBezTo>
                  <a:pt x="518733" y="837780"/>
                  <a:pt x="524964" y="821912"/>
                  <a:pt x="530802" y="804108"/>
                </a:cubicBezTo>
                <a:cubicBezTo>
                  <a:pt x="536644" y="786282"/>
                  <a:pt x="541385" y="767479"/>
                  <a:pt x="544886" y="748212"/>
                </a:cubicBezTo>
                <a:cubicBezTo>
                  <a:pt x="548329" y="729271"/>
                  <a:pt x="551531" y="709915"/>
                  <a:pt x="554403" y="690684"/>
                </a:cubicBezTo>
                <a:cubicBezTo>
                  <a:pt x="557289" y="671355"/>
                  <a:pt x="559483" y="652766"/>
                  <a:pt x="560928" y="635426"/>
                </a:cubicBezTo>
                <a:cubicBezTo>
                  <a:pt x="562360" y="618256"/>
                  <a:pt x="563524" y="602704"/>
                  <a:pt x="564385" y="589199"/>
                </a:cubicBezTo>
                <a:cubicBezTo>
                  <a:pt x="564955" y="580271"/>
                  <a:pt x="565464" y="572618"/>
                  <a:pt x="565910" y="566329"/>
                </a:cubicBezTo>
                <a:cubicBezTo>
                  <a:pt x="572604" y="566008"/>
                  <a:pt x="580578" y="565357"/>
                  <a:pt x="590024" y="564349"/>
                </a:cubicBezTo>
                <a:cubicBezTo>
                  <a:pt x="603319" y="562935"/>
                  <a:pt x="618688" y="561642"/>
                  <a:pt x="635703" y="560509"/>
                </a:cubicBezTo>
                <a:cubicBezTo>
                  <a:pt x="653096" y="559349"/>
                  <a:pt x="671600" y="557293"/>
                  <a:pt x="690706" y="554399"/>
                </a:cubicBezTo>
                <a:cubicBezTo>
                  <a:pt x="709674" y="551527"/>
                  <a:pt x="729057" y="548173"/>
                  <a:pt x="748323" y="544436"/>
                </a:cubicBezTo>
                <a:cubicBezTo>
                  <a:pt x="767760" y="540663"/>
                  <a:pt x="786451" y="536100"/>
                  <a:pt x="803885" y="530873"/>
                </a:cubicBezTo>
                <a:cubicBezTo>
                  <a:pt x="821608" y="525552"/>
                  <a:pt x="837673" y="519090"/>
                  <a:pt x="851637" y="511664"/>
                </a:cubicBezTo>
                <a:cubicBezTo>
                  <a:pt x="866024" y="504011"/>
                  <a:pt x="877602" y="495372"/>
                  <a:pt x="886045" y="485993"/>
                </a:cubicBezTo>
                <a:cubicBezTo>
                  <a:pt x="895348" y="475655"/>
                  <a:pt x="900066" y="463556"/>
                  <a:pt x="900066" y="450033"/>
                </a:cubicBezTo>
                <a:lnTo>
                  <a:pt x="900066" y="449779"/>
                </a:lnTo>
                <a:close/>
                <a:moveTo>
                  <a:pt x="569563" y="449721"/>
                </a:moveTo>
                <a:cubicBezTo>
                  <a:pt x="569277" y="441250"/>
                  <a:pt x="569134" y="432668"/>
                  <a:pt x="569134" y="424214"/>
                </a:cubicBezTo>
                <a:cubicBezTo>
                  <a:pt x="569134" y="418881"/>
                  <a:pt x="569081" y="413449"/>
                  <a:pt x="568969" y="407976"/>
                </a:cubicBezTo>
                <a:cubicBezTo>
                  <a:pt x="576342" y="408484"/>
                  <a:pt x="584820" y="409121"/>
                  <a:pt x="594310" y="409881"/>
                </a:cubicBezTo>
                <a:cubicBezTo>
                  <a:pt x="608502" y="411016"/>
                  <a:pt x="624914" y="412600"/>
                  <a:pt x="643097" y="414589"/>
                </a:cubicBezTo>
                <a:cubicBezTo>
                  <a:pt x="661240" y="416573"/>
                  <a:pt x="679780" y="419017"/>
                  <a:pt x="698208" y="421851"/>
                </a:cubicBezTo>
                <a:cubicBezTo>
                  <a:pt x="716591" y="424680"/>
                  <a:pt x="734658" y="427977"/>
                  <a:pt x="751900" y="431652"/>
                </a:cubicBezTo>
                <a:cubicBezTo>
                  <a:pt x="768982" y="435292"/>
                  <a:pt x="784426" y="439399"/>
                  <a:pt x="797801" y="443857"/>
                </a:cubicBezTo>
                <a:cubicBezTo>
                  <a:pt x="803697" y="445824"/>
                  <a:pt x="808938" y="447866"/>
                  <a:pt x="813491" y="449966"/>
                </a:cubicBezTo>
                <a:cubicBezTo>
                  <a:pt x="808679" y="452263"/>
                  <a:pt x="803220" y="454520"/>
                  <a:pt x="797146" y="456719"/>
                </a:cubicBezTo>
                <a:cubicBezTo>
                  <a:pt x="784172" y="461410"/>
                  <a:pt x="768999" y="465482"/>
                  <a:pt x="752047" y="468818"/>
                </a:cubicBezTo>
                <a:cubicBezTo>
                  <a:pt x="734757" y="472217"/>
                  <a:pt x="716507" y="475379"/>
                  <a:pt x="697797" y="478215"/>
                </a:cubicBezTo>
                <a:cubicBezTo>
                  <a:pt x="679057" y="481052"/>
                  <a:pt x="660642" y="483500"/>
                  <a:pt x="643066" y="485485"/>
                </a:cubicBezTo>
                <a:cubicBezTo>
                  <a:pt x="625472" y="487469"/>
                  <a:pt x="609077" y="489053"/>
                  <a:pt x="594342" y="490186"/>
                </a:cubicBezTo>
                <a:cubicBezTo>
                  <a:pt x="584762" y="490921"/>
                  <a:pt x="576368" y="491546"/>
                  <a:pt x="569241" y="492045"/>
                </a:cubicBezTo>
                <a:cubicBezTo>
                  <a:pt x="569460" y="486591"/>
                  <a:pt x="569567" y="481172"/>
                  <a:pt x="569567" y="475856"/>
                </a:cubicBezTo>
                <a:lnTo>
                  <a:pt x="569567" y="450033"/>
                </a:lnTo>
                <a:lnTo>
                  <a:pt x="569563" y="449721"/>
                </a:lnTo>
                <a:close/>
                <a:moveTo>
                  <a:pt x="422923" y="495323"/>
                </a:moveTo>
                <a:cubicBezTo>
                  <a:pt x="416947" y="495323"/>
                  <a:pt x="410849" y="495256"/>
                  <a:pt x="404708" y="495123"/>
                </a:cubicBezTo>
                <a:cubicBezTo>
                  <a:pt x="404447" y="489057"/>
                  <a:pt x="404316" y="483041"/>
                  <a:pt x="404316" y="477145"/>
                </a:cubicBezTo>
                <a:lnTo>
                  <a:pt x="404316" y="450180"/>
                </a:lnTo>
                <a:cubicBezTo>
                  <a:pt x="404602" y="440991"/>
                  <a:pt x="404747" y="431822"/>
                  <a:pt x="404747" y="422923"/>
                </a:cubicBezTo>
                <a:cubicBezTo>
                  <a:pt x="404747" y="416947"/>
                  <a:pt x="404813" y="410849"/>
                  <a:pt x="404946" y="404708"/>
                </a:cubicBezTo>
                <a:cubicBezTo>
                  <a:pt x="411008" y="404447"/>
                  <a:pt x="417027" y="404316"/>
                  <a:pt x="422923" y="404316"/>
                </a:cubicBezTo>
                <a:lnTo>
                  <a:pt x="449891" y="404316"/>
                </a:lnTo>
                <a:cubicBezTo>
                  <a:pt x="459078" y="404602"/>
                  <a:pt x="468247" y="404747"/>
                  <a:pt x="477145" y="404747"/>
                </a:cubicBezTo>
                <a:cubicBezTo>
                  <a:pt x="483121" y="404747"/>
                  <a:pt x="489218" y="404813"/>
                  <a:pt x="495359" y="404946"/>
                </a:cubicBezTo>
                <a:cubicBezTo>
                  <a:pt x="495622" y="411007"/>
                  <a:pt x="495751" y="417026"/>
                  <a:pt x="495751" y="422923"/>
                </a:cubicBezTo>
                <a:lnTo>
                  <a:pt x="495751" y="449891"/>
                </a:lnTo>
                <a:cubicBezTo>
                  <a:pt x="495466" y="459082"/>
                  <a:pt x="495323" y="468252"/>
                  <a:pt x="495323" y="477145"/>
                </a:cubicBezTo>
                <a:cubicBezTo>
                  <a:pt x="495323" y="483121"/>
                  <a:pt x="495256" y="489218"/>
                  <a:pt x="495123" y="495359"/>
                </a:cubicBezTo>
                <a:cubicBezTo>
                  <a:pt x="489062" y="495622"/>
                  <a:pt x="483041" y="495751"/>
                  <a:pt x="477145" y="495751"/>
                </a:cubicBezTo>
                <a:lnTo>
                  <a:pt x="450180" y="495751"/>
                </a:lnTo>
                <a:cubicBezTo>
                  <a:pt x="440984" y="495466"/>
                  <a:pt x="431815" y="495323"/>
                  <a:pt x="422923" y="495323"/>
                </a:cubicBezTo>
                <a:close/>
                <a:moveTo>
                  <a:pt x="475856" y="330501"/>
                </a:moveTo>
                <a:lnTo>
                  <a:pt x="450033" y="330501"/>
                </a:lnTo>
                <a:lnTo>
                  <a:pt x="449730" y="330506"/>
                </a:lnTo>
                <a:cubicBezTo>
                  <a:pt x="440985" y="330789"/>
                  <a:pt x="432254" y="330932"/>
                  <a:pt x="423783" y="330932"/>
                </a:cubicBezTo>
                <a:cubicBezTo>
                  <a:pt x="418541" y="330932"/>
                  <a:pt x="413254" y="330985"/>
                  <a:pt x="407976" y="331091"/>
                </a:cubicBezTo>
                <a:cubicBezTo>
                  <a:pt x="408485" y="323722"/>
                  <a:pt x="409122" y="315244"/>
                  <a:pt x="409881" y="305756"/>
                </a:cubicBezTo>
                <a:cubicBezTo>
                  <a:pt x="411016" y="291570"/>
                  <a:pt x="412600" y="275154"/>
                  <a:pt x="414589" y="256969"/>
                </a:cubicBezTo>
                <a:cubicBezTo>
                  <a:pt x="416573" y="238826"/>
                  <a:pt x="419017" y="220285"/>
                  <a:pt x="421851" y="201861"/>
                </a:cubicBezTo>
                <a:cubicBezTo>
                  <a:pt x="424680" y="183475"/>
                  <a:pt x="427977" y="165409"/>
                  <a:pt x="431652" y="148166"/>
                </a:cubicBezTo>
                <a:cubicBezTo>
                  <a:pt x="435292" y="131088"/>
                  <a:pt x="439398" y="115646"/>
                  <a:pt x="443857" y="102269"/>
                </a:cubicBezTo>
                <a:cubicBezTo>
                  <a:pt x="445824" y="96370"/>
                  <a:pt x="447866" y="91130"/>
                  <a:pt x="449966" y="86576"/>
                </a:cubicBezTo>
                <a:cubicBezTo>
                  <a:pt x="452263" y="91388"/>
                  <a:pt x="454520" y="96847"/>
                  <a:pt x="456719" y="102923"/>
                </a:cubicBezTo>
                <a:cubicBezTo>
                  <a:pt x="461410" y="115895"/>
                  <a:pt x="465482" y="131069"/>
                  <a:pt x="468818" y="148022"/>
                </a:cubicBezTo>
                <a:cubicBezTo>
                  <a:pt x="472217" y="165310"/>
                  <a:pt x="475379" y="183561"/>
                  <a:pt x="478215" y="202270"/>
                </a:cubicBezTo>
                <a:cubicBezTo>
                  <a:pt x="481052" y="221011"/>
                  <a:pt x="483500" y="239425"/>
                  <a:pt x="485485" y="257001"/>
                </a:cubicBezTo>
                <a:cubicBezTo>
                  <a:pt x="487469" y="274596"/>
                  <a:pt x="489053" y="290990"/>
                  <a:pt x="490186" y="305728"/>
                </a:cubicBezTo>
                <a:cubicBezTo>
                  <a:pt x="490921" y="315305"/>
                  <a:pt x="491546" y="323702"/>
                  <a:pt x="492045" y="330826"/>
                </a:cubicBezTo>
                <a:cubicBezTo>
                  <a:pt x="486586" y="330610"/>
                  <a:pt x="481172" y="330501"/>
                  <a:pt x="475856" y="330501"/>
                </a:cubicBezTo>
                <a:close/>
                <a:moveTo>
                  <a:pt x="424214" y="569567"/>
                </a:moveTo>
                <a:lnTo>
                  <a:pt x="475856" y="569567"/>
                </a:lnTo>
                <a:cubicBezTo>
                  <a:pt x="481181" y="569567"/>
                  <a:pt x="486609" y="569455"/>
                  <a:pt x="492072" y="569241"/>
                </a:cubicBezTo>
                <a:cubicBezTo>
                  <a:pt x="491568" y="576556"/>
                  <a:pt x="490935" y="584945"/>
                  <a:pt x="490186" y="594310"/>
                </a:cubicBezTo>
                <a:cubicBezTo>
                  <a:pt x="489053" y="608502"/>
                  <a:pt x="487469" y="624914"/>
                  <a:pt x="485480" y="643097"/>
                </a:cubicBezTo>
                <a:cubicBezTo>
                  <a:pt x="483496" y="661231"/>
                  <a:pt x="481052" y="679771"/>
                  <a:pt x="478215" y="698208"/>
                </a:cubicBezTo>
                <a:cubicBezTo>
                  <a:pt x="475388" y="716591"/>
                  <a:pt x="472092" y="734658"/>
                  <a:pt x="468417" y="751900"/>
                </a:cubicBezTo>
                <a:cubicBezTo>
                  <a:pt x="464778" y="768982"/>
                  <a:pt x="460670" y="784426"/>
                  <a:pt x="456210" y="797801"/>
                </a:cubicBezTo>
                <a:cubicBezTo>
                  <a:pt x="454243" y="803697"/>
                  <a:pt x="452205" y="808938"/>
                  <a:pt x="450105" y="813491"/>
                </a:cubicBezTo>
                <a:cubicBezTo>
                  <a:pt x="447803" y="808679"/>
                  <a:pt x="445547" y="803220"/>
                  <a:pt x="443349" y="797146"/>
                </a:cubicBezTo>
                <a:cubicBezTo>
                  <a:pt x="438657" y="784172"/>
                  <a:pt x="434586" y="768999"/>
                  <a:pt x="431252" y="752047"/>
                </a:cubicBezTo>
                <a:cubicBezTo>
                  <a:pt x="427851" y="734761"/>
                  <a:pt x="424690" y="716507"/>
                  <a:pt x="421855" y="697797"/>
                </a:cubicBezTo>
                <a:cubicBezTo>
                  <a:pt x="419017" y="679070"/>
                  <a:pt x="416571" y="660656"/>
                  <a:pt x="414585" y="643066"/>
                </a:cubicBezTo>
                <a:cubicBezTo>
                  <a:pt x="412599" y="625472"/>
                  <a:pt x="411017" y="609077"/>
                  <a:pt x="409883" y="594342"/>
                </a:cubicBezTo>
                <a:cubicBezTo>
                  <a:pt x="409145" y="584753"/>
                  <a:pt x="408523" y="576355"/>
                  <a:pt x="408022" y="569241"/>
                </a:cubicBezTo>
                <a:cubicBezTo>
                  <a:pt x="413478" y="569460"/>
                  <a:pt x="418895" y="569567"/>
                  <a:pt x="424214" y="569567"/>
                </a:cubicBezTo>
                <a:close/>
                <a:moveTo>
                  <a:pt x="330817" y="492072"/>
                </a:moveTo>
                <a:cubicBezTo>
                  <a:pt x="323505" y="491568"/>
                  <a:pt x="315120" y="490935"/>
                  <a:pt x="305757" y="490186"/>
                </a:cubicBezTo>
                <a:cubicBezTo>
                  <a:pt x="291569" y="489053"/>
                  <a:pt x="275155" y="487469"/>
                  <a:pt x="256969" y="485480"/>
                </a:cubicBezTo>
                <a:cubicBezTo>
                  <a:pt x="238838" y="483496"/>
                  <a:pt x="220297" y="481052"/>
                  <a:pt x="201861" y="478215"/>
                </a:cubicBezTo>
                <a:cubicBezTo>
                  <a:pt x="183476" y="475388"/>
                  <a:pt x="165410" y="472092"/>
                  <a:pt x="148166" y="468417"/>
                </a:cubicBezTo>
                <a:cubicBezTo>
                  <a:pt x="131086" y="464778"/>
                  <a:pt x="115644" y="460670"/>
                  <a:pt x="102269" y="456210"/>
                </a:cubicBezTo>
                <a:cubicBezTo>
                  <a:pt x="96369" y="454243"/>
                  <a:pt x="91129" y="452205"/>
                  <a:pt x="86576" y="450105"/>
                </a:cubicBezTo>
                <a:cubicBezTo>
                  <a:pt x="91389" y="447803"/>
                  <a:pt x="96847" y="445547"/>
                  <a:pt x="102923" y="443349"/>
                </a:cubicBezTo>
                <a:cubicBezTo>
                  <a:pt x="115897" y="438657"/>
                  <a:pt x="131070" y="434586"/>
                  <a:pt x="148022" y="431252"/>
                </a:cubicBezTo>
                <a:cubicBezTo>
                  <a:pt x="165308" y="427851"/>
                  <a:pt x="183560" y="424690"/>
                  <a:pt x="202270" y="421854"/>
                </a:cubicBezTo>
                <a:cubicBezTo>
                  <a:pt x="220998" y="419017"/>
                  <a:pt x="239412" y="416571"/>
                  <a:pt x="257001" y="414585"/>
                </a:cubicBezTo>
                <a:cubicBezTo>
                  <a:pt x="274596" y="412599"/>
                  <a:pt x="290990" y="411017"/>
                  <a:pt x="305728" y="409883"/>
                </a:cubicBezTo>
                <a:cubicBezTo>
                  <a:pt x="315315" y="409145"/>
                  <a:pt x="323712" y="408523"/>
                  <a:pt x="330826" y="408022"/>
                </a:cubicBezTo>
                <a:cubicBezTo>
                  <a:pt x="330610" y="413481"/>
                  <a:pt x="330501" y="418897"/>
                  <a:pt x="330501" y="424214"/>
                </a:cubicBezTo>
                <a:lnTo>
                  <a:pt x="330501" y="476284"/>
                </a:lnTo>
                <a:cubicBezTo>
                  <a:pt x="330501" y="481520"/>
                  <a:pt x="330607" y="486800"/>
                  <a:pt x="330817" y="492072"/>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8" name="Graphic 3">
            <a:extLst>
              <a:ext uri="{FF2B5EF4-FFF2-40B4-BE49-F238E27FC236}">
                <a16:creationId xmlns:a16="http://schemas.microsoft.com/office/drawing/2014/main" id="{09C6B32D-CD8B-23FF-5C2A-C3E193293135}"/>
              </a:ext>
            </a:extLst>
          </p:cNvPr>
          <p:cNvSpPr/>
          <p:nvPr/>
        </p:nvSpPr>
        <p:spPr>
          <a:xfrm>
            <a:off x="10788257" y="5260384"/>
            <a:ext cx="481290" cy="481290"/>
          </a:xfrm>
          <a:custGeom>
            <a:avLst/>
            <a:gdLst>
              <a:gd name="connsiteX0" fmla="*/ 900066 w 900066"/>
              <a:gd name="connsiteY0" fmla="*/ 449779 h 900066"/>
              <a:gd name="connsiteX1" fmla="*/ 885902 w 900066"/>
              <a:gd name="connsiteY1" fmla="*/ 413979 h 900066"/>
              <a:gd name="connsiteX2" fmla="*/ 851280 w 900066"/>
              <a:gd name="connsiteY2" fmla="*/ 387792 h 900066"/>
              <a:gd name="connsiteX3" fmla="*/ 804108 w 900066"/>
              <a:gd name="connsiteY3" fmla="*/ 369267 h 900066"/>
              <a:gd name="connsiteX4" fmla="*/ 748212 w 900066"/>
              <a:gd name="connsiteY4" fmla="*/ 355182 h 900066"/>
              <a:gd name="connsiteX5" fmla="*/ 690684 w 900066"/>
              <a:gd name="connsiteY5" fmla="*/ 345666 h 900066"/>
              <a:gd name="connsiteX6" fmla="*/ 635426 w 900066"/>
              <a:gd name="connsiteY6" fmla="*/ 339141 h 900066"/>
              <a:gd name="connsiteX7" fmla="*/ 589199 w 900066"/>
              <a:gd name="connsiteY7" fmla="*/ 335685 h 900066"/>
              <a:gd name="connsiteX8" fmla="*/ 566329 w 900066"/>
              <a:gd name="connsiteY8" fmla="*/ 334159 h 900066"/>
              <a:gd name="connsiteX9" fmla="*/ 564349 w 900066"/>
              <a:gd name="connsiteY9" fmla="*/ 310043 h 900066"/>
              <a:gd name="connsiteX10" fmla="*/ 560509 w 900066"/>
              <a:gd name="connsiteY10" fmla="*/ 264365 h 900066"/>
              <a:gd name="connsiteX11" fmla="*/ 554399 w 900066"/>
              <a:gd name="connsiteY11" fmla="*/ 209362 h 900066"/>
              <a:gd name="connsiteX12" fmla="*/ 544436 w 900066"/>
              <a:gd name="connsiteY12" fmla="*/ 151746 h 900066"/>
              <a:gd name="connsiteX13" fmla="*/ 530873 w 900066"/>
              <a:gd name="connsiteY13" fmla="*/ 96185 h 900066"/>
              <a:gd name="connsiteX14" fmla="*/ 511664 w 900066"/>
              <a:gd name="connsiteY14" fmla="*/ 48432 h 900066"/>
              <a:gd name="connsiteX15" fmla="*/ 485993 w 900066"/>
              <a:gd name="connsiteY15" fmla="*/ 14024 h 900066"/>
              <a:gd name="connsiteX16" fmla="*/ 450033 w 900066"/>
              <a:gd name="connsiteY16" fmla="*/ 0 h 900066"/>
              <a:gd name="connsiteX17" fmla="*/ 449788 w 900066"/>
              <a:gd name="connsiteY17" fmla="*/ 3 h 900066"/>
              <a:gd name="connsiteX18" fmla="*/ 413871 w 900066"/>
              <a:gd name="connsiteY18" fmla="*/ 14257 h 900066"/>
              <a:gd name="connsiteX19" fmla="*/ 387865 w 900066"/>
              <a:gd name="connsiteY19" fmla="*/ 48642 h 900066"/>
              <a:gd name="connsiteX20" fmla="*/ 369225 w 900066"/>
              <a:gd name="connsiteY20" fmla="*/ 96091 h 900066"/>
              <a:gd name="connsiteX21" fmla="*/ 355207 w 900066"/>
              <a:gd name="connsiteY21" fmla="*/ 151720 h 900066"/>
              <a:gd name="connsiteX22" fmla="*/ 345647 w 900066"/>
              <a:gd name="connsiteY22" fmla="*/ 209518 h 900066"/>
              <a:gd name="connsiteX23" fmla="*/ 339154 w 900066"/>
              <a:gd name="connsiteY23" fmla="*/ 264486 h 900066"/>
              <a:gd name="connsiteX24" fmla="*/ 335254 w 900066"/>
              <a:gd name="connsiteY24" fmla="*/ 310868 h 900066"/>
              <a:gd name="connsiteX25" fmla="*/ 333918 w 900066"/>
              <a:gd name="connsiteY25" fmla="*/ 333752 h 900066"/>
              <a:gd name="connsiteX26" fmla="*/ 310043 w 900066"/>
              <a:gd name="connsiteY26" fmla="*/ 335718 h 900066"/>
              <a:gd name="connsiteX27" fmla="*/ 264365 w 900066"/>
              <a:gd name="connsiteY27" fmla="*/ 339559 h 900066"/>
              <a:gd name="connsiteX28" fmla="*/ 209362 w 900066"/>
              <a:gd name="connsiteY28" fmla="*/ 345668 h 900066"/>
              <a:gd name="connsiteX29" fmla="*/ 151746 w 900066"/>
              <a:gd name="connsiteY29" fmla="*/ 355632 h 900066"/>
              <a:gd name="connsiteX30" fmla="*/ 96185 w 900066"/>
              <a:gd name="connsiteY30" fmla="*/ 369197 h 900066"/>
              <a:gd name="connsiteX31" fmla="*/ 48432 w 900066"/>
              <a:gd name="connsiteY31" fmla="*/ 388403 h 900066"/>
              <a:gd name="connsiteX32" fmla="*/ 14023 w 900066"/>
              <a:gd name="connsiteY32" fmla="*/ 414075 h 900066"/>
              <a:gd name="connsiteX33" fmla="*/ 0 w 900066"/>
              <a:gd name="connsiteY33" fmla="*/ 450033 h 900066"/>
              <a:gd name="connsiteX34" fmla="*/ 3 w 900066"/>
              <a:gd name="connsiteY34" fmla="*/ 450279 h 900066"/>
              <a:gd name="connsiteX35" fmla="*/ 14257 w 900066"/>
              <a:gd name="connsiteY35" fmla="*/ 486198 h 900066"/>
              <a:gd name="connsiteX36" fmla="*/ 48642 w 900066"/>
              <a:gd name="connsiteY36" fmla="*/ 512204 h 900066"/>
              <a:gd name="connsiteX37" fmla="*/ 96091 w 900066"/>
              <a:gd name="connsiteY37" fmla="*/ 530842 h 900066"/>
              <a:gd name="connsiteX38" fmla="*/ 151720 w 900066"/>
              <a:gd name="connsiteY38" fmla="*/ 544859 h 900066"/>
              <a:gd name="connsiteX39" fmla="*/ 209518 w 900066"/>
              <a:gd name="connsiteY39" fmla="*/ 554421 h 900066"/>
              <a:gd name="connsiteX40" fmla="*/ 264486 w 900066"/>
              <a:gd name="connsiteY40" fmla="*/ 560915 h 900066"/>
              <a:gd name="connsiteX41" fmla="*/ 310868 w 900066"/>
              <a:gd name="connsiteY41" fmla="*/ 564813 h 900066"/>
              <a:gd name="connsiteX42" fmla="*/ 333757 w 900066"/>
              <a:gd name="connsiteY42" fmla="*/ 566151 h 900066"/>
              <a:gd name="connsiteX43" fmla="*/ 335718 w 900066"/>
              <a:gd name="connsiteY43" fmla="*/ 590024 h 900066"/>
              <a:gd name="connsiteX44" fmla="*/ 339559 w 900066"/>
              <a:gd name="connsiteY44" fmla="*/ 635703 h 900066"/>
              <a:gd name="connsiteX45" fmla="*/ 345668 w 900066"/>
              <a:gd name="connsiteY45" fmla="*/ 690706 h 900066"/>
              <a:gd name="connsiteX46" fmla="*/ 355632 w 900066"/>
              <a:gd name="connsiteY46" fmla="*/ 748323 h 900066"/>
              <a:gd name="connsiteX47" fmla="*/ 369197 w 900066"/>
              <a:gd name="connsiteY47" fmla="*/ 803885 h 900066"/>
              <a:gd name="connsiteX48" fmla="*/ 388403 w 900066"/>
              <a:gd name="connsiteY48" fmla="*/ 851637 h 900066"/>
              <a:gd name="connsiteX49" fmla="*/ 414075 w 900066"/>
              <a:gd name="connsiteY49" fmla="*/ 886045 h 900066"/>
              <a:gd name="connsiteX50" fmla="*/ 450033 w 900066"/>
              <a:gd name="connsiteY50" fmla="*/ 900066 h 900066"/>
              <a:gd name="connsiteX51" fmla="*/ 450158 w 900066"/>
              <a:gd name="connsiteY51" fmla="*/ 900066 h 900066"/>
              <a:gd name="connsiteX52" fmla="*/ 450287 w 900066"/>
              <a:gd name="connsiteY52" fmla="*/ 900066 h 900066"/>
              <a:gd name="connsiteX53" fmla="*/ 486087 w 900066"/>
              <a:gd name="connsiteY53" fmla="*/ 885902 h 900066"/>
              <a:gd name="connsiteX54" fmla="*/ 512275 w 900066"/>
              <a:gd name="connsiteY54" fmla="*/ 851280 h 900066"/>
              <a:gd name="connsiteX55" fmla="*/ 530802 w 900066"/>
              <a:gd name="connsiteY55" fmla="*/ 804108 h 900066"/>
              <a:gd name="connsiteX56" fmla="*/ 544886 w 900066"/>
              <a:gd name="connsiteY56" fmla="*/ 748212 h 900066"/>
              <a:gd name="connsiteX57" fmla="*/ 554403 w 900066"/>
              <a:gd name="connsiteY57" fmla="*/ 690684 h 900066"/>
              <a:gd name="connsiteX58" fmla="*/ 560928 w 900066"/>
              <a:gd name="connsiteY58" fmla="*/ 635426 h 900066"/>
              <a:gd name="connsiteX59" fmla="*/ 564385 w 900066"/>
              <a:gd name="connsiteY59" fmla="*/ 589199 h 900066"/>
              <a:gd name="connsiteX60" fmla="*/ 565910 w 900066"/>
              <a:gd name="connsiteY60" fmla="*/ 566329 h 900066"/>
              <a:gd name="connsiteX61" fmla="*/ 590024 w 900066"/>
              <a:gd name="connsiteY61" fmla="*/ 564349 h 900066"/>
              <a:gd name="connsiteX62" fmla="*/ 635703 w 900066"/>
              <a:gd name="connsiteY62" fmla="*/ 560509 h 900066"/>
              <a:gd name="connsiteX63" fmla="*/ 690706 w 900066"/>
              <a:gd name="connsiteY63" fmla="*/ 554399 h 900066"/>
              <a:gd name="connsiteX64" fmla="*/ 748323 w 900066"/>
              <a:gd name="connsiteY64" fmla="*/ 544436 h 900066"/>
              <a:gd name="connsiteX65" fmla="*/ 803885 w 900066"/>
              <a:gd name="connsiteY65" fmla="*/ 530873 h 900066"/>
              <a:gd name="connsiteX66" fmla="*/ 851637 w 900066"/>
              <a:gd name="connsiteY66" fmla="*/ 511664 h 900066"/>
              <a:gd name="connsiteX67" fmla="*/ 886045 w 900066"/>
              <a:gd name="connsiteY67" fmla="*/ 485993 h 900066"/>
              <a:gd name="connsiteX68" fmla="*/ 900066 w 900066"/>
              <a:gd name="connsiteY68" fmla="*/ 450033 h 900066"/>
              <a:gd name="connsiteX69" fmla="*/ 900066 w 900066"/>
              <a:gd name="connsiteY69" fmla="*/ 449779 h 900066"/>
              <a:gd name="connsiteX70" fmla="*/ 569563 w 900066"/>
              <a:gd name="connsiteY70" fmla="*/ 449721 h 900066"/>
              <a:gd name="connsiteX71" fmla="*/ 569134 w 900066"/>
              <a:gd name="connsiteY71" fmla="*/ 424214 h 900066"/>
              <a:gd name="connsiteX72" fmla="*/ 568969 w 900066"/>
              <a:gd name="connsiteY72" fmla="*/ 407976 h 900066"/>
              <a:gd name="connsiteX73" fmla="*/ 594310 w 900066"/>
              <a:gd name="connsiteY73" fmla="*/ 409881 h 900066"/>
              <a:gd name="connsiteX74" fmla="*/ 643097 w 900066"/>
              <a:gd name="connsiteY74" fmla="*/ 414589 h 900066"/>
              <a:gd name="connsiteX75" fmla="*/ 698208 w 900066"/>
              <a:gd name="connsiteY75" fmla="*/ 421851 h 900066"/>
              <a:gd name="connsiteX76" fmla="*/ 751900 w 900066"/>
              <a:gd name="connsiteY76" fmla="*/ 431652 h 900066"/>
              <a:gd name="connsiteX77" fmla="*/ 797801 w 900066"/>
              <a:gd name="connsiteY77" fmla="*/ 443857 h 900066"/>
              <a:gd name="connsiteX78" fmla="*/ 813491 w 900066"/>
              <a:gd name="connsiteY78" fmla="*/ 449966 h 900066"/>
              <a:gd name="connsiteX79" fmla="*/ 797146 w 900066"/>
              <a:gd name="connsiteY79" fmla="*/ 456719 h 900066"/>
              <a:gd name="connsiteX80" fmla="*/ 752047 w 900066"/>
              <a:gd name="connsiteY80" fmla="*/ 468818 h 900066"/>
              <a:gd name="connsiteX81" fmla="*/ 697797 w 900066"/>
              <a:gd name="connsiteY81" fmla="*/ 478215 h 900066"/>
              <a:gd name="connsiteX82" fmla="*/ 643066 w 900066"/>
              <a:gd name="connsiteY82" fmla="*/ 485485 h 900066"/>
              <a:gd name="connsiteX83" fmla="*/ 594342 w 900066"/>
              <a:gd name="connsiteY83" fmla="*/ 490186 h 900066"/>
              <a:gd name="connsiteX84" fmla="*/ 569241 w 900066"/>
              <a:gd name="connsiteY84" fmla="*/ 492045 h 900066"/>
              <a:gd name="connsiteX85" fmla="*/ 569567 w 900066"/>
              <a:gd name="connsiteY85" fmla="*/ 475856 h 900066"/>
              <a:gd name="connsiteX86" fmla="*/ 569567 w 900066"/>
              <a:gd name="connsiteY86" fmla="*/ 450033 h 900066"/>
              <a:gd name="connsiteX87" fmla="*/ 569563 w 900066"/>
              <a:gd name="connsiteY87" fmla="*/ 449721 h 900066"/>
              <a:gd name="connsiteX88" fmla="*/ 422923 w 900066"/>
              <a:gd name="connsiteY88" fmla="*/ 495323 h 900066"/>
              <a:gd name="connsiteX89" fmla="*/ 404708 w 900066"/>
              <a:gd name="connsiteY89" fmla="*/ 495123 h 900066"/>
              <a:gd name="connsiteX90" fmla="*/ 404316 w 900066"/>
              <a:gd name="connsiteY90" fmla="*/ 477145 h 900066"/>
              <a:gd name="connsiteX91" fmla="*/ 404316 w 900066"/>
              <a:gd name="connsiteY91" fmla="*/ 450180 h 900066"/>
              <a:gd name="connsiteX92" fmla="*/ 404747 w 900066"/>
              <a:gd name="connsiteY92" fmla="*/ 422923 h 900066"/>
              <a:gd name="connsiteX93" fmla="*/ 404946 w 900066"/>
              <a:gd name="connsiteY93" fmla="*/ 404708 h 900066"/>
              <a:gd name="connsiteX94" fmla="*/ 422923 w 900066"/>
              <a:gd name="connsiteY94" fmla="*/ 404316 h 900066"/>
              <a:gd name="connsiteX95" fmla="*/ 449891 w 900066"/>
              <a:gd name="connsiteY95" fmla="*/ 404316 h 900066"/>
              <a:gd name="connsiteX96" fmla="*/ 477145 w 900066"/>
              <a:gd name="connsiteY96" fmla="*/ 404747 h 900066"/>
              <a:gd name="connsiteX97" fmla="*/ 495359 w 900066"/>
              <a:gd name="connsiteY97" fmla="*/ 404946 h 900066"/>
              <a:gd name="connsiteX98" fmla="*/ 495751 w 900066"/>
              <a:gd name="connsiteY98" fmla="*/ 422923 h 900066"/>
              <a:gd name="connsiteX99" fmla="*/ 495751 w 900066"/>
              <a:gd name="connsiteY99" fmla="*/ 449891 h 900066"/>
              <a:gd name="connsiteX100" fmla="*/ 495323 w 900066"/>
              <a:gd name="connsiteY100" fmla="*/ 477145 h 900066"/>
              <a:gd name="connsiteX101" fmla="*/ 495123 w 900066"/>
              <a:gd name="connsiteY101" fmla="*/ 495359 h 900066"/>
              <a:gd name="connsiteX102" fmla="*/ 477145 w 900066"/>
              <a:gd name="connsiteY102" fmla="*/ 495751 h 900066"/>
              <a:gd name="connsiteX103" fmla="*/ 450180 w 900066"/>
              <a:gd name="connsiteY103" fmla="*/ 495751 h 900066"/>
              <a:gd name="connsiteX104" fmla="*/ 422923 w 900066"/>
              <a:gd name="connsiteY104" fmla="*/ 495323 h 900066"/>
              <a:gd name="connsiteX105" fmla="*/ 475856 w 900066"/>
              <a:gd name="connsiteY105" fmla="*/ 330501 h 900066"/>
              <a:gd name="connsiteX106" fmla="*/ 450033 w 900066"/>
              <a:gd name="connsiteY106" fmla="*/ 330501 h 900066"/>
              <a:gd name="connsiteX107" fmla="*/ 449730 w 900066"/>
              <a:gd name="connsiteY107" fmla="*/ 330506 h 900066"/>
              <a:gd name="connsiteX108" fmla="*/ 423783 w 900066"/>
              <a:gd name="connsiteY108" fmla="*/ 330932 h 900066"/>
              <a:gd name="connsiteX109" fmla="*/ 407976 w 900066"/>
              <a:gd name="connsiteY109" fmla="*/ 331091 h 900066"/>
              <a:gd name="connsiteX110" fmla="*/ 409881 w 900066"/>
              <a:gd name="connsiteY110" fmla="*/ 305756 h 900066"/>
              <a:gd name="connsiteX111" fmla="*/ 414589 w 900066"/>
              <a:gd name="connsiteY111" fmla="*/ 256969 h 900066"/>
              <a:gd name="connsiteX112" fmla="*/ 421851 w 900066"/>
              <a:gd name="connsiteY112" fmla="*/ 201861 h 900066"/>
              <a:gd name="connsiteX113" fmla="*/ 431652 w 900066"/>
              <a:gd name="connsiteY113" fmla="*/ 148166 h 900066"/>
              <a:gd name="connsiteX114" fmla="*/ 443857 w 900066"/>
              <a:gd name="connsiteY114" fmla="*/ 102269 h 900066"/>
              <a:gd name="connsiteX115" fmla="*/ 449966 w 900066"/>
              <a:gd name="connsiteY115" fmla="*/ 86576 h 900066"/>
              <a:gd name="connsiteX116" fmla="*/ 456719 w 900066"/>
              <a:gd name="connsiteY116" fmla="*/ 102923 h 900066"/>
              <a:gd name="connsiteX117" fmla="*/ 468818 w 900066"/>
              <a:gd name="connsiteY117" fmla="*/ 148022 h 900066"/>
              <a:gd name="connsiteX118" fmla="*/ 478215 w 900066"/>
              <a:gd name="connsiteY118" fmla="*/ 202270 h 900066"/>
              <a:gd name="connsiteX119" fmla="*/ 485485 w 900066"/>
              <a:gd name="connsiteY119" fmla="*/ 257001 h 900066"/>
              <a:gd name="connsiteX120" fmla="*/ 490186 w 900066"/>
              <a:gd name="connsiteY120" fmla="*/ 305728 h 900066"/>
              <a:gd name="connsiteX121" fmla="*/ 492045 w 900066"/>
              <a:gd name="connsiteY121" fmla="*/ 330826 h 900066"/>
              <a:gd name="connsiteX122" fmla="*/ 475856 w 900066"/>
              <a:gd name="connsiteY122" fmla="*/ 330501 h 900066"/>
              <a:gd name="connsiteX123" fmla="*/ 424214 w 900066"/>
              <a:gd name="connsiteY123" fmla="*/ 569567 h 900066"/>
              <a:gd name="connsiteX124" fmla="*/ 475856 w 900066"/>
              <a:gd name="connsiteY124" fmla="*/ 569567 h 900066"/>
              <a:gd name="connsiteX125" fmla="*/ 492072 w 900066"/>
              <a:gd name="connsiteY125" fmla="*/ 569241 h 900066"/>
              <a:gd name="connsiteX126" fmla="*/ 490186 w 900066"/>
              <a:gd name="connsiteY126" fmla="*/ 594310 h 900066"/>
              <a:gd name="connsiteX127" fmla="*/ 485480 w 900066"/>
              <a:gd name="connsiteY127" fmla="*/ 643097 h 900066"/>
              <a:gd name="connsiteX128" fmla="*/ 478215 w 900066"/>
              <a:gd name="connsiteY128" fmla="*/ 698208 h 900066"/>
              <a:gd name="connsiteX129" fmla="*/ 468417 w 900066"/>
              <a:gd name="connsiteY129" fmla="*/ 751900 h 900066"/>
              <a:gd name="connsiteX130" fmla="*/ 456210 w 900066"/>
              <a:gd name="connsiteY130" fmla="*/ 797801 h 900066"/>
              <a:gd name="connsiteX131" fmla="*/ 450105 w 900066"/>
              <a:gd name="connsiteY131" fmla="*/ 813491 h 900066"/>
              <a:gd name="connsiteX132" fmla="*/ 443349 w 900066"/>
              <a:gd name="connsiteY132" fmla="*/ 797146 h 900066"/>
              <a:gd name="connsiteX133" fmla="*/ 431252 w 900066"/>
              <a:gd name="connsiteY133" fmla="*/ 752047 h 900066"/>
              <a:gd name="connsiteX134" fmla="*/ 421855 w 900066"/>
              <a:gd name="connsiteY134" fmla="*/ 697797 h 900066"/>
              <a:gd name="connsiteX135" fmla="*/ 414585 w 900066"/>
              <a:gd name="connsiteY135" fmla="*/ 643066 h 900066"/>
              <a:gd name="connsiteX136" fmla="*/ 409883 w 900066"/>
              <a:gd name="connsiteY136" fmla="*/ 594342 h 900066"/>
              <a:gd name="connsiteX137" fmla="*/ 408022 w 900066"/>
              <a:gd name="connsiteY137" fmla="*/ 569241 h 900066"/>
              <a:gd name="connsiteX138" fmla="*/ 424214 w 900066"/>
              <a:gd name="connsiteY138" fmla="*/ 569567 h 900066"/>
              <a:gd name="connsiteX139" fmla="*/ 330817 w 900066"/>
              <a:gd name="connsiteY139" fmla="*/ 492072 h 900066"/>
              <a:gd name="connsiteX140" fmla="*/ 305757 w 900066"/>
              <a:gd name="connsiteY140" fmla="*/ 490186 h 900066"/>
              <a:gd name="connsiteX141" fmla="*/ 256969 w 900066"/>
              <a:gd name="connsiteY141" fmla="*/ 485480 h 900066"/>
              <a:gd name="connsiteX142" fmla="*/ 201861 w 900066"/>
              <a:gd name="connsiteY142" fmla="*/ 478215 h 900066"/>
              <a:gd name="connsiteX143" fmla="*/ 148166 w 900066"/>
              <a:gd name="connsiteY143" fmla="*/ 468417 h 900066"/>
              <a:gd name="connsiteX144" fmla="*/ 102269 w 900066"/>
              <a:gd name="connsiteY144" fmla="*/ 456210 h 900066"/>
              <a:gd name="connsiteX145" fmla="*/ 86576 w 900066"/>
              <a:gd name="connsiteY145" fmla="*/ 450105 h 900066"/>
              <a:gd name="connsiteX146" fmla="*/ 102923 w 900066"/>
              <a:gd name="connsiteY146" fmla="*/ 443349 h 900066"/>
              <a:gd name="connsiteX147" fmla="*/ 148022 w 900066"/>
              <a:gd name="connsiteY147" fmla="*/ 431252 h 900066"/>
              <a:gd name="connsiteX148" fmla="*/ 202270 w 900066"/>
              <a:gd name="connsiteY148" fmla="*/ 421854 h 900066"/>
              <a:gd name="connsiteX149" fmla="*/ 257001 w 900066"/>
              <a:gd name="connsiteY149" fmla="*/ 414585 h 900066"/>
              <a:gd name="connsiteX150" fmla="*/ 305728 w 900066"/>
              <a:gd name="connsiteY150" fmla="*/ 409883 h 900066"/>
              <a:gd name="connsiteX151" fmla="*/ 330826 w 900066"/>
              <a:gd name="connsiteY151" fmla="*/ 408022 h 900066"/>
              <a:gd name="connsiteX152" fmla="*/ 330501 w 900066"/>
              <a:gd name="connsiteY152" fmla="*/ 424214 h 900066"/>
              <a:gd name="connsiteX153" fmla="*/ 330501 w 900066"/>
              <a:gd name="connsiteY153" fmla="*/ 476284 h 900066"/>
              <a:gd name="connsiteX154" fmla="*/ 330817 w 900066"/>
              <a:gd name="connsiteY154" fmla="*/ 492072 h 90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900066" h="900066">
                <a:moveTo>
                  <a:pt x="900066" y="449779"/>
                </a:moveTo>
                <a:cubicBezTo>
                  <a:pt x="899723" y="437092"/>
                  <a:pt x="894955" y="425047"/>
                  <a:pt x="885902" y="413979"/>
                </a:cubicBezTo>
                <a:cubicBezTo>
                  <a:pt x="877312" y="403484"/>
                  <a:pt x="865663" y="394672"/>
                  <a:pt x="851280" y="387792"/>
                </a:cubicBezTo>
                <a:cubicBezTo>
                  <a:pt x="837780" y="381337"/>
                  <a:pt x="821912" y="375104"/>
                  <a:pt x="804108" y="369267"/>
                </a:cubicBezTo>
                <a:cubicBezTo>
                  <a:pt x="786286" y="363424"/>
                  <a:pt x="767479" y="358685"/>
                  <a:pt x="748212" y="355182"/>
                </a:cubicBezTo>
                <a:cubicBezTo>
                  <a:pt x="729275" y="351738"/>
                  <a:pt x="709919" y="348537"/>
                  <a:pt x="690684" y="345666"/>
                </a:cubicBezTo>
                <a:cubicBezTo>
                  <a:pt x="671350" y="342780"/>
                  <a:pt x="652762" y="340585"/>
                  <a:pt x="635426" y="339141"/>
                </a:cubicBezTo>
                <a:cubicBezTo>
                  <a:pt x="618229" y="337707"/>
                  <a:pt x="602677" y="336544"/>
                  <a:pt x="589199" y="335685"/>
                </a:cubicBezTo>
                <a:cubicBezTo>
                  <a:pt x="580280" y="335115"/>
                  <a:pt x="572626" y="334605"/>
                  <a:pt x="566329" y="334159"/>
                </a:cubicBezTo>
                <a:cubicBezTo>
                  <a:pt x="566008" y="327463"/>
                  <a:pt x="565357" y="319488"/>
                  <a:pt x="564349" y="310043"/>
                </a:cubicBezTo>
                <a:cubicBezTo>
                  <a:pt x="562935" y="296748"/>
                  <a:pt x="561642" y="281380"/>
                  <a:pt x="560509" y="264365"/>
                </a:cubicBezTo>
                <a:cubicBezTo>
                  <a:pt x="559349" y="246972"/>
                  <a:pt x="557293" y="228466"/>
                  <a:pt x="554399" y="209362"/>
                </a:cubicBezTo>
                <a:cubicBezTo>
                  <a:pt x="551527" y="190395"/>
                  <a:pt x="548173" y="171011"/>
                  <a:pt x="544436" y="151746"/>
                </a:cubicBezTo>
                <a:cubicBezTo>
                  <a:pt x="540663" y="132310"/>
                  <a:pt x="536100" y="113616"/>
                  <a:pt x="530873" y="96185"/>
                </a:cubicBezTo>
                <a:cubicBezTo>
                  <a:pt x="525552" y="78462"/>
                  <a:pt x="519095" y="62396"/>
                  <a:pt x="511664" y="48432"/>
                </a:cubicBezTo>
                <a:cubicBezTo>
                  <a:pt x="504011" y="34044"/>
                  <a:pt x="495372" y="22467"/>
                  <a:pt x="485993" y="14024"/>
                </a:cubicBezTo>
                <a:cubicBezTo>
                  <a:pt x="475655" y="4718"/>
                  <a:pt x="463556" y="0"/>
                  <a:pt x="450033" y="0"/>
                </a:cubicBezTo>
                <a:lnTo>
                  <a:pt x="449788" y="3"/>
                </a:lnTo>
                <a:cubicBezTo>
                  <a:pt x="436758" y="346"/>
                  <a:pt x="424673" y="5142"/>
                  <a:pt x="413871" y="14257"/>
                </a:cubicBezTo>
                <a:cubicBezTo>
                  <a:pt x="403754" y="22793"/>
                  <a:pt x="395005" y="34361"/>
                  <a:pt x="387865" y="48642"/>
                </a:cubicBezTo>
                <a:cubicBezTo>
                  <a:pt x="381071" y="62227"/>
                  <a:pt x="374800" y="78192"/>
                  <a:pt x="369225" y="96091"/>
                </a:cubicBezTo>
                <a:cubicBezTo>
                  <a:pt x="363700" y="113829"/>
                  <a:pt x="358984" y="132545"/>
                  <a:pt x="355207" y="151720"/>
                </a:cubicBezTo>
                <a:cubicBezTo>
                  <a:pt x="351458" y="170753"/>
                  <a:pt x="348241" y="190199"/>
                  <a:pt x="345647" y="209518"/>
                </a:cubicBezTo>
                <a:cubicBezTo>
                  <a:pt x="343063" y="228750"/>
                  <a:pt x="340879" y="247244"/>
                  <a:pt x="339154" y="264486"/>
                </a:cubicBezTo>
                <a:cubicBezTo>
                  <a:pt x="337430" y="281734"/>
                  <a:pt x="336118" y="297339"/>
                  <a:pt x="335254" y="310868"/>
                </a:cubicBezTo>
                <a:cubicBezTo>
                  <a:pt x="334686" y="319761"/>
                  <a:pt x="334240" y="327417"/>
                  <a:pt x="333918" y="333752"/>
                </a:cubicBezTo>
                <a:cubicBezTo>
                  <a:pt x="327271" y="334074"/>
                  <a:pt x="319375" y="334725"/>
                  <a:pt x="310043" y="335718"/>
                </a:cubicBezTo>
                <a:cubicBezTo>
                  <a:pt x="296746" y="337132"/>
                  <a:pt x="281378" y="338425"/>
                  <a:pt x="264365" y="339559"/>
                </a:cubicBezTo>
                <a:cubicBezTo>
                  <a:pt x="246972" y="340718"/>
                  <a:pt x="228466" y="342774"/>
                  <a:pt x="209362" y="345668"/>
                </a:cubicBezTo>
                <a:cubicBezTo>
                  <a:pt x="190385" y="348544"/>
                  <a:pt x="171000" y="351896"/>
                  <a:pt x="151746" y="355632"/>
                </a:cubicBezTo>
                <a:cubicBezTo>
                  <a:pt x="132310" y="359404"/>
                  <a:pt x="113616" y="363967"/>
                  <a:pt x="96185" y="369197"/>
                </a:cubicBezTo>
                <a:cubicBezTo>
                  <a:pt x="78462" y="374514"/>
                  <a:pt x="62396" y="380976"/>
                  <a:pt x="48432" y="388403"/>
                </a:cubicBezTo>
                <a:cubicBezTo>
                  <a:pt x="34043" y="396056"/>
                  <a:pt x="22467" y="404694"/>
                  <a:pt x="14023" y="414075"/>
                </a:cubicBezTo>
                <a:cubicBezTo>
                  <a:pt x="4718" y="424414"/>
                  <a:pt x="0" y="436513"/>
                  <a:pt x="0" y="450033"/>
                </a:cubicBezTo>
                <a:lnTo>
                  <a:pt x="3" y="450279"/>
                </a:lnTo>
                <a:cubicBezTo>
                  <a:pt x="346" y="463310"/>
                  <a:pt x="5142" y="475397"/>
                  <a:pt x="14257" y="486198"/>
                </a:cubicBezTo>
                <a:cubicBezTo>
                  <a:pt x="22792" y="496313"/>
                  <a:pt x="34361" y="505064"/>
                  <a:pt x="48642" y="512204"/>
                </a:cubicBezTo>
                <a:cubicBezTo>
                  <a:pt x="62227" y="518996"/>
                  <a:pt x="78192" y="525267"/>
                  <a:pt x="96091" y="530842"/>
                </a:cubicBezTo>
                <a:cubicBezTo>
                  <a:pt x="113828" y="536368"/>
                  <a:pt x="132544" y="541086"/>
                  <a:pt x="151720" y="544859"/>
                </a:cubicBezTo>
                <a:cubicBezTo>
                  <a:pt x="170744" y="548610"/>
                  <a:pt x="190191" y="551826"/>
                  <a:pt x="209518" y="554421"/>
                </a:cubicBezTo>
                <a:cubicBezTo>
                  <a:pt x="228763" y="557008"/>
                  <a:pt x="247257" y="559189"/>
                  <a:pt x="264486" y="560915"/>
                </a:cubicBezTo>
                <a:cubicBezTo>
                  <a:pt x="281726" y="562636"/>
                  <a:pt x="297331" y="563952"/>
                  <a:pt x="310868" y="564813"/>
                </a:cubicBezTo>
                <a:cubicBezTo>
                  <a:pt x="319761" y="565384"/>
                  <a:pt x="327420" y="565830"/>
                  <a:pt x="333757" y="566151"/>
                </a:cubicBezTo>
                <a:cubicBezTo>
                  <a:pt x="334083" y="572836"/>
                  <a:pt x="334740" y="580828"/>
                  <a:pt x="335718" y="590024"/>
                </a:cubicBezTo>
                <a:cubicBezTo>
                  <a:pt x="337133" y="603328"/>
                  <a:pt x="338425" y="618697"/>
                  <a:pt x="339559" y="635703"/>
                </a:cubicBezTo>
                <a:cubicBezTo>
                  <a:pt x="340718" y="653096"/>
                  <a:pt x="342774" y="671600"/>
                  <a:pt x="345668" y="690706"/>
                </a:cubicBezTo>
                <a:cubicBezTo>
                  <a:pt x="348544" y="709683"/>
                  <a:pt x="351897" y="729070"/>
                  <a:pt x="355632" y="748323"/>
                </a:cubicBezTo>
                <a:cubicBezTo>
                  <a:pt x="359404" y="767760"/>
                  <a:pt x="363967" y="786451"/>
                  <a:pt x="369197" y="803885"/>
                </a:cubicBezTo>
                <a:cubicBezTo>
                  <a:pt x="374514" y="821608"/>
                  <a:pt x="380976" y="837673"/>
                  <a:pt x="388403" y="851637"/>
                </a:cubicBezTo>
                <a:cubicBezTo>
                  <a:pt x="396056" y="866024"/>
                  <a:pt x="404694" y="877602"/>
                  <a:pt x="414075" y="886045"/>
                </a:cubicBezTo>
                <a:cubicBezTo>
                  <a:pt x="424414" y="895348"/>
                  <a:pt x="436513" y="900066"/>
                  <a:pt x="450033" y="900066"/>
                </a:cubicBezTo>
                <a:lnTo>
                  <a:pt x="450158" y="900066"/>
                </a:lnTo>
                <a:lnTo>
                  <a:pt x="450287" y="900066"/>
                </a:lnTo>
                <a:cubicBezTo>
                  <a:pt x="462976" y="899723"/>
                  <a:pt x="475022" y="894955"/>
                  <a:pt x="486087" y="885902"/>
                </a:cubicBezTo>
                <a:cubicBezTo>
                  <a:pt x="496585" y="877312"/>
                  <a:pt x="505394" y="865667"/>
                  <a:pt x="512275" y="851280"/>
                </a:cubicBezTo>
                <a:cubicBezTo>
                  <a:pt x="518733" y="837780"/>
                  <a:pt x="524964" y="821912"/>
                  <a:pt x="530802" y="804108"/>
                </a:cubicBezTo>
                <a:cubicBezTo>
                  <a:pt x="536644" y="786282"/>
                  <a:pt x="541385" y="767479"/>
                  <a:pt x="544886" y="748212"/>
                </a:cubicBezTo>
                <a:cubicBezTo>
                  <a:pt x="548329" y="729271"/>
                  <a:pt x="551531" y="709915"/>
                  <a:pt x="554403" y="690684"/>
                </a:cubicBezTo>
                <a:cubicBezTo>
                  <a:pt x="557289" y="671355"/>
                  <a:pt x="559483" y="652766"/>
                  <a:pt x="560928" y="635426"/>
                </a:cubicBezTo>
                <a:cubicBezTo>
                  <a:pt x="562360" y="618256"/>
                  <a:pt x="563524" y="602704"/>
                  <a:pt x="564385" y="589199"/>
                </a:cubicBezTo>
                <a:cubicBezTo>
                  <a:pt x="564955" y="580271"/>
                  <a:pt x="565464" y="572618"/>
                  <a:pt x="565910" y="566329"/>
                </a:cubicBezTo>
                <a:cubicBezTo>
                  <a:pt x="572604" y="566008"/>
                  <a:pt x="580578" y="565357"/>
                  <a:pt x="590024" y="564349"/>
                </a:cubicBezTo>
                <a:cubicBezTo>
                  <a:pt x="603319" y="562935"/>
                  <a:pt x="618688" y="561642"/>
                  <a:pt x="635703" y="560509"/>
                </a:cubicBezTo>
                <a:cubicBezTo>
                  <a:pt x="653096" y="559349"/>
                  <a:pt x="671600" y="557293"/>
                  <a:pt x="690706" y="554399"/>
                </a:cubicBezTo>
                <a:cubicBezTo>
                  <a:pt x="709674" y="551527"/>
                  <a:pt x="729057" y="548173"/>
                  <a:pt x="748323" y="544436"/>
                </a:cubicBezTo>
                <a:cubicBezTo>
                  <a:pt x="767760" y="540663"/>
                  <a:pt x="786451" y="536100"/>
                  <a:pt x="803885" y="530873"/>
                </a:cubicBezTo>
                <a:cubicBezTo>
                  <a:pt x="821608" y="525552"/>
                  <a:pt x="837673" y="519090"/>
                  <a:pt x="851637" y="511664"/>
                </a:cubicBezTo>
                <a:cubicBezTo>
                  <a:pt x="866024" y="504011"/>
                  <a:pt x="877602" y="495372"/>
                  <a:pt x="886045" y="485993"/>
                </a:cubicBezTo>
                <a:cubicBezTo>
                  <a:pt x="895348" y="475655"/>
                  <a:pt x="900066" y="463556"/>
                  <a:pt x="900066" y="450033"/>
                </a:cubicBezTo>
                <a:lnTo>
                  <a:pt x="900066" y="449779"/>
                </a:lnTo>
                <a:close/>
                <a:moveTo>
                  <a:pt x="569563" y="449721"/>
                </a:moveTo>
                <a:cubicBezTo>
                  <a:pt x="569277" y="441250"/>
                  <a:pt x="569134" y="432668"/>
                  <a:pt x="569134" y="424214"/>
                </a:cubicBezTo>
                <a:cubicBezTo>
                  <a:pt x="569134" y="418881"/>
                  <a:pt x="569081" y="413449"/>
                  <a:pt x="568969" y="407976"/>
                </a:cubicBezTo>
                <a:cubicBezTo>
                  <a:pt x="576342" y="408484"/>
                  <a:pt x="584820" y="409121"/>
                  <a:pt x="594310" y="409881"/>
                </a:cubicBezTo>
                <a:cubicBezTo>
                  <a:pt x="608502" y="411016"/>
                  <a:pt x="624914" y="412600"/>
                  <a:pt x="643097" y="414589"/>
                </a:cubicBezTo>
                <a:cubicBezTo>
                  <a:pt x="661240" y="416573"/>
                  <a:pt x="679780" y="419017"/>
                  <a:pt x="698208" y="421851"/>
                </a:cubicBezTo>
                <a:cubicBezTo>
                  <a:pt x="716591" y="424680"/>
                  <a:pt x="734658" y="427977"/>
                  <a:pt x="751900" y="431652"/>
                </a:cubicBezTo>
                <a:cubicBezTo>
                  <a:pt x="768982" y="435292"/>
                  <a:pt x="784426" y="439399"/>
                  <a:pt x="797801" y="443857"/>
                </a:cubicBezTo>
                <a:cubicBezTo>
                  <a:pt x="803697" y="445824"/>
                  <a:pt x="808938" y="447866"/>
                  <a:pt x="813491" y="449966"/>
                </a:cubicBezTo>
                <a:cubicBezTo>
                  <a:pt x="808679" y="452263"/>
                  <a:pt x="803220" y="454520"/>
                  <a:pt x="797146" y="456719"/>
                </a:cubicBezTo>
                <a:cubicBezTo>
                  <a:pt x="784172" y="461410"/>
                  <a:pt x="768999" y="465482"/>
                  <a:pt x="752047" y="468818"/>
                </a:cubicBezTo>
                <a:cubicBezTo>
                  <a:pt x="734757" y="472217"/>
                  <a:pt x="716507" y="475379"/>
                  <a:pt x="697797" y="478215"/>
                </a:cubicBezTo>
                <a:cubicBezTo>
                  <a:pt x="679057" y="481052"/>
                  <a:pt x="660642" y="483500"/>
                  <a:pt x="643066" y="485485"/>
                </a:cubicBezTo>
                <a:cubicBezTo>
                  <a:pt x="625472" y="487469"/>
                  <a:pt x="609077" y="489053"/>
                  <a:pt x="594342" y="490186"/>
                </a:cubicBezTo>
                <a:cubicBezTo>
                  <a:pt x="584762" y="490921"/>
                  <a:pt x="576368" y="491546"/>
                  <a:pt x="569241" y="492045"/>
                </a:cubicBezTo>
                <a:cubicBezTo>
                  <a:pt x="569460" y="486591"/>
                  <a:pt x="569567" y="481172"/>
                  <a:pt x="569567" y="475856"/>
                </a:cubicBezTo>
                <a:lnTo>
                  <a:pt x="569567" y="450033"/>
                </a:lnTo>
                <a:lnTo>
                  <a:pt x="569563" y="449721"/>
                </a:lnTo>
                <a:close/>
                <a:moveTo>
                  <a:pt x="422923" y="495323"/>
                </a:moveTo>
                <a:cubicBezTo>
                  <a:pt x="416947" y="495323"/>
                  <a:pt x="410849" y="495256"/>
                  <a:pt x="404708" y="495123"/>
                </a:cubicBezTo>
                <a:cubicBezTo>
                  <a:pt x="404447" y="489057"/>
                  <a:pt x="404316" y="483041"/>
                  <a:pt x="404316" y="477145"/>
                </a:cubicBezTo>
                <a:lnTo>
                  <a:pt x="404316" y="450180"/>
                </a:lnTo>
                <a:cubicBezTo>
                  <a:pt x="404602" y="440991"/>
                  <a:pt x="404747" y="431822"/>
                  <a:pt x="404747" y="422923"/>
                </a:cubicBezTo>
                <a:cubicBezTo>
                  <a:pt x="404747" y="416947"/>
                  <a:pt x="404813" y="410849"/>
                  <a:pt x="404946" y="404708"/>
                </a:cubicBezTo>
                <a:cubicBezTo>
                  <a:pt x="411008" y="404447"/>
                  <a:pt x="417027" y="404316"/>
                  <a:pt x="422923" y="404316"/>
                </a:cubicBezTo>
                <a:lnTo>
                  <a:pt x="449891" y="404316"/>
                </a:lnTo>
                <a:cubicBezTo>
                  <a:pt x="459078" y="404602"/>
                  <a:pt x="468247" y="404747"/>
                  <a:pt x="477145" y="404747"/>
                </a:cubicBezTo>
                <a:cubicBezTo>
                  <a:pt x="483121" y="404747"/>
                  <a:pt x="489218" y="404813"/>
                  <a:pt x="495359" y="404946"/>
                </a:cubicBezTo>
                <a:cubicBezTo>
                  <a:pt x="495622" y="411007"/>
                  <a:pt x="495751" y="417026"/>
                  <a:pt x="495751" y="422923"/>
                </a:cubicBezTo>
                <a:lnTo>
                  <a:pt x="495751" y="449891"/>
                </a:lnTo>
                <a:cubicBezTo>
                  <a:pt x="495466" y="459082"/>
                  <a:pt x="495323" y="468252"/>
                  <a:pt x="495323" y="477145"/>
                </a:cubicBezTo>
                <a:cubicBezTo>
                  <a:pt x="495323" y="483121"/>
                  <a:pt x="495256" y="489218"/>
                  <a:pt x="495123" y="495359"/>
                </a:cubicBezTo>
                <a:cubicBezTo>
                  <a:pt x="489062" y="495622"/>
                  <a:pt x="483041" y="495751"/>
                  <a:pt x="477145" y="495751"/>
                </a:cubicBezTo>
                <a:lnTo>
                  <a:pt x="450180" y="495751"/>
                </a:lnTo>
                <a:cubicBezTo>
                  <a:pt x="440984" y="495466"/>
                  <a:pt x="431815" y="495323"/>
                  <a:pt x="422923" y="495323"/>
                </a:cubicBezTo>
                <a:close/>
                <a:moveTo>
                  <a:pt x="475856" y="330501"/>
                </a:moveTo>
                <a:lnTo>
                  <a:pt x="450033" y="330501"/>
                </a:lnTo>
                <a:lnTo>
                  <a:pt x="449730" y="330506"/>
                </a:lnTo>
                <a:cubicBezTo>
                  <a:pt x="440985" y="330789"/>
                  <a:pt x="432254" y="330932"/>
                  <a:pt x="423783" y="330932"/>
                </a:cubicBezTo>
                <a:cubicBezTo>
                  <a:pt x="418541" y="330932"/>
                  <a:pt x="413254" y="330985"/>
                  <a:pt x="407976" y="331091"/>
                </a:cubicBezTo>
                <a:cubicBezTo>
                  <a:pt x="408485" y="323722"/>
                  <a:pt x="409122" y="315244"/>
                  <a:pt x="409881" y="305756"/>
                </a:cubicBezTo>
                <a:cubicBezTo>
                  <a:pt x="411016" y="291570"/>
                  <a:pt x="412600" y="275154"/>
                  <a:pt x="414589" y="256969"/>
                </a:cubicBezTo>
                <a:cubicBezTo>
                  <a:pt x="416573" y="238826"/>
                  <a:pt x="419017" y="220285"/>
                  <a:pt x="421851" y="201861"/>
                </a:cubicBezTo>
                <a:cubicBezTo>
                  <a:pt x="424680" y="183475"/>
                  <a:pt x="427977" y="165409"/>
                  <a:pt x="431652" y="148166"/>
                </a:cubicBezTo>
                <a:cubicBezTo>
                  <a:pt x="435292" y="131088"/>
                  <a:pt x="439398" y="115646"/>
                  <a:pt x="443857" y="102269"/>
                </a:cubicBezTo>
                <a:cubicBezTo>
                  <a:pt x="445824" y="96370"/>
                  <a:pt x="447866" y="91130"/>
                  <a:pt x="449966" y="86576"/>
                </a:cubicBezTo>
                <a:cubicBezTo>
                  <a:pt x="452263" y="91388"/>
                  <a:pt x="454520" y="96847"/>
                  <a:pt x="456719" y="102923"/>
                </a:cubicBezTo>
                <a:cubicBezTo>
                  <a:pt x="461410" y="115895"/>
                  <a:pt x="465482" y="131069"/>
                  <a:pt x="468818" y="148022"/>
                </a:cubicBezTo>
                <a:cubicBezTo>
                  <a:pt x="472217" y="165310"/>
                  <a:pt x="475379" y="183561"/>
                  <a:pt x="478215" y="202270"/>
                </a:cubicBezTo>
                <a:cubicBezTo>
                  <a:pt x="481052" y="221011"/>
                  <a:pt x="483500" y="239425"/>
                  <a:pt x="485485" y="257001"/>
                </a:cubicBezTo>
                <a:cubicBezTo>
                  <a:pt x="487469" y="274596"/>
                  <a:pt x="489053" y="290990"/>
                  <a:pt x="490186" y="305728"/>
                </a:cubicBezTo>
                <a:cubicBezTo>
                  <a:pt x="490921" y="315305"/>
                  <a:pt x="491546" y="323702"/>
                  <a:pt x="492045" y="330826"/>
                </a:cubicBezTo>
                <a:cubicBezTo>
                  <a:pt x="486586" y="330610"/>
                  <a:pt x="481172" y="330501"/>
                  <a:pt x="475856" y="330501"/>
                </a:cubicBezTo>
                <a:close/>
                <a:moveTo>
                  <a:pt x="424214" y="569567"/>
                </a:moveTo>
                <a:lnTo>
                  <a:pt x="475856" y="569567"/>
                </a:lnTo>
                <a:cubicBezTo>
                  <a:pt x="481181" y="569567"/>
                  <a:pt x="486609" y="569455"/>
                  <a:pt x="492072" y="569241"/>
                </a:cubicBezTo>
                <a:cubicBezTo>
                  <a:pt x="491568" y="576556"/>
                  <a:pt x="490935" y="584945"/>
                  <a:pt x="490186" y="594310"/>
                </a:cubicBezTo>
                <a:cubicBezTo>
                  <a:pt x="489053" y="608502"/>
                  <a:pt x="487469" y="624914"/>
                  <a:pt x="485480" y="643097"/>
                </a:cubicBezTo>
                <a:cubicBezTo>
                  <a:pt x="483496" y="661231"/>
                  <a:pt x="481052" y="679771"/>
                  <a:pt x="478215" y="698208"/>
                </a:cubicBezTo>
                <a:cubicBezTo>
                  <a:pt x="475388" y="716591"/>
                  <a:pt x="472092" y="734658"/>
                  <a:pt x="468417" y="751900"/>
                </a:cubicBezTo>
                <a:cubicBezTo>
                  <a:pt x="464778" y="768982"/>
                  <a:pt x="460670" y="784426"/>
                  <a:pt x="456210" y="797801"/>
                </a:cubicBezTo>
                <a:cubicBezTo>
                  <a:pt x="454243" y="803697"/>
                  <a:pt x="452205" y="808938"/>
                  <a:pt x="450105" y="813491"/>
                </a:cubicBezTo>
                <a:cubicBezTo>
                  <a:pt x="447803" y="808679"/>
                  <a:pt x="445547" y="803220"/>
                  <a:pt x="443349" y="797146"/>
                </a:cubicBezTo>
                <a:cubicBezTo>
                  <a:pt x="438657" y="784172"/>
                  <a:pt x="434586" y="768999"/>
                  <a:pt x="431252" y="752047"/>
                </a:cubicBezTo>
                <a:cubicBezTo>
                  <a:pt x="427851" y="734761"/>
                  <a:pt x="424690" y="716507"/>
                  <a:pt x="421855" y="697797"/>
                </a:cubicBezTo>
                <a:cubicBezTo>
                  <a:pt x="419017" y="679070"/>
                  <a:pt x="416571" y="660656"/>
                  <a:pt x="414585" y="643066"/>
                </a:cubicBezTo>
                <a:cubicBezTo>
                  <a:pt x="412599" y="625472"/>
                  <a:pt x="411017" y="609077"/>
                  <a:pt x="409883" y="594342"/>
                </a:cubicBezTo>
                <a:cubicBezTo>
                  <a:pt x="409145" y="584753"/>
                  <a:pt x="408523" y="576355"/>
                  <a:pt x="408022" y="569241"/>
                </a:cubicBezTo>
                <a:cubicBezTo>
                  <a:pt x="413478" y="569460"/>
                  <a:pt x="418895" y="569567"/>
                  <a:pt x="424214" y="569567"/>
                </a:cubicBezTo>
                <a:close/>
                <a:moveTo>
                  <a:pt x="330817" y="492072"/>
                </a:moveTo>
                <a:cubicBezTo>
                  <a:pt x="323505" y="491568"/>
                  <a:pt x="315120" y="490935"/>
                  <a:pt x="305757" y="490186"/>
                </a:cubicBezTo>
                <a:cubicBezTo>
                  <a:pt x="291569" y="489053"/>
                  <a:pt x="275155" y="487469"/>
                  <a:pt x="256969" y="485480"/>
                </a:cubicBezTo>
                <a:cubicBezTo>
                  <a:pt x="238838" y="483496"/>
                  <a:pt x="220297" y="481052"/>
                  <a:pt x="201861" y="478215"/>
                </a:cubicBezTo>
                <a:cubicBezTo>
                  <a:pt x="183476" y="475388"/>
                  <a:pt x="165410" y="472092"/>
                  <a:pt x="148166" y="468417"/>
                </a:cubicBezTo>
                <a:cubicBezTo>
                  <a:pt x="131086" y="464778"/>
                  <a:pt x="115644" y="460670"/>
                  <a:pt x="102269" y="456210"/>
                </a:cubicBezTo>
                <a:cubicBezTo>
                  <a:pt x="96369" y="454243"/>
                  <a:pt x="91129" y="452205"/>
                  <a:pt x="86576" y="450105"/>
                </a:cubicBezTo>
                <a:cubicBezTo>
                  <a:pt x="91389" y="447803"/>
                  <a:pt x="96847" y="445547"/>
                  <a:pt x="102923" y="443349"/>
                </a:cubicBezTo>
                <a:cubicBezTo>
                  <a:pt x="115897" y="438657"/>
                  <a:pt x="131070" y="434586"/>
                  <a:pt x="148022" y="431252"/>
                </a:cubicBezTo>
                <a:cubicBezTo>
                  <a:pt x="165308" y="427851"/>
                  <a:pt x="183560" y="424690"/>
                  <a:pt x="202270" y="421854"/>
                </a:cubicBezTo>
                <a:cubicBezTo>
                  <a:pt x="220998" y="419017"/>
                  <a:pt x="239412" y="416571"/>
                  <a:pt x="257001" y="414585"/>
                </a:cubicBezTo>
                <a:cubicBezTo>
                  <a:pt x="274596" y="412599"/>
                  <a:pt x="290990" y="411017"/>
                  <a:pt x="305728" y="409883"/>
                </a:cubicBezTo>
                <a:cubicBezTo>
                  <a:pt x="315315" y="409145"/>
                  <a:pt x="323712" y="408523"/>
                  <a:pt x="330826" y="408022"/>
                </a:cubicBezTo>
                <a:cubicBezTo>
                  <a:pt x="330610" y="413481"/>
                  <a:pt x="330501" y="418897"/>
                  <a:pt x="330501" y="424214"/>
                </a:cubicBezTo>
                <a:lnTo>
                  <a:pt x="330501" y="476284"/>
                </a:lnTo>
                <a:cubicBezTo>
                  <a:pt x="330501" y="481520"/>
                  <a:pt x="330607" y="486800"/>
                  <a:pt x="330817" y="492072"/>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407128668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Migration</a:t>
            </a:r>
          </a:p>
        </p:txBody>
      </p:sp>
      <p:sp>
        <p:nvSpPr>
          <p:cNvPr id="9" name="Graphic 3">
            <a:extLst>
              <a:ext uri="{FF2B5EF4-FFF2-40B4-BE49-F238E27FC236}">
                <a16:creationId xmlns:a16="http://schemas.microsoft.com/office/drawing/2014/main" id="{9AF2A807-C741-7FA6-2008-B5DCB4FB98F1}"/>
              </a:ext>
            </a:extLst>
          </p:cNvPr>
          <p:cNvSpPr/>
          <p:nvPr/>
        </p:nvSpPr>
        <p:spPr>
          <a:xfrm>
            <a:off x="9428359" y="2727433"/>
            <a:ext cx="899980" cy="899980"/>
          </a:xfrm>
          <a:custGeom>
            <a:avLst/>
            <a:gdLst>
              <a:gd name="connsiteX0" fmla="*/ 605555 w 899980"/>
              <a:gd name="connsiteY0" fmla="*/ 200555 h 899980"/>
              <a:gd name="connsiteX1" fmla="*/ 541925 w 899980"/>
              <a:gd name="connsiteY1" fmla="*/ 200555 h 899980"/>
              <a:gd name="connsiteX2" fmla="*/ 494990 w 899980"/>
              <a:gd name="connsiteY2" fmla="*/ 153620 h 899980"/>
              <a:gd name="connsiteX3" fmla="*/ 494990 w 899980"/>
              <a:gd name="connsiteY3" fmla="*/ 281240 h 899980"/>
              <a:gd name="connsiteX4" fmla="*/ 449990 w 899980"/>
              <a:gd name="connsiteY4" fmla="*/ 326240 h 899980"/>
              <a:gd name="connsiteX5" fmla="*/ 404990 w 899980"/>
              <a:gd name="connsiteY5" fmla="*/ 281240 h 899980"/>
              <a:gd name="connsiteX6" fmla="*/ 404990 w 899980"/>
              <a:gd name="connsiteY6" fmla="*/ 153620 h 899980"/>
              <a:gd name="connsiteX7" fmla="*/ 358055 w 899980"/>
              <a:gd name="connsiteY7" fmla="*/ 200555 h 899980"/>
              <a:gd name="connsiteX8" fmla="*/ 294425 w 899980"/>
              <a:gd name="connsiteY8" fmla="*/ 199449 h 899980"/>
              <a:gd name="connsiteX9" fmla="*/ 294425 w 899980"/>
              <a:gd name="connsiteY9" fmla="*/ 136925 h 899980"/>
              <a:gd name="connsiteX10" fmla="*/ 418175 w 899980"/>
              <a:gd name="connsiteY10" fmla="*/ 13175 h 899980"/>
              <a:gd name="connsiteX11" fmla="*/ 481805 w 899980"/>
              <a:gd name="connsiteY11" fmla="*/ 13175 h 899980"/>
              <a:gd name="connsiteX12" fmla="*/ 605555 w 899980"/>
              <a:gd name="connsiteY12" fmla="*/ 136925 h 899980"/>
              <a:gd name="connsiteX13" fmla="*/ 605555 w 899980"/>
              <a:gd name="connsiteY13" fmla="*/ 200555 h 899980"/>
              <a:gd name="connsiteX14" fmla="*/ 200555 w 899980"/>
              <a:gd name="connsiteY14" fmla="*/ 541925 h 899980"/>
              <a:gd name="connsiteX15" fmla="*/ 201661 w 899980"/>
              <a:gd name="connsiteY15" fmla="*/ 605555 h 899980"/>
              <a:gd name="connsiteX16" fmla="*/ 138031 w 899980"/>
              <a:gd name="connsiteY16" fmla="*/ 606661 h 899980"/>
              <a:gd name="connsiteX17" fmla="*/ 136925 w 899980"/>
              <a:gd name="connsiteY17" fmla="*/ 605555 h 899980"/>
              <a:gd name="connsiteX18" fmla="*/ 13175 w 899980"/>
              <a:gd name="connsiteY18" fmla="*/ 481805 h 899980"/>
              <a:gd name="connsiteX19" fmla="*/ 13175 w 899980"/>
              <a:gd name="connsiteY19" fmla="*/ 418175 h 899980"/>
              <a:gd name="connsiteX20" fmla="*/ 136925 w 899980"/>
              <a:gd name="connsiteY20" fmla="*/ 294425 h 899980"/>
              <a:gd name="connsiteX21" fmla="*/ 200555 w 899980"/>
              <a:gd name="connsiteY21" fmla="*/ 295531 h 899980"/>
              <a:gd name="connsiteX22" fmla="*/ 200555 w 899980"/>
              <a:gd name="connsiteY22" fmla="*/ 358055 h 899980"/>
              <a:gd name="connsiteX23" fmla="*/ 153620 w 899980"/>
              <a:gd name="connsiteY23" fmla="*/ 404990 h 899980"/>
              <a:gd name="connsiteX24" fmla="*/ 281240 w 899980"/>
              <a:gd name="connsiteY24" fmla="*/ 404990 h 899980"/>
              <a:gd name="connsiteX25" fmla="*/ 326240 w 899980"/>
              <a:gd name="connsiteY25" fmla="*/ 449990 h 899980"/>
              <a:gd name="connsiteX26" fmla="*/ 281240 w 899980"/>
              <a:gd name="connsiteY26" fmla="*/ 494990 h 899980"/>
              <a:gd name="connsiteX27" fmla="*/ 153620 w 899980"/>
              <a:gd name="connsiteY27" fmla="*/ 494990 h 899980"/>
              <a:gd name="connsiteX28" fmla="*/ 200555 w 899980"/>
              <a:gd name="connsiteY28" fmla="*/ 541925 h 899980"/>
              <a:gd name="connsiteX29" fmla="*/ 763055 w 899980"/>
              <a:gd name="connsiteY29" fmla="*/ 605555 h 899980"/>
              <a:gd name="connsiteX30" fmla="*/ 699425 w 899980"/>
              <a:gd name="connsiteY30" fmla="*/ 604449 h 899980"/>
              <a:gd name="connsiteX31" fmla="*/ 699425 w 899980"/>
              <a:gd name="connsiteY31" fmla="*/ 541925 h 899980"/>
              <a:gd name="connsiteX32" fmla="*/ 746360 w 899980"/>
              <a:gd name="connsiteY32" fmla="*/ 494990 h 899980"/>
              <a:gd name="connsiteX33" fmla="*/ 618740 w 899980"/>
              <a:gd name="connsiteY33" fmla="*/ 494990 h 899980"/>
              <a:gd name="connsiteX34" fmla="*/ 573740 w 899980"/>
              <a:gd name="connsiteY34" fmla="*/ 449990 h 899980"/>
              <a:gd name="connsiteX35" fmla="*/ 618740 w 899980"/>
              <a:gd name="connsiteY35" fmla="*/ 404990 h 899980"/>
              <a:gd name="connsiteX36" fmla="*/ 746360 w 899980"/>
              <a:gd name="connsiteY36" fmla="*/ 404990 h 899980"/>
              <a:gd name="connsiteX37" fmla="*/ 699425 w 899980"/>
              <a:gd name="connsiteY37" fmla="*/ 358055 h 899980"/>
              <a:gd name="connsiteX38" fmla="*/ 700531 w 899980"/>
              <a:gd name="connsiteY38" fmla="*/ 294425 h 899980"/>
              <a:gd name="connsiteX39" fmla="*/ 763055 w 899980"/>
              <a:gd name="connsiteY39" fmla="*/ 294425 h 899980"/>
              <a:gd name="connsiteX40" fmla="*/ 886805 w 899980"/>
              <a:gd name="connsiteY40" fmla="*/ 418175 h 899980"/>
              <a:gd name="connsiteX41" fmla="*/ 886805 w 899980"/>
              <a:gd name="connsiteY41" fmla="*/ 481805 h 899980"/>
              <a:gd name="connsiteX42" fmla="*/ 763055 w 899980"/>
              <a:gd name="connsiteY42" fmla="*/ 605555 h 899980"/>
              <a:gd name="connsiteX43" fmla="*/ 404990 w 899980"/>
              <a:gd name="connsiteY43" fmla="*/ 746360 h 899980"/>
              <a:gd name="connsiteX44" fmla="*/ 404990 w 899980"/>
              <a:gd name="connsiteY44" fmla="*/ 618740 h 899980"/>
              <a:gd name="connsiteX45" fmla="*/ 449990 w 899980"/>
              <a:gd name="connsiteY45" fmla="*/ 573740 h 899980"/>
              <a:gd name="connsiteX46" fmla="*/ 494990 w 899980"/>
              <a:gd name="connsiteY46" fmla="*/ 618740 h 899980"/>
              <a:gd name="connsiteX47" fmla="*/ 494990 w 899980"/>
              <a:gd name="connsiteY47" fmla="*/ 746360 h 899980"/>
              <a:gd name="connsiteX48" fmla="*/ 541925 w 899980"/>
              <a:gd name="connsiteY48" fmla="*/ 699425 h 899980"/>
              <a:gd name="connsiteX49" fmla="*/ 605555 w 899980"/>
              <a:gd name="connsiteY49" fmla="*/ 700531 h 899980"/>
              <a:gd name="connsiteX50" fmla="*/ 605555 w 899980"/>
              <a:gd name="connsiteY50" fmla="*/ 763055 h 899980"/>
              <a:gd name="connsiteX51" fmla="*/ 481805 w 899980"/>
              <a:gd name="connsiteY51" fmla="*/ 886805 h 899980"/>
              <a:gd name="connsiteX52" fmla="*/ 418175 w 899980"/>
              <a:gd name="connsiteY52" fmla="*/ 886805 h 899980"/>
              <a:gd name="connsiteX53" fmla="*/ 294425 w 899980"/>
              <a:gd name="connsiteY53" fmla="*/ 763055 h 899980"/>
              <a:gd name="connsiteX54" fmla="*/ 293319 w 899980"/>
              <a:gd name="connsiteY54" fmla="*/ 699425 h 899980"/>
              <a:gd name="connsiteX55" fmla="*/ 356949 w 899980"/>
              <a:gd name="connsiteY55" fmla="*/ 698320 h 899980"/>
              <a:gd name="connsiteX56" fmla="*/ 358055 w 899980"/>
              <a:gd name="connsiteY56" fmla="*/ 699425 h 899980"/>
              <a:gd name="connsiteX57" fmla="*/ 404990 w 899980"/>
              <a:gd name="connsiteY57" fmla="*/ 746360 h 89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99980" h="899980">
                <a:moveTo>
                  <a:pt x="605555" y="200555"/>
                </a:moveTo>
                <a:cubicBezTo>
                  <a:pt x="587983" y="218123"/>
                  <a:pt x="559498" y="218123"/>
                  <a:pt x="541925" y="200555"/>
                </a:cubicBezTo>
                <a:lnTo>
                  <a:pt x="494990" y="153620"/>
                </a:lnTo>
                <a:lnTo>
                  <a:pt x="494990" y="281240"/>
                </a:lnTo>
                <a:cubicBezTo>
                  <a:pt x="494990" y="306093"/>
                  <a:pt x="474843" y="326240"/>
                  <a:pt x="449990" y="326240"/>
                </a:cubicBezTo>
                <a:cubicBezTo>
                  <a:pt x="425138" y="326240"/>
                  <a:pt x="404990" y="306093"/>
                  <a:pt x="404990" y="281240"/>
                </a:cubicBezTo>
                <a:lnTo>
                  <a:pt x="404990" y="153620"/>
                </a:lnTo>
                <a:lnTo>
                  <a:pt x="358055" y="200555"/>
                </a:lnTo>
                <a:cubicBezTo>
                  <a:pt x="340179" y="217821"/>
                  <a:pt x="311691" y="217326"/>
                  <a:pt x="294425" y="199449"/>
                </a:cubicBezTo>
                <a:cubicBezTo>
                  <a:pt x="277583" y="182011"/>
                  <a:pt x="277583" y="154364"/>
                  <a:pt x="294425" y="136925"/>
                </a:cubicBezTo>
                <a:lnTo>
                  <a:pt x="418175" y="13175"/>
                </a:lnTo>
                <a:cubicBezTo>
                  <a:pt x="435748" y="-4392"/>
                  <a:pt x="464233" y="-4392"/>
                  <a:pt x="481805" y="13175"/>
                </a:cubicBezTo>
                <a:lnTo>
                  <a:pt x="605555" y="136925"/>
                </a:lnTo>
                <a:cubicBezTo>
                  <a:pt x="623123" y="154498"/>
                  <a:pt x="623123" y="182983"/>
                  <a:pt x="605555" y="200555"/>
                </a:cubicBezTo>
                <a:close/>
                <a:moveTo>
                  <a:pt x="200555" y="541925"/>
                </a:moveTo>
                <a:cubicBezTo>
                  <a:pt x="218432" y="559191"/>
                  <a:pt x="218927" y="587679"/>
                  <a:pt x="201661" y="605555"/>
                </a:cubicBezTo>
                <a:cubicBezTo>
                  <a:pt x="184396" y="623432"/>
                  <a:pt x="155908" y="623927"/>
                  <a:pt x="138031" y="606661"/>
                </a:cubicBezTo>
                <a:cubicBezTo>
                  <a:pt x="137656" y="606299"/>
                  <a:pt x="137288" y="605930"/>
                  <a:pt x="136925" y="605555"/>
                </a:cubicBezTo>
                <a:lnTo>
                  <a:pt x="13175" y="481805"/>
                </a:lnTo>
                <a:cubicBezTo>
                  <a:pt x="-4392" y="464233"/>
                  <a:pt x="-4392" y="435748"/>
                  <a:pt x="13175" y="418175"/>
                </a:cubicBezTo>
                <a:lnTo>
                  <a:pt x="136925" y="294425"/>
                </a:lnTo>
                <a:cubicBezTo>
                  <a:pt x="154802" y="277160"/>
                  <a:pt x="183290" y="277655"/>
                  <a:pt x="200555" y="295531"/>
                </a:cubicBezTo>
                <a:cubicBezTo>
                  <a:pt x="217398" y="312970"/>
                  <a:pt x="217398" y="340617"/>
                  <a:pt x="200555" y="358055"/>
                </a:cubicBezTo>
                <a:lnTo>
                  <a:pt x="153620" y="404990"/>
                </a:lnTo>
                <a:lnTo>
                  <a:pt x="281240" y="404990"/>
                </a:lnTo>
                <a:cubicBezTo>
                  <a:pt x="306093" y="404990"/>
                  <a:pt x="326240" y="425138"/>
                  <a:pt x="326240" y="449990"/>
                </a:cubicBezTo>
                <a:cubicBezTo>
                  <a:pt x="326240" y="474843"/>
                  <a:pt x="306093" y="494990"/>
                  <a:pt x="281240" y="494990"/>
                </a:cubicBezTo>
                <a:lnTo>
                  <a:pt x="153620" y="494990"/>
                </a:lnTo>
                <a:lnTo>
                  <a:pt x="200555" y="541925"/>
                </a:lnTo>
                <a:close/>
                <a:moveTo>
                  <a:pt x="763055" y="605555"/>
                </a:moveTo>
                <a:cubicBezTo>
                  <a:pt x="745179" y="622821"/>
                  <a:pt x="716691" y="622326"/>
                  <a:pt x="699425" y="604449"/>
                </a:cubicBezTo>
                <a:cubicBezTo>
                  <a:pt x="682583" y="587011"/>
                  <a:pt x="682583" y="559364"/>
                  <a:pt x="699425" y="541925"/>
                </a:cubicBezTo>
                <a:lnTo>
                  <a:pt x="746360" y="494990"/>
                </a:lnTo>
                <a:lnTo>
                  <a:pt x="618740" y="494990"/>
                </a:lnTo>
                <a:cubicBezTo>
                  <a:pt x="593888" y="494990"/>
                  <a:pt x="573740" y="474843"/>
                  <a:pt x="573740" y="449990"/>
                </a:cubicBezTo>
                <a:cubicBezTo>
                  <a:pt x="573740" y="425138"/>
                  <a:pt x="593888" y="404990"/>
                  <a:pt x="618740" y="404990"/>
                </a:cubicBezTo>
                <a:lnTo>
                  <a:pt x="746360" y="404990"/>
                </a:lnTo>
                <a:lnTo>
                  <a:pt x="699425" y="358055"/>
                </a:lnTo>
                <a:cubicBezTo>
                  <a:pt x="682160" y="340179"/>
                  <a:pt x="682655" y="311691"/>
                  <a:pt x="700531" y="294425"/>
                </a:cubicBezTo>
                <a:cubicBezTo>
                  <a:pt x="717970" y="277583"/>
                  <a:pt x="745617" y="277583"/>
                  <a:pt x="763055" y="294425"/>
                </a:cubicBezTo>
                <a:lnTo>
                  <a:pt x="886805" y="418175"/>
                </a:lnTo>
                <a:cubicBezTo>
                  <a:pt x="904373" y="435748"/>
                  <a:pt x="904373" y="464233"/>
                  <a:pt x="886805" y="481805"/>
                </a:cubicBezTo>
                <a:lnTo>
                  <a:pt x="763055" y="605555"/>
                </a:lnTo>
                <a:close/>
                <a:moveTo>
                  <a:pt x="404990" y="746360"/>
                </a:moveTo>
                <a:lnTo>
                  <a:pt x="404990" y="618740"/>
                </a:lnTo>
                <a:cubicBezTo>
                  <a:pt x="404990" y="593888"/>
                  <a:pt x="425138" y="573740"/>
                  <a:pt x="449990" y="573740"/>
                </a:cubicBezTo>
                <a:cubicBezTo>
                  <a:pt x="474843" y="573740"/>
                  <a:pt x="494990" y="593888"/>
                  <a:pt x="494990" y="618740"/>
                </a:cubicBezTo>
                <a:lnTo>
                  <a:pt x="494990" y="746360"/>
                </a:lnTo>
                <a:lnTo>
                  <a:pt x="541925" y="699425"/>
                </a:lnTo>
                <a:cubicBezTo>
                  <a:pt x="559802" y="682160"/>
                  <a:pt x="588290" y="682655"/>
                  <a:pt x="605555" y="700531"/>
                </a:cubicBezTo>
                <a:cubicBezTo>
                  <a:pt x="622398" y="717970"/>
                  <a:pt x="622398" y="745617"/>
                  <a:pt x="605555" y="763055"/>
                </a:cubicBezTo>
                <a:lnTo>
                  <a:pt x="481805" y="886805"/>
                </a:lnTo>
                <a:cubicBezTo>
                  <a:pt x="464233" y="904373"/>
                  <a:pt x="435748" y="904373"/>
                  <a:pt x="418175" y="886805"/>
                </a:cubicBezTo>
                <a:lnTo>
                  <a:pt x="294425" y="763055"/>
                </a:lnTo>
                <a:cubicBezTo>
                  <a:pt x="276549" y="745790"/>
                  <a:pt x="276054" y="717302"/>
                  <a:pt x="293319" y="699425"/>
                </a:cubicBezTo>
                <a:cubicBezTo>
                  <a:pt x="310585" y="681549"/>
                  <a:pt x="339073" y="681054"/>
                  <a:pt x="356949" y="698320"/>
                </a:cubicBezTo>
                <a:cubicBezTo>
                  <a:pt x="357325" y="698682"/>
                  <a:pt x="357693" y="699050"/>
                  <a:pt x="358055" y="699425"/>
                </a:cubicBezTo>
                <a:lnTo>
                  <a:pt x="404990" y="746360"/>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 name="Graphic 5">
            <a:extLst>
              <a:ext uri="{FF2B5EF4-FFF2-40B4-BE49-F238E27FC236}">
                <a16:creationId xmlns:a16="http://schemas.microsoft.com/office/drawing/2014/main" id="{1B3134EA-5957-D3BA-4544-9A2CD1189A47}"/>
              </a:ext>
            </a:extLst>
          </p:cNvPr>
          <p:cNvSpPr/>
          <p:nvPr/>
        </p:nvSpPr>
        <p:spPr>
          <a:xfrm>
            <a:off x="1863649" y="2727392"/>
            <a:ext cx="900147" cy="900052"/>
          </a:xfrm>
          <a:custGeom>
            <a:avLst/>
            <a:gdLst>
              <a:gd name="connsiteX0" fmla="*/ 751950 w 900147"/>
              <a:gd name="connsiteY0" fmla="*/ 13172 h 900052"/>
              <a:gd name="connsiteX1" fmla="*/ 688298 w 900147"/>
              <a:gd name="connsiteY1" fmla="*/ 13194 h 900052"/>
              <a:gd name="connsiteX2" fmla="*/ 688320 w 900147"/>
              <a:gd name="connsiteY2" fmla="*/ 76847 h 900052"/>
              <a:gd name="connsiteX3" fmla="*/ 746460 w 900147"/>
              <a:gd name="connsiteY3" fmla="*/ 134897 h 900052"/>
              <a:gd name="connsiteX4" fmla="*/ 494820 w 900147"/>
              <a:gd name="connsiteY4" fmla="*/ 134897 h 900052"/>
              <a:gd name="connsiteX5" fmla="*/ 359820 w 900147"/>
              <a:gd name="connsiteY5" fmla="*/ 269897 h 900052"/>
              <a:gd name="connsiteX6" fmla="*/ 359820 w 900147"/>
              <a:gd name="connsiteY6" fmla="*/ 674852 h 900052"/>
              <a:gd name="connsiteX7" fmla="*/ 314820 w 900147"/>
              <a:gd name="connsiteY7" fmla="*/ 719852 h 900052"/>
              <a:gd name="connsiteX8" fmla="*/ 262260 w 900147"/>
              <a:gd name="connsiteY8" fmla="*/ 719852 h 900052"/>
              <a:gd name="connsiteX9" fmla="*/ 89730 w 900147"/>
              <a:gd name="connsiteY9" fmla="*/ 637952 h 900052"/>
              <a:gd name="connsiteX10" fmla="*/ 0 w 900147"/>
              <a:gd name="connsiteY10" fmla="*/ 765032 h 900052"/>
              <a:gd name="connsiteX11" fmla="*/ 134979 w 900147"/>
              <a:gd name="connsiteY11" fmla="*/ 900052 h 900052"/>
              <a:gd name="connsiteX12" fmla="*/ 262350 w 900147"/>
              <a:gd name="connsiteY12" fmla="*/ 809852 h 900052"/>
              <a:gd name="connsiteX13" fmla="*/ 314820 w 900147"/>
              <a:gd name="connsiteY13" fmla="*/ 809852 h 900052"/>
              <a:gd name="connsiteX14" fmla="*/ 449820 w 900147"/>
              <a:gd name="connsiteY14" fmla="*/ 674852 h 900052"/>
              <a:gd name="connsiteX15" fmla="*/ 449820 w 900147"/>
              <a:gd name="connsiteY15" fmla="*/ 269852 h 900052"/>
              <a:gd name="connsiteX16" fmla="*/ 494820 w 900147"/>
              <a:gd name="connsiteY16" fmla="*/ 224852 h 900052"/>
              <a:gd name="connsiteX17" fmla="*/ 746325 w 900147"/>
              <a:gd name="connsiteY17" fmla="*/ 224852 h 900052"/>
              <a:gd name="connsiteX18" fmla="*/ 688050 w 900147"/>
              <a:gd name="connsiteY18" fmla="*/ 282947 h 900052"/>
              <a:gd name="connsiteX19" fmla="*/ 685877 w 900147"/>
              <a:gd name="connsiteY19" fmla="*/ 346549 h 900052"/>
              <a:gd name="connsiteX20" fmla="*/ 749480 w 900147"/>
              <a:gd name="connsiteY20" fmla="*/ 348722 h 900052"/>
              <a:gd name="connsiteX21" fmla="*/ 751500 w 900147"/>
              <a:gd name="connsiteY21" fmla="*/ 346712 h 900052"/>
              <a:gd name="connsiteX22" fmla="*/ 886950 w 900147"/>
              <a:gd name="connsiteY22" fmla="*/ 211712 h 900052"/>
              <a:gd name="connsiteX23" fmla="*/ 886985 w 900147"/>
              <a:gd name="connsiteY23" fmla="*/ 148072 h 900052"/>
              <a:gd name="connsiteX24" fmla="*/ 886950 w 900147"/>
              <a:gd name="connsiteY24" fmla="*/ 148037 h 900052"/>
              <a:gd name="connsiteX25" fmla="*/ 751950 w 900147"/>
              <a:gd name="connsiteY25" fmla="*/ 13172 h 90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00147" h="900052">
                <a:moveTo>
                  <a:pt x="751950" y="13172"/>
                </a:moveTo>
                <a:cubicBezTo>
                  <a:pt x="734367" y="-4399"/>
                  <a:pt x="705868" y="-4389"/>
                  <a:pt x="688298" y="13194"/>
                </a:cubicBezTo>
                <a:cubicBezTo>
                  <a:pt x="670727" y="30777"/>
                  <a:pt x="670737" y="59276"/>
                  <a:pt x="688320" y="76847"/>
                </a:cubicBezTo>
                <a:lnTo>
                  <a:pt x="746460" y="134897"/>
                </a:lnTo>
                <a:lnTo>
                  <a:pt x="494820" y="134897"/>
                </a:lnTo>
                <a:cubicBezTo>
                  <a:pt x="420262" y="134897"/>
                  <a:pt x="359820" y="195338"/>
                  <a:pt x="359820" y="269897"/>
                </a:cubicBezTo>
                <a:lnTo>
                  <a:pt x="359820" y="674852"/>
                </a:lnTo>
                <a:cubicBezTo>
                  <a:pt x="359820" y="699704"/>
                  <a:pt x="339673" y="719852"/>
                  <a:pt x="314820" y="719852"/>
                </a:cubicBezTo>
                <a:lnTo>
                  <a:pt x="262260" y="719852"/>
                </a:lnTo>
                <a:cubicBezTo>
                  <a:pt x="237233" y="649593"/>
                  <a:pt x="159989" y="612925"/>
                  <a:pt x="89730" y="637952"/>
                </a:cubicBezTo>
                <a:cubicBezTo>
                  <a:pt x="35975" y="657100"/>
                  <a:pt x="57" y="707968"/>
                  <a:pt x="0" y="765032"/>
                </a:cubicBezTo>
                <a:cubicBezTo>
                  <a:pt x="-11" y="839590"/>
                  <a:pt x="60421" y="900041"/>
                  <a:pt x="134979" y="900052"/>
                </a:cubicBezTo>
                <a:cubicBezTo>
                  <a:pt x="192276" y="900061"/>
                  <a:pt x="243336" y="863901"/>
                  <a:pt x="262350" y="809852"/>
                </a:cubicBezTo>
                <a:lnTo>
                  <a:pt x="314820" y="809852"/>
                </a:lnTo>
                <a:cubicBezTo>
                  <a:pt x="389378" y="809852"/>
                  <a:pt x="449820" y="749410"/>
                  <a:pt x="449820" y="674852"/>
                </a:cubicBezTo>
                <a:lnTo>
                  <a:pt x="449820" y="269852"/>
                </a:lnTo>
                <a:cubicBezTo>
                  <a:pt x="449820" y="244999"/>
                  <a:pt x="469967" y="224852"/>
                  <a:pt x="494820" y="224852"/>
                </a:cubicBezTo>
                <a:lnTo>
                  <a:pt x="746325" y="224852"/>
                </a:lnTo>
                <a:lnTo>
                  <a:pt x="688050" y="282947"/>
                </a:lnTo>
                <a:cubicBezTo>
                  <a:pt x="669887" y="299910"/>
                  <a:pt x="668914" y="328386"/>
                  <a:pt x="685877" y="346549"/>
                </a:cubicBezTo>
                <a:cubicBezTo>
                  <a:pt x="702841" y="364712"/>
                  <a:pt x="731317" y="365685"/>
                  <a:pt x="749480" y="348722"/>
                </a:cubicBezTo>
                <a:cubicBezTo>
                  <a:pt x="750174" y="348073"/>
                  <a:pt x="750848" y="347403"/>
                  <a:pt x="751500" y="346712"/>
                </a:cubicBezTo>
                <a:lnTo>
                  <a:pt x="886950" y="211712"/>
                </a:lnTo>
                <a:cubicBezTo>
                  <a:pt x="904533" y="194148"/>
                  <a:pt x="904549" y="165655"/>
                  <a:pt x="886985" y="148072"/>
                </a:cubicBezTo>
                <a:cubicBezTo>
                  <a:pt x="886974" y="148060"/>
                  <a:pt x="886962" y="148048"/>
                  <a:pt x="886950" y="148037"/>
                </a:cubicBezTo>
                <a:lnTo>
                  <a:pt x="751950" y="13172"/>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 name="Graphic 7">
            <a:extLst>
              <a:ext uri="{FF2B5EF4-FFF2-40B4-BE49-F238E27FC236}">
                <a16:creationId xmlns:a16="http://schemas.microsoft.com/office/drawing/2014/main" id="{71BD0A8B-C798-7F44-F331-8FE8D3F4FFA3}"/>
              </a:ext>
            </a:extLst>
          </p:cNvPr>
          <p:cNvSpPr/>
          <p:nvPr/>
        </p:nvSpPr>
        <p:spPr>
          <a:xfrm>
            <a:off x="5642619" y="2738897"/>
            <a:ext cx="900000" cy="888526"/>
          </a:xfrm>
          <a:custGeom>
            <a:avLst/>
            <a:gdLst>
              <a:gd name="connsiteX0" fmla="*/ 183915 w 900000"/>
              <a:gd name="connsiteY0" fmla="*/ 213527 h 888526"/>
              <a:gd name="connsiteX1" fmla="*/ 484107 w 900000"/>
              <a:gd name="connsiteY1" fmla="*/ 4049 h 888526"/>
              <a:gd name="connsiteX2" fmla="*/ 693585 w 900000"/>
              <a:gd name="connsiteY2" fmla="*/ 213527 h 888526"/>
              <a:gd name="connsiteX3" fmla="*/ 697500 w 900000"/>
              <a:gd name="connsiteY3" fmla="*/ 213527 h 888526"/>
              <a:gd name="connsiteX4" fmla="*/ 871875 w 900000"/>
              <a:gd name="connsiteY4" fmla="*/ 348707 h 888526"/>
              <a:gd name="connsiteX5" fmla="*/ 866250 w 900000"/>
              <a:gd name="connsiteY5" fmla="*/ 348527 h 888526"/>
              <a:gd name="connsiteX6" fmla="*/ 686250 w 900000"/>
              <a:gd name="connsiteY6" fmla="*/ 348527 h 888526"/>
              <a:gd name="connsiteX7" fmla="*/ 607500 w 900000"/>
              <a:gd name="connsiteY7" fmla="*/ 427277 h 888526"/>
              <a:gd name="connsiteX8" fmla="*/ 607500 w 900000"/>
              <a:gd name="connsiteY8" fmla="*/ 464447 h 888526"/>
              <a:gd name="connsiteX9" fmla="*/ 508365 w 900000"/>
              <a:gd name="connsiteY9" fmla="*/ 554447 h 888526"/>
              <a:gd name="connsiteX10" fmla="*/ 501975 w 900000"/>
              <a:gd name="connsiteY10" fmla="*/ 573527 h 888526"/>
              <a:gd name="connsiteX11" fmla="*/ 180000 w 900000"/>
              <a:gd name="connsiteY11" fmla="*/ 573527 h 888526"/>
              <a:gd name="connsiteX12" fmla="*/ 0 w 900000"/>
              <a:gd name="connsiteY12" fmla="*/ 393527 h 888526"/>
              <a:gd name="connsiteX13" fmla="*/ 180000 w 900000"/>
              <a:gd name="connsiteY13" fmla="*/ 213527 h 888526"/>
              <a:gd name="connsiteX14" fmla="*/ 183915 w 900000"/>
              <a:gd name="connsiteY14" fmla="*/ 213527 h 888526"/>
              <a:gd name="connsiteX15" fmla="*/ 652500 w 900000"/>
              <a:gd name="connsiteY15" fmla="*/ 427277 h 888526"/>
              <a:gd name="connsiteX16" fmla="*/ 686250 w 900000"/>
              <a:gd name="connsiteY16" fmla="*/ 393527 h 888526"/>
              <a:gd name="connsiteX17" fmla="*/ 866250 w 900000"/>
              <a:gd name="connsiteY17" fmla="*/ 393527 h 888526"/>
              <a:gd name="connsiteX18" fmla="*/ 900000 w 900000"/>
              <a:gd name="connsiteY18" fmla="*/ 427277 h 888526"/>
              <a:gd name="connsiteX19" fmla="*/ 900000 w 900000"/>
              <a:gd name="connsiteY19" fmla="*/ 607277 h 888526"/>
              <a:gd name="connsiteX20" fmla="*/ 866250 w 900000"/>
              <a:gd name="connsiteY20" fmla="*/ 641027 h 888526"/>
              <a:gd name="connsiteX21" fmla="*/ 686250 w 900000"/>
              <a:gd name="connsiteY21" fmla="*/ 641027 h 888526"/>
              <a:gd name="connsiteX22" fmla="*/ 652500 w 900000"/>
              <a:gd name="connsiteY22" fmla="*/ 607277 h 888526"/>
              <a:gd name="connsiteX23" fmla="*/ 652500 w 900000"/>
              <a:gd name="connsiteY23" fmla="*/ 573527 h 888526"/>
              <a:gd name="connsiteX24" fmla="*/ 637965 w 900000"/>
              <a:gd name="connsiteY24" fmla="*/ 573527 h 888526"/>
              <a:gd name="connsiteX25" fmla="*/ 615105 w 900000"/>
              <a:gd name="connsiteY25" fmla="*/ 589997 h 888526"/>
              <a:gd name="connsiteX26" fmla="*/ 573975 w 900000"/>
              <a:gd name="connsiteY26" fmla="*/ 713387 h 888526"/>
              <a:gd name="connsiteX27" fmla="*/ 487035 w 900000"/>
              <a:gd name="connsiteY27" fmla="*/ 776027 h 888526"/>
              <a:gd name="connsiteX28" fmla="*/ 450000 w 900000"/>
              <a:gd name="connsiteY28" fmla="*/ 776027 h 888526"/>
              <a:gd name="connsiteX29" fmla="*/ 450000 w 900000"/>
              <a:gd name="connsiteY29" fmla="*/ 854777 h 888526"/>
              <a:gd name="connsiteX30" fmla="*/ 416250 w 900000"/>
              <a:gd name="connsiteY30" fmla="*/ 888527 h 888526"/>
              <a:gd name="connsiteX31" fmla="*/ 236250 w 900000"/>
              <a:gd name="connsiteY31" fmla="*/ 888527 h 888526"/>
              <a:gd name="connsiteX32" fmla="*/ 202500 w 900000"/>
              <a:gd name="connsiteY32" fmla="*/ 854777 h 888526"/>
              <a:gd name="connsiteX33" fmla="*/ 202500 w 900000"/>
              <a:gd name="connsiteY33" fmla="*/ 674777 h 888526"/>
              <a:gd name="connsiteX34" fmla="*/ 236250 w 900000"/>
              <a:gd name="connsiteY34" fmla="*/ 641027 h 888526"/>
              <a:gd name="connsiteX35" fmla="*/ 416250 w 900000"/>
              <a:gd name="connsiteY35" fmla="*/ 641027 h 888526"/>
              <a:gd name="connsiteX36" fmla="*/ 450000 w 900000"/>
              <a:gd name="connsiteY36" fmla="*/ 674777 h 888526"/>
              <a:gd name="connsiteX37" fmla="*/ 450000 w 900000"/>
              <a:gd name="connsiteY37" fmla="*/ 708527 h 888526"/>
              <a:gd name="connsiteX38" fmla="*/ 487035 w 900000"/>
              <a:gd name="connsiteY38" fmla="*/ 708527 h 888526"/>
              <a:gd name="connsiteX39" fmla="*/ 509895 w 900000"/>
              <a:gd name="connsiteY39" fmla="*/ 692057 h 888526"/>
              <a:gd name="connsiteX40" fmla="*/ 551025 w 900000"/>
              <a:gd name="connsiteY40" fmla="*/ 568667 h 888526"/>
              <a:gd name="connsiteX41" fmla="*/ 637965 w 900000"/>
              <a:gd name="connsiteY41" fmla="*/ 506027 h 888526"/>
              <a:gd name="connsiteX42" fmla="*/ 652500 w 900000"/>
              <a:gd name="connsiteY42" fmla="*/ 506027 h 888526"/>
              <a:gd name="connsiteX43" fmla="*/ 652500 w 900000"/>
              <a:gd name="connsiteY43" fmla="*/ 427277 h 888526"/>
              <a:gd name="connsiteX44" fmla="*/ 720000 w 900000"/>
              <a:gd name="connsiteY44" fmla="*/ 540587 h 888526"/>
              <a:gd name="connsiteX45" fmla="*/ 720000 w 900000"/>
              <a:gd name="connsiteY45" fmla="*/ 573527 h 888526"/>
              <a:gd name="connsiteX46" fmla="*/ 832500 w 900000"/>
              <a:gd name="connsiteY46" fmla="*/ 573527 h 888526"/>
              <a:gd name="connsiteX47" fmla="*/ 832500 w 900000"/>
              <a:gd name="connsiteY47" fmla="*/ 461027 h 888526"/>
              <a:gd name="connsiteX48" fmla="*/ 720000 w 900000"/>
              <a:gd name="connsiteY48" fmla="*/ 461027 h 888526"/>
              <a:gd name="connsiteX49" fmla="*/ 720000 w 900000"/>
              <a:gd name="connsiteY49" fmla="*/ 538967 h 888526"/>
              <a:gd name="connsiteX50" fmla="*/ 720000 w 900000"/>
              <a:gd name="connsiteY50" fmla="*/ 540587 h 888526"/>
              <a:gd name="connsiteX51" fmla="*/ 270000 w 900000"/>
              <a:gd name="connsiteY51" fmla="*/ 708527 h 888526"/>
              <a:gd name="connsiteX52" fmla="*/ 270000 w 900000"/>
              <a:gd name="connsiteY52" fmla="*/ 821027 h 888526"/>
              <a:gd name="connsiteX53" fmla="*/ 382500 w 900000"/>
              <a:gd name="connsiteY53" fmla="*/ 821027 h 888526"/>
              <a:gd name="connsiteX54" fmla="*/ 382500 w 900000"/>
              <a:gd name="connsiteY54" fmla="*/ 708527 h 888526"/>
              <a:gd name="connsiteX55" fmla="*/ 270000 w 900000"/>
              <a:gd name="connsiteY55" fmla="*/ 708527 h 8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00000" h="888526">
                <a:moveTo>
                  <a:pt x="183915" y="213527"/>
                </a:moveTo>
                <a:cubicBezTo>
                  <a:pt x="208965" y="72785"/>
                  <a:pt x="343366" y="-21001"/>
                  <a:pt x="484107" y="4049"/>
                </a:cubicBezTo>
                <a:cubicBezTo>
                  <a:pt x="590939" y="23063"/>
                  <a:pt x="674570" y="106695"/>
                  <a:pt x="693585" y="213527"/>
                </a:cubicBezTo>
                <a:lnTo>
                  <a:pt x="697500" y="213527"/>
                </a:lnTo>
                <a:cubicBezTo>
                  <a:pt x="779655" y="213538"/>
                  <a:pt x="851388" y="269148"/>
                  <a:pt x="871875" y="348707"/>
                </a:cubicBezTo>
                <a:cubicBezTo>
                  <a:pt x="870003" y="348581"/>
                  <a:pt x="868127" y="348521"/>
                  <a:pt x="866250" y="348527"/>
                </a:cubicBezTo>
                <a:lnTo>
                  <a:pt x="686250" y="348527"/>
                </a:lnTo>
                <a:cubicBezTo>
                  <a:pt x="642758" y="348527"/>
                  <a:pt x="607500" y="383784"/>
                  <a:pt x="607500" y="427277"/>
                </a:cubicBezTo>
                <a:lnTo>
                  <a:pt x="607500" y="464447"/>
                </a:lnTo>
                <a:cubicBezTo>
                  <a:pt x="561012" y="475088"/>
                  <a:pt x="523437" y="509200"/>
                  <a:pt x="508365" y="554447"/>
                </a:cubicBezTo>
                <a:lnTo>
                  <a:pt x="501975" y="573527"/>
                </a:lnTo>
                <a:lnTo>
                  <a:pt x="180000" y="573527"/>
                </a:lnTo>
                <a:cubicBezTo>
                  <a:pt x="80589" y="573527"/>
                  <a:pt x="0" y="492938"/>
                  <a:pt x="0" y="393527"/>
                </a:cubicBezTo>
                <a:cubicBezTo>
                  <a:pt x="0" y="294115"/>
                  <a:pt x="80589" y="213527"/>
                  <a:pt x="180000" y="213527"/>
                </a:cubicBezTo>
                <a:lnTo>
                  <a:pt x="183915" y="213527"/>
                </a:lnTo>
                <a:close/>
                <a:moveTo>
                  <a:pt x="652500" y="427277"/>
                </a:moveTo>
                <a:cubicBezTo>
                  <a:pt x="652500" y="408637"/>
                  <a:pt x="667610" y="393527"/>
                  <a:pt x="686250" y="393527"/>
                </a:cubicBezTo>
                <a:lnTo>
                  <a:pt x="866250" y="393527"/>
                </a:lnTo>
                <a:cubicBezTo>
                  <a:pt x="884890" y="393527"/>
                  <a:pt x="900000" y="408637"/>
                  <a:pt x="900000" y="427277"/>
                </a:cubicBezTo>
                <a:lnTo>
                  <a:pt x="900000" y="607277"/>
                </a:lnTo>
                <a:cubicBezTo>
                  <a:pt x="900000" y="625916"/>
                  <a:pt x="884890" y="641027"/>
                  <a:pt x="866250" y="641027"/>
                </a:cubicBezTo>
                <a:lnTo>
                  <a:pt x="686250" y="641027"/>
                </a:lnTo>
                <a:cubicBezTo>
                  <a:pt x="667610" y="641027"/>
                  <a:pt x="652500" y="625916"/>
                  <a:pt x="652500" y="607277"/>
                </a:cubicBezTo>
                <a:lnTo>
                  <a:pt x="652500" y="573527"/>
                </a:lnTo>
                <a:lnTo>
                  <a:pt x="637965" y="573527"/>
                </a:lnTo>
                <a:cubicBezTo>
                  <a:pt x="627597" y="573533"/>
                  <a:pt x="618393" y="580164"/>
                  <a:pt x="615105" y="589997"/>
                </a:cubicBezTo>
                <a:lnTo>
                  <a:pt x="573975" y="713387"/>
                </a:lnTo>
                <a:cubicBezTo>
                  <a:pt x="561499" y="750804"/>
                  <a:pt x="526477" y="776037"/>
                  <a:pt x="487035" y="776027"/>
                </a:cubicBezTo>
                <a:lnTo>
                  <a:pt x="450000" y="776027"/>
                </a:lnTo>
                <a:lnTo>
                  <a:pt x="450000" y="854777"/>
                </a:lnTo>
                <a:cubicBezTo>
                  <a:pt x="450000" y="873416"/>
                  <a:pt x="434890" y="888527"/>
                  <a:pt x="416250" y="888527"/>
                </a:cubicBezTo>
                <a:lnTo>
                  <a:pt x="236250" y="888527"/>
                </a:lnTo>
                <a:cubicBezTo>
                  <a:pt x="217610" y="888527"/>
                  <a:pt x="202500" y="873416"/>
                  <a:pt x="202500" y="854777"/>
                </a:cubicBezTo>
                <a:lnTo>
                  <a:pt x="202500" y="674777"/>
                </a:lnTo>
                <a:cubicBezTo>
                  <a:pt x="202500" y="656137"/>
                  <a:pt x="217610" y="641027"/>
                  <a:pt x="236250" y="641027"/>
                </a:cubicBezTo>
                <a:lnTo>
                  <a:pt x="416250" y="641027"/>
                </a:lnTo>
                <a:cubicBezTo>
                  <a:pt x="434890" y="641027"/>
                  <a:pt x="450000" y="656137"/>
                  <a:pt x="450000" y="674777"/>
                </a:cubicBezTo>
                <a:lnTo>
                  <a:pt x="450000" y="708527"/>
                </a:lnTo>
                <a:lnTo>
                  <a:pt x="487035" y="708527"/>
                </a:lnTo>
                <a:cubicBezTo>
                  <a:pt x="497385" y="708527"/>
                  <a:pt x="506655" y="701867"/>
                  <a:pt x="509895" y="692057"/>
                </a:cubicBezTo>
                <a:lnTo>
                  <a:pt x="551025" y="568667"/>
                </a:lnTo>
                <a:cubicBezTo>
                  <a:pt x="563501" y="531250"/>
                  <a:pt x="598523" y="506016"/>
                  <a:pt x="637965" y="506027"/>
                </a:cubicBezTo>
                <a:lnTo>
                  <a:pt x="652500" y="506027"/>
                </a:lnTo>
                <a:lnTo>
                  <a:pt x="652500" y="427277"/>
                </a:lnTo>
                <a:close/>
                <a:moveTo>
                  <a:pt x="720000" y="540587"/>
                </a:moveTo>
                <a:lnTo>
                  <a:pt x="720000" y="573527"/>
                </a:lnTo>
                <a:lnTo>
                  <a:pt x="832500" y="573527"/>
                </a:lnTo>
                <a:lnTo>
                  <a:pt x="832500" y="461027"/>
                </a:lnTo>
                <a:lnTo>
                  <a:pt x="720000" y="461027"/>
                </a:lnTo>
                <a:lnTo>
                  <a:pt x="720000" y="538967"/>
                </a:lnTo>
                <a:cubicBezTo>
                  <a:pt x="720009" y="539507"/>
                  <a:pt x="720009" y="540047"/>
                  <a:pt x="720000" y="540587"/>
                </a:cubicBezTo>
                <a:close/>
                <a:moveTo>
                  <a:pt x="270000" y="708527"/>
                </a:moveTo>
                <a:lnTo>
                  <a:pt x="270000" y="821027"/>
                </a:lnTo>
                <a:lnTo>
                  <a:pt x="382500" y="821027"/>
                </a:lnTo>
                <a:lnTo>
                  <a:pt x="382500" y="708527"/>
                </a:lnTo>
                <a:lnTo>
                  <a:pt x="270000" y="708527"/>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 name="Graphic 3">
            <a:extLst>
              <a:ext uri="{FF2B5EF4-FFF2-40B4-BE49-F238E27FC236}">
                <a16:creationId xmlns:a16="http://schemas.microsoft.com/office/drawing/2014/main" id="{2D3D8C42-B844-DA76-DD74-E2EA0EA68EC0}"/>
              </a:ext>
            </a:extLst>
          </p:cNvPr>
          <p:cNvSpPr/>
          <p:nvPr/>
        </p:nvSpPr>
        <p:spPr>
          <a:xfrm>
            <a:off x="8502102" y="5288756"/>
            <a:ext cx="439709" cy="439709"/>
          </a:xfrm>
          <a:custGeom>
            <a:avLst/>
            <a:gdLst>
              <a:gd name="connsiteX0" fmla="*/ 605555 w 899980"/>
              <a:gd name="connsiteY0" fmla="*/ 200555 h 899980"/>
              <a:gd name="connsiteX1" fmla="*/ 541925 w 899980"/>
              <a:gd name="connsiteY1" fmla="*/ 200555 h 899980"/>
              <a:gd name="connsiteX2" fmla="*/ 494990 w 899980"/>
              <a:gd name="connsiteY2" fmla="*/ 153620 h 899980"/>
              <a:gd name="connsiteX3" fmla="*/ 494990 w 899980"/>
              <a:gd name="connsiteY3" fmla="*/ 281240 h 899980"/>
              <a:gd name="connsiteX4" fmla="*/ 449990 w 899980"/>
              <a:gd name="connsiteY4" fmla="*/ 326240 h 899980"/>
              <a:gd name="connsiteX5" fmla="*/ 404990 w 899980"/>
              <a:gd name="connsiteY5" fmla="*/ 281240 h 899980"/>
              <a:gd name="connsiteX6" fmla="*/ 404990 w 899980"/>
              <a:gd name="connsiteY6" fmla="*/ 153620 h 899980"/>
              <a:gd name="connsiteX7" fmla="*/ 358055 w 899980"/>
              <a:gd name="connsiteY7" fmla="*/ 200555 h 899980"/>
              <a:gd name="connsiteX8" fmla="*/ 294425 w 899980"/>
              <a:gd name="connsiteY8" fmla="*/ 199449 h 899980"/>
              <a:gd name="connsiteX9" fmla="*/ 294425 w 899980"/>
              <a:gd name="connsiteY9" fmla="*/ 136925 h 899980"/>
              <a:gd name="connsiteX10" fmla="*/ 418175 w 899980"/>
              <a:gd name="connsiteY10" fmla="*/ 13175 h 899980"/>
              <a:gd name="connsiteX11" fmla="*/ 481805 w 899980"/>
              <a:gd name="connsiteY11" fmla="*/ 13175 h 899980"/>
              <a:gd name="connsiteX12" fmla="*/ 605555 w 899980"/>
              <a:gd name="connsiteY12" fmla="*/ 136925 h 899980"/>
              <a:gd name="connsiteX13" fmla="*/ 605555 w 899980"/>
              <a:gd name="connsiteY13" fmla="*/ 200555 h 899980"/>
              <a:gd name="connsiteX14" fmla="*/ 200555 w 899980"/>
              <a:gd name="connsiteY14" fmla="*/ 541925 h 899980"/>
              <a:gd name="connsiteX15" fmla="*/ 201661 w 899980"/>
              <a:gd name="connsiteY15" fmla="*/ 605555 h 899980"/>
              <a:gd name="connsiteX16" fmla="*/ 138031 w 899980"/>
              <a:gd name="connsiteY16" fmla="*/ 606661 h 899980"/>
              <a:gd name="connsiteX17" fmla="*/ 136925 w 899980"/>
              <a:gd name="connsiteY17" fmla="*/ 605555 h 899980"/>
              <a:gd name="connsiteX18" fmla="*/ 13175 w 899980"/>
              <a:gd name="connsiteY18" fmla="*/ 481805 h 899980"/>
              <a:gd name="connsiteX19" fmla="*/ 13175 w 899980"/>
              <a:gd name="connsiteY19" fmla="*/ 418175 h 899980"/>
              <a:gd name="connsiteX20" fmla="*/ 136925 w 899980"/>
              <a:gd name="connsiteY20" fmla="*/ 294425 h 899980"/>
              <a:gd name="connsiteX21" fmla="*/ 200555 w 899980"/>
              <a:gd name="connsiteY21" fmla="*/ 295531 h 899980"/>
              <a:gd name="connsiteX22" fmla="*/ 200555 w 899980"/>
              <a:gd name="connsiteY22" fmla="*/ 358055 h 899980"/>
              <a:gd name="connsiteX23" fmla="*/ 153620 w 899980"/>
              <a:gd name="connsiteY23" fmla="*/ 404990 h 899980"/>
              <a:gd name="connsiteX24" fmla="*/ 281240 w 899980"/>
              <a:gd name="connsiteY24" fmla="*/ 404990 h 899980"/>
              <a:gd name="connsiteX25" fmla="*/ 326240 w 899980"/>
              <a:gd name="connsiteY25" fmla="*/ 449990 h 899980"/>
              <a:gd name="connsiteX26" fmla="*/ 281240 w 899980"/>
              <a:gd name="connsiteY26" fmla="*/ 494990 h 899980"/>
              <a:gd name="connsiteX27" fmla="*/ 153620 w 899980"/>
              <a:gd name="connsiteY27" fmla="*/ 494990 h 899980"/>
              <a:gd name="connsiteX28" fmla="*/ 200555 w 899980"/>
              <a:gd name="connsiteY28" fmla="*/ 541925 h 899980"/>
              <a:gd name="connsiteX29" fmla="*/ 763055 w 899980"/>
              <a:gd name="connsiteY29" fmla="*/ 605555 h 899980"/>
              <a:gd name="connsiteX30" fmla="*/ 699425 w 899980"/>
              <a:gd name="connsiteY30" fmla="*/ 604449 h 899980"/>
              <a:gd name="connsiteX31" fmla="*/ 699425 w 899980"/>
              <a:gd name="connsiteY31" fmla="*/ 541925 h 899980"/>
              <a:gd name="connsiteX32" fmla="*/ 746360 w 899980"/>
              <a:gd name="connsiteY32" fmla="*/ 494990 h 899980"/>
              <a:gd name="connsiteX33" fmla="*/ 618740 w 899980"/>
              <a:gd name="connsiteY33" fmla="*/ 494990 h 899980"/>
              <a:gd name="connsiteX34" fmla="*/ 573740 w 899980"/>
              <a:gd name="connsiteY34" fmla="*/ 449990 h 899980"/>
              <a:gd name="connsiteX35" fmla="*/ 618740 w 899980"/>
              <a:gd name="connsiteY35" fmla="*/ 404990 h 899980"/>
              <a:gd name="connsiteX36" fmla="*/ 746360 w 899980"/>
              <a:gd name="connsiteY36" fmla="*/ 404990 h 899980"/>
              <a:gd name="connsiteX37" fmla="*/ 699425 w 899980"/>
              <a:gd name="connsiteY37" fmla="*/ 358055 h 899980"/>
              <a:gd name="connsiteX38" fmla="*/ 700531 w 899980"/>
              <a:gd name="connsiteY38" fmla="*/ 294425 h 899980"/>
              <a:gd name="connsiteX39" fmla="*/ 763055 w 899980"/>
              <a:gd name="connsiteY39" fmla="*/ 294425 h 899980"/>
              <a:gd name="connsiteX40" fmla="*/ 886805 w 899980"/>
              <a:gd name="connsiteY40" fmla="*/ 418175 h 899980"/>
              <a:gd name="connsiteX41" fmla="*/ 886805 w 899980"/>
              <a:gd name="connsiteY41" fmla="*/ 481805 h 899980"/>
              <a:gd name="connsiteX42" fmla="*/ 763055 w 899980"/>
              <a:gd name="connsiteY42" fmla="*/ 605555 h 899980"/>
              <a:gd name="connsiteX43" fmla="*/ 404990 w 899980"/>
              <a:gd name="connsiteY43" fmla="*/ 746360 h 899980"/>
              <a:gd name="connsiteX44" fmla="*/ 404990 w 899980"/>
              <a:gd name="connsiteY44" fmla="*/ 618740 h 899980"/>
              <a:gd name="connsiteX45" fmla="*/ 449990 w 899980"/>
              <a:gd name="connsiteY45" fmla="*/ 573740 h 899980"/>
              <a:gd name="connsiteX46" fmla="*/ 494990 w 899980"/>
              <a:gd name="connsiteY46" fmla="*/ 618740 h 899980"/>
              <a:gd name="connsiteX47" fmla="*/ 494990 w 899980"/>
              <a:gd name="connsiteY47" fmla="*/ 746360 h 899980"/>
              <a:gd name="connsiteX48" fmla="*/ 541925 w 899980"/>
              <a:gd name="connsiteY48" fmla="*/ 699425 h 899980"/>
              <a:gd name="connsiteX49" fmla="*/ 605555 w 899980"/>
              <a:gd name="connsiteY49" fmla="*/ 700531 h 899980"/>
              <a:gd name="connsiteX50" fmla="*/ 605555 w 899980"/>
              <a:gd name="connsiteY50" fmla="*/ 763055 h 899980"/>
              <a:gd name="connsiteX51" fmla="*/ 481805 w 899980"/>
              <a:gd name="connsiteY51" fmla="*/ 886805 h 899980"/>
              <a:gd name="connsiteX52" fmla="*/ 418175 w 899980"/>
              <a:gd name="connsiteY52" fmla="*/ 886805 h 899980"/>
              <a:gd name="connsiteX53" fmla="*/ 294425 w 899980"/>
              <a:gd name="connsiteY53" fmla="*/ 763055 h 899980"/>
              <a:gd name="connsiteX54" fmla="*/ 293319 w 899980"/>
              <a:gd name="connsiteY54" fmla="*/ 699425 h 899980"/>
              <a:gd name="connsiteX55" fmla="*/ 356949 w 899980"/>
              <a:gd name="connsiteY55" fmla="*/ 698320 h 899980"/>
              <a:gd name="connsiteX56" fmla="*/ 358055 w 899980"/>
              <a:gd name="connsiteY56" fmla="*/ 699425 h 899980"/>
              <a:gd name="connsiteX57" fmla="*/ 404990 w 899980"/>
              <a:gd name="connsiteY57" fmla="*/ 746360 h 89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99980" h="899980">
                <a:moveTo>
                  <a:pt x="605555" y="200555"/>
                </a:moveTo>
                <a:cubicBezTo>
                  <a:pt x="587983" y="218123"/>
                  <a:pt x="559498" y="218123"/>
                  <a:pt x="541925" y="200555"/>
                </a:cubicBezTo>
                <a:lnTo>
                  <a:pt x="494990" y="153620"/>
                </a:lnTo>
                <a:lnTo>
                  <a:pt x="494990" y="281240"/>
                </a:lnTo>
                <a:cubicBezTo>
                  <a:pt x="494990" y="306093"/>
                  <a:pt x="474843" y="326240"/>
                  <a:pt x="449990" y="326240"/>
                </a:cubicBezTo>
                <a:cubicBezTo>
                  <a:pt x="425138" y="326240"/>
                  <a:pt x="404990" y="306093"/>
                  <a:pt x="404990" y="281240"/>
                </a:cubicBezTo>
                <a:lnTo>
                  <a:pt x="404990" y="153620"/>
                </a:lnTo>
                <a:lnTo>
                  <a:pt x="358055" y="200555"/>
                </a:lnTo>
                <a:cubicBezTo>
                  <a:pt x="340179" y="217821"/>
                  <a:pt x="311691" y="217326"/>
                  <a:pt x="294425" y="199449"/>
                </a:cubicBezTo>
                <a:cubicBezTo>
                  <a:pt x="277583" y="182011"/>
                  <a:pt x="277583" y="154364"/>
                  <a:pt x="294425" y="136925"/>
                </a:cubicBezTo>
                <a:lnTo>
                  <a:pt x="418175" y="13175"/>
                </a:lnTo>
                <a:cubicBezTo>
                  <a:pt x="435748" y="-4392"/>
                  <a:pt x="464233" y="-4392"/>
                  <a:pt x="481805" y="13175"/>
                </a:cubicBezTo>
                <a:lnTo>
                  <a:pt x="605555" y="136925"/>
                </a:lnTo>
                <a:cubicBezTo>
                  <a:pt x="623123" y="154498"/>
                  <a:pt x="623123" y="182983"/>
                  <a:pt x="605555" y="200555"/>
                </a:cubicBezTo>
                <a:close/>
                <a:moveTo>
                  <a:pt x="200555" y="541925"/>
                </a:moveTo>
                <a:cubicBezTo>
                  <a:pt x="218432" y="559191"/>
                  <a:pt x="218927" y="587679"/>
                  <a:pt x="201661" y="605555"/>
                </a:cubicBezTo>
                <a:cubicBezTo>
                  <a:pt x="184396" y="623432"/>
                  <a:pt x="155908" y="623927"/>
                  <a:pt x="138031" y="606661"/>
                </a:cubicBezTo>
                <a:cubicBezTo>
                  <a:pt x="137656" y="606299"/>
                  <a:pt x="137288" y="605930"/>
                  <a:pt x="136925" y="605555"/>
                </a:cubicBezTo>
                <a:lnTo>
                  <a:pt x="13175" y="481805"/>
                </a:lnTo>
                <a:cubicBezTo>
                  <a:pt x="-4392" y="464233"/>
                  <a:pt x="-4392" y="435748"/>
                  <a:pt x="13175" y="418175"/>
                </a:cubicBezTo>
                <a:lnTo>
                  <a:pt x="136925" y="294425"/>
                </a:lnTo>
                <a:cubicBezTo>
                  <a:pt x="154802" y="277160"/>
                  <a:pt x="183290" y="277655"/>
                  <a:pt x="200555" y="295531"/>
                </a:cubicBezTo>
                <a:cubicBezTo>
                  <a:pt x="217398" y="312970"/>
                  <a:pt x="217398" y="340617"/>
                  <a:pt x="200555" y="358055"/>
                </a:cubicBezTo>
                <a:lnTo>
                  <a:pt x="153620" y="404990"/>
                </a:lnTo>
                <a:lnTo>
                  <a:pt x="281240" y="404990"/>
                </a:lnTo>
                <a:cubicBezTo>
                  <a:pt x="306093" y="404990"/>
                  <a:pt x="326240" y="425138"/>
                  <a:pt x="326240" y="449990"/>
                </a:cubicBezTo>
                <a:cubicBezTo>
                  <a:pt x="326240" y="474843"/>
                  <a:pt x="306093" y="494990"/>
                  <a:pt x="281240" y="494990"/>
                </a:cubicBezTo>
                <a:lnTo>
                  <a:pt x="153620" y="494990"/>
                </a:lnTo>
                <a:lnTo>
                  <a:pt x="200555" y="541925"/>
                </a:lnTo>
                <a:close/>
                <a:moveTo>
                  <a:pt x="763055" y="605555"/>
                </a:moveTo>
                <a:cubicBezTo>
                  <a:pt x="745179" y="622821"/>
                  <a:pt x="716691" y="622326"/>
                  <a:pt x="699425" y="604449"/>
                </a:cubicBezTo>
                <a:cubicBezTo>
                  <a:pt x="682583" y="587011"/>
                  <a:pt x="682583" y="559364"/>
                  <a:pt x="699425" y="541925"/>
                </a:cubicBezTo>
                <a:lnTo>
                  <a:pt x="746360" y="494990"/>
                </a:lnTo>
                <a:lnTo>
                  <a:pt x="618740" y="494990"/>
                </a:lnTo>
                <a:cubicBezTo>
                  <a:pt x="593888" y="494990"/>
                  <a:pt x="573740" y="474843"/>
                  <a:pt x="573740" y="449990"/>
                </a:cubicBezTo>
                <a:cubicBezTo>
                  <a:pt x="573740" y="425138"/>
                  <a:pt x="593888" y="404990"/>
                  <a:pt x="618740" y="404990"/>
                </a:cubicBezTo>
                <a:lnTo>
                  <a:pt x="746360" y="404990"/>
                </a:lnTo>
                <a:lnTo>
                  <a:pt x="699425" y="358055"/>
                </a:lnTo>
                <a:cubicBezTo>
                  <a:pt x="682160" y="340179"/>
                  <a:pt x="682655" y="311691"/>
                  <a:pt x="700531" y="294425"/>
                </a:cubicBezTo>
                <a:cubicBezTo>
                  <a:pt x="717970" y="277583"/>
                  <a:pt x="745617" y="277583"/>
                  <a:pt x="763055" y="294425"/>
                </a:cubicBezTo>
                <a:lnTo>
                  <a:pt x="886805" y="418175"/>
                </a:lnTo>
                <a:cubicBezTo>
                  <a:pt x="904373" y="435748"/>
                  <a:pt x="904373" y="464233"/>
                  <a:pt x="886805" y="481805"/>
                </a:cubicBezTo>
                <a:lnTo>
                  <a:pt x="763055" y="605555"/>
                </a:lnTo>
                <a:close/>
                <a:moveTo>
                  <a:pt x="404990" y="746360"/>
                </a:moveTo>
                <a:lnTo>
                  <a:pt x="404990" y="618740"/>
                </a:lnTo>
                <a:cubicBezTo>
                  <a:pt x="404990" y="593888"/>
                  <a:pt x="425138" y="573740"/>
                  <a:pt x="449990" y="573740"/>
                </a:cubicBezTo>
                <a:cubicBezTo>
                  <a:pt x="474843" y="573740"/>
                  <a:pt x="494990" y="593888"/>
                  <a:pt x="494990" y="618740"/>
                </a:cubicBezTo>
                <a:lnTo>
                  <a:pt x="494990" y="746360"/>
                </a:lnTo>
                <a:lnTo>
                  <a:pt x="541925" y="699425"/>
                </a:lnTo>
                <a:cubicBezTo>
                  <a:pt x="559802" y="682160"/>
                  <a:pt x="588290" y="682655"/>
                  <a:pt x="605555" y="700531"/>
                </a:cubicBezTo>
                <a:cubicBezTo>
                  <a:pt x="622398" y="717970"/>
                  <a:pt x="622398" y="745617"/>
                  <a:pt x="605555" y="763055"/>
                </a:cubicBezTo>
                <a:lnTo>
                  <a:pt x="481805" y="886805"/>
                </a:lnTo>
                <a:cubicBezTo>
                  <a:pt x="464233" y="904373"/>
                  <a:pt x="435748" y="904373"/>
                  <a:pt x="418175" y="886805"/>
                </a:cubicBezTo>
                <a:lnTo>
                  <a:pt x="294425" y="763055"/>
                </a:lnTo>
                <a:cubicBezTo>
                  <a:pt x="276549" y="745790"/>
                  <a:pt x="276054" y="717302"/>
                  <a:pt x="293319" y="699425"/>
                </a:cubicBezTo>
                <a:cubicBezTo>
                  <a:pt x="310585" y="681549"/>
                  <a:pt x="339073" y="681054"/>
                  <a:pt x="356949" y="698320"/>
                </a:cubicBezTo>
                <a:cubicBezTo>
                  <a:pt x="357325" y="698682"/>
                  <a:pt x="357693" y="699050"/>
                  <a:pt x="358055" y="699425"/>
                </a:cubicBezTo>
                <a:lnTo>
                  <a:pt x="404990" y="746360"/>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5">
            <a:extLst>
              <a:ext uri="{FF2B5EF4-FFF2-40B4-BE49-F238E27FC236}">
                <a16:creationId xmlns:a16="http://schemas.microsoft.com/office/drawing/2014/main" id="{728295D4-D242-A7BE-529C-007493F4E1AE}"/>
              </a:ext>
            </a:extLst>
          </p:cNvPr>
          <p:cNvSpPr/>
          <p:nvPr/>
        </p:nvSpPr>
        <p:spPr>
          <a:xfrm>
            <a:off x="937393" y="5288753"/>
            <a:ext cx="439790" cy="439744"/>
          </a:xfrm>
          <a:custGeom>
            <a:avLst/>
            <a:gdLst>
              <a:gd name="connsiteX0" fmla="*/ 751950 w 900147"/>
              <a:gd name="connsiteY0" fmla="*/ 13172 h 900052"/>
              <a:gd name="connsiteX1" fmla="*/ 688298 w 900147"/>
              <a:gd name="connsiteY1" fmla="*/ 13194 h 900052"/>
              <a:gd name="connsiteX2" fmla="*/ 688320 w 900147"/>
              <a:gd name="connsiteY2" fmla="*/ 76847 h 900052"/>
              <a:gd name="connsiteX3" fmla="*/ 746460 w 900147"/>
              <a:gd name="connsiteY3" fmla="*/ 134897 h 900052"/>
              <a:gd name="connsiteX4" fmla="*/ 494820 w 900147"/>
              <a:gd name="connsiteY4" fmla="*/ 134897 h 900052"/>
              <a:gd name="connsiteX5" fmla="*/ 359820 w 900147"/>
              <a:gd name="connsiteY5" fmla="*/ 269897 h 900052"/>
              <a:gd name="connsiteX6" fmla="*/ 359820 w 900147"/>
              <a:gd name="connsiteY6" fmla="*/ 674852 h 900052"/>
              <a:gd name="connsiteX7" fmla="*/ 314820 w 900147"/>
              <a:gd name="connsiteY7" fmla="*/ 719852 h 900052"/>
              <a:gd name="connsiteX8" fmla="*/ 262260 w 900147"/>
              <a:gd name="connsiteY8" fmla="*/ 719852 h 900052"/>
              <a:gd name="connsiteX9" fmla="*/ 89730 w 900147"/>
              <a:gd name="connsiteY9" fmla="*/ 637952 h 900052"/>
              <a:gd name="connsiteX10" fmla="*/ 0 w 900147"/>
              <a:gd name="connsiteY10" fmla="*/ 765032 h 900052"/>
              <a:gd name="connsiteX11" fmla="*/ 134979 w 900147"/>
              <a:gd name="connsiteY11" fmla="*/ 900052 h 900052"/>
              <a:gd name="connsiteX12" fmla="*/ 262350 w 900147"/>
              <a:gd name="connsiteY12" fmla="*/ 809852 h 900052"/>
              <a:gd name="connsiteX13" fmla="*/ 314820 w 900147"/>
              <a:gd name="connsiteY13" fmla="*/ 809852 h 900052"/>
              <a:gd name="connsiteX14" fmla="*/ 449820 w 900147"/>
              <a:gd name="connsiteY14" fmla="*/ 674852 h 900052"/>
              <a:gd name="connsiteX15" fmla="*/ 449820 w 900147"/>
              <a:gd name="connsiteY15" fmla="*/ 269852 h 900052"/>
              <a:gd name="connsiteX16" fmla="*/ 494820 w 900147"/>
              <a:gd name="connsiteY16" fmla="*/ 224852 h 900052"/>
              <a:gd name="connsiteX17" fmla="*/ 746325 w 900147"/>
              <a:gd name="connsiteY17" fmla="*/ 224852 h 900052"/>
              <a:gd name="connsiteX18" fmla="*/ 688050 w 900147"/>
              <a:gd name="connsiteY18" fmla="*/ 282947 h 900052"/>
              <a:gd name="connsiteX19" fmla="*/ 685877 w 900147"/>
              <a:gd name="connsiteY19" fmla="*/ 346549 h 900052"/>
              <a:gd name="connsiteX20" fmla="*/ 749480 w 900147"/>
              <a:gd name="connsiteY20" fmla="*/ 348722 h 900052"/>
              <a:gd name="connsiteX21" fmla="*/ 751500 w 900147"/>
              <a:gd name="connsiteY21" fmla="*/ 346712 h 900052"/>
              <a:gd name="connsiteX22" fmla="*/ 886950 w 900147"/>
              <a:gd name="connsiteY22" fmla="*/ 211712 h 900052"/>
              <a:gd name="connsiteX23" fmla="*/ 886985 w 900147"/>
              <a:gd name="connsiteY23" fmla="*/ 148072 h 900052"/>
              <a:gd name="connsiteX24" fmla="*/ 886950 w 900147"/>
              <a:gd name="connsiteY24" fmla="*/ 148037 h 900052"/>
              <a:gd name="connsiteX25" fmla="*/ 751950 w 900147"/>
              <a:gd name="connsiteY25" fmla="*/ 13172 h 90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00147" h="900052">
                <a:moveTo>
                  <a:pt x="751950" y="13172"/>
                </a:moveTo>
                <a:cubicBezTo>
                  <a:pt x="734367" y="-4399"/>
                  <a:pt x="705868" y="-4389"/>
                  <a:pt x="688298" y="13194"/>
                </a:cubicBezTo>
                <a:cubicBezTo>
                  <a:pt x="670727" y="30777"/>
                  <a:pt x="670737" y="59276"/>
                  <a:pt x="688320" y="76847"/>
                </a:cubicBezTo>
                <a:lnTo>
                  <a:pt x="746460" y="134897"/>
                </a:lnTo>
                <a:lnTo>
                  <a:pt x="494820" y="134897"/>
                </a:lnTo>
                <a:cubicBezTo>
                  <a:pt x="420262" y="134897"/>
                  <a:pt x="359820" y="195338"/>
                  <a:pt x="359820" y="269897"/>
                </a:cubicBezTo>
                <a:lnTo>
                  <a:pt x="359820" y="674852"/>
                </a:lnTo>
                <a:cubicBezTo>
                  <a:pt x="359820" y="699704"/>
                  <a:pt x="339673" y="719852"/>
                  <a:pt x="314820" y="719852"/>
                </a:cubicBezTo>
                <a:lnTo>
                  <a:pt x="262260" y="719852"/>
                </a:lnTo>
                <a:cubicBezTo>
                  <a:pt x="237233" y="649593"/>
                  <a:pt x="159989" y="612925"/>
                  <a:pt x="89730" y="637952"/>
                </a:cubicBezTo>
                <a:cubicBezTo>
                  <a:pt x="35975" y="657100"/>
                  <a:pt x="57" y="707968"/>
                  <a:pt x="0" y="765032"/>
                </a:cubicBezTo>
                <a:cubicBezTo>
                  <a:pt x="-11" y="839590"/>
                  <a:pt x="60421" y="900041"/>
                  <a:pt x="134979" y="900052"/>
                </a:cubicBezTo>
                <a:cubicBezTo>
                  <a:pt x="192276" y="900061"/>
                  <a:pt x="243336" y="863901"/>
                  <a:pt x="262350" y="809852"/>
                </a:cubicBezTo>
                <a:lnTo>
                  <a:pt x="314820" y="809852"/>
                </a:lnTo>
                <a:cubicBezTo>
                  <a:pt x="389378" y="809852"/>
                  <a:pt x="449820" y="749410"/>
                  <a:pt x="449820" y="674852"/>
                </a:cubicBezTo>
                <a:lnTo>
                  <a:pt x="449820" y="269852"/>
                </a:lnTo>
                <a:cubicBezTo>
                  <a:pt x="449820" y="244999"/>
                  <a:pt x="469967" y="224852"/>
                  <a:pt x="494820" y="224852"/>
                </a:cubicBezTo>
                <a:lnTo>
                  <a:pt x="746325" y="224852"/>
                </a:lnTo>
                <a:lnTo>
                  <a:pt x="688050" y="282947"/>
                </a:lnTo>
                <a:cubicBezTo>
                  <a:pt x="669887" y="299910"/>
                  <a:pt x="668914" y="328386"/>
                  <a:pt x="685877" y="346549"/>
                </a:cubicBezTo>
                <a:cubicBezTo>
                  <a:pt x="702841" y="364712"/>
                  <a:pt x="731317" y="365685"/>
                  <a:pt x="749480" y="348722"/>
                </a:cubicBezTo>
                <a:cubicBezTo>
                  <a:pt x="750174" y="348073"/>
                  <a:pt x="750848" y="347403"/>
                  <a:pt x="751500" y="346712"/>
                </a:cubicBezTo>
                <a:lnTo>
                  <a:pt x="886950" y="211712"/>
                </a:lnTo>
                <a:cubicBezTo>
                  <a:pt x="904533" y="194148"/>
                  <a:pt x="904549" y="165655"/>
                  <a:pt x="886985" y="148072"/>
                </a:cubicBezTo>
                <a:cubicBezTo>
                  <a:pt x="886974" y="148060"/>
                  <a:pt x="886962" y="148048"/>
                  <a:pt x="886950" y="148037"/>
                </a:cubicBezTo>
                <a:lnTo>
                  <a:pt x="751950" y="13172"/>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Graphic 7">
            <a:extLst>
              <a:ext uri="{FF2B5EF4-FFF2-40B4-BE49-F238E27FC236}">
                <a16:creationId xmlns:a16="http://schemas.microsoft.com/office/drawing/2014/main" id="{4A6DA7E1-161C-6323-81D2-313A5ACDA84E}"/>
              </a:ext>
            </a:extLst>
          </p:cNvPr>
          <p:cNvSpPr/>
          <p:nvPr/>
        </p:nvSpPr>
        <p:spPr>
          <a:xfrm>
            <a:off x="4716362" y="5294362"/>
            <a:ext cx="439719" cy="434113"/>
          </a:xfrm>
          <a:custGeom>
            <a:avLst/>
            <a:gdLst>
              <a:gd name="connsiteX0" fmla="*/ 183915 w 900000"/>
              <a:gd name="connsiteY0" fmla="*/ 213527 h 888526"/>
              <a:gd name="connsiteX1" fmla="*/ 484107 w 900000"/>
              <a:gd name="connsiteY1" fmla="*/ 4049 h 888526"/>
              <a:gd name="connsiteX2" fmla="*/ 693585 w 900000"/>
              <a:gd name="connsiteY2" fmla="*/ 213527 h 888526"/>
              <a:gd name="connsiteX3" fmla="*/ 697500 w 900000"/>
              <a:gd name="connsiteY3" fmla="*/ 213527 h 888526"/>
              <a:gd name="connsiteX4" fmla="*/ 871875 w 900000"/>
              <a:gd name="connsiteY4" fmla="*/ 348707 h 888526"/>
              <a:gd name="connsiteX5" fmla="*/ 866250 w 900000"/>
              <a:gd name="connsiteY5" fmla="*/ 348527 h 888526"/>
              <a:gd name="connsiteX6" fmla="*/ 686250 w 900000"/>
              <a:gd name="connsiteY6" fmla="*/ 348527 h 888526"/>
              <a:gd name="connsiteX7" fmla="*/ 607500 w 900000"/>
              <a:gd name="connsiteY7" fmla="*/ 427277 h 888526"/>
              <a:gd name="connsiteX8" fmla="*/ 607500 w 900000"/>
              <a:gd name="connsiteY8" fmla="*/ 464447 h 888526"/>
              <a:gd name="connsiteX9" fmla="*/ 508365 w 900000"/>
              <a:gd name="connsiteY9" fmla="*/ 554447 h 888526"/>
              <a:gd name="connsiteX10" fmla="*/ 501975 w 900000"/>
              <a:gd name="connsiteY10" fmla="*/ 573527 h 888526"/>
              <a:gd name="connsiteX11" fmla="*/ 180000 w 900000"/>
              <a:gd name="connsiteY11" fmla="*/ 573527 h 888526"/>
              <a:gd name="connsiteX12" fmla="*/ 0 w 900000"/>
              <a:gd name="connsiteY12" fmla="*/ 393527 h 888526"/>
              <a:gd name="connsiteX13" fmla="*/ 180000 w 900000"/>
              <a:gd name="connsiteY13" fmla="*/ 213527 h 888526"/>
              <a:gd name="connsiteX14" fmla="*/ 183915 w 900000"/>
              <a:gd name="connsiteY14" fmla="*/ 213527 h 888526"/>
              <a:gd name="connsiteX15" fmla="*/ 652500 w 900000"/>
              <a:gd name="connsiteY15" fmla="*/ 427277 h 888526"/>
              <a:gd name="connsiteX16" fmla="*/ 686250 w 900000"/>
              <a:gd name="connsiteY16" fmla="*/ 393527 h 888526"/>
              <a:gd name="connsiteX17" fmla="*/ 866250 w 900000"/>
              <a:gd name="connsiteY17" fmla="*/ 393527 h 888526"/>
              <a:gd name="connsiteX18" fmla="*/ 900000 w 900000"/>
              <a:gd name="connsiteY18" fmla="*/ 427277 h 888526"/>
              <a:gd name="connsiteX19" fmla="*/ 900000 w 900000"/>
              <a:gd name="connsiteY19" fmla="*/ 607277 h 888526"/>
              <a:gd name="connsiteX20" fmla="*/ 866250 w 900000"/>
              <a:gd name="connsiteY20" fmla="*/ 641027 h 888526"/>
              <a:gd name="connsiteX21" fmla="*/ 686250 w 900000"/>
              <a:gd name="connsiteY21" fmla="*/ 641027 h 888526"/>
              <a:gd name="connsiteX22" fmla="*/ 652500 w 900000"/>
              <a:gd name="connsiteY22" fmla="*/ 607277 h 888526"/>
              <a:gd name="connsiteX23" fmla="*/ 652500 w 900000"/>
              <a:gd name="connsiteY23" fmla="*/ 573527 h 888526"/>
              <a:gd name="connsiteX24" fmla="*/ 637965 w 900000"/>
              <a:gd name="connsiteY24" fmla="*/ 573527 h 888526"/>
              <a:gd name="connsiteX25" fmla="*/ 615105 w 900000"/>
              <a:gd name="connsiteY25" fmla="*/ 589997 h 888526"/>
              <a:gd name="connsiteX26" fmla="*/ 573975 w 900000"/>
              <a:gd name="connsiteY26" fmla="*/ 713387 h 888526"/>
              <a:gd name="connsiteX27" fmla="*/ 487035 w 900000"/>
              <a:gd name="connsiteY27" fmla="*/ 776027 h 888526"/>
              <a:gd name="connsiteX28" fmla="*/ 450000 w 900000"/>
              <a:gd name="connsiteY28" fmla="*/ 776027 h 888526"/>
              <a:gd name="connsiteX29" fmla="*/ 450000 w 900000"/>
              <a:gd name="connsiteY29" fmla="*/ 854777 h 888526"/>
              <a:gd name="connsiteX30" fmla="*/ 416250 w 900000"/>
              <a:gd name="connsiteY30" fmla="*/ 888527 h 888526"/>
              <a:gd name="connsiteX31" fmla="*/ 236250 w 900000"/>
              <a:gd name="connsiteY31" fmla="*/ 888527 h 888526"/>
              <a:gd name="connsiteX32" fmla="*/ 202500 w 900000"/>
              <a:gd name="connsiteY32" fmla="*/ 854777 h 888526"/>
              <a:gd name="connsiteX33" fmla="*/ 202500 w 900000"/>
              <a:gd name="connsiteY33" fmla="*/ 674777 h 888526"/>
              <a:gd name="connsiteX34" fmla="*/ 236250 w 900000"/>
              <a:gd name="connsiteY34" fmla="*/ 641027 h 888526"/>
              <a:gd name="connsiteX35" fmla="*/ 416250 w 900000"/>
              <a:gd name="connsiteY35" fmla="*/ 641027 h 888526"/>
              <a:gd name="connsiteX36" fmla="*/ 450000 w 900000"/>
              <a:gd name="connsiteY36" fmla="*/ 674777 h 888526"/>
              <a:gd name="connsiteX37" fmla="*/ 450000 w 900000"/>
              <a:gd name="connsiteY37" fmla="*/ 708527 h 888526"/>
              <a:gd name="connsiteX38" fmla="*/ 487035 w 900000"/>
              <a:gd name="connsiteY38" fmla="*/ 708527 h 888526"/>
              <a:gd name="connsiteX39" fmla="*/ 509895 w 900000"/>
              <a:gd name="connsiteY39" fmla="*/ 692057 h 888526"/>
              <a:gd name="connsiteX40" fmla="*/ 551025 w 900000"/>
              <a:gd name="connsiteY40" fmla="*/ 568667 h 888526"/>
              <a:gd name="connsiteX41" fmla="*/ 637965 w 900000"/>
              <a:gd name="connsiteY41" fmla="*/ 506027 h 888526"/>
              <a:gd name="connsiteX42" fmla="*/ 652500 w 900000"/>
              <a:gd name="connsiteY42" fmla="*/ 506027 h 888526"/>
              <a:gd name="connsiteX43" fmla="*/ 652500 w 900000"/>
              <a:gd name="connsiteY43" fmla="*/ 427277 h 888526"/>
              <a:gd name="connsiteX44" fmla="*/ 720000 w 900000"/>
              <a:gd name="connsiteY44" fmla="*/ 540587 h 888526"/>
              <a:gd name="connsiteX45" fmla="*/ 720000 w 900000"/>
              <a:gd name="connsiteY45" fmla="*/ 573527 h 888526"/>
              <a:gd name="connsiteX46" fmla="*/ 832500 w 900000"/>
              <a:gd name="connsiteY46" fmla="*/ 573527 h 888526"/>
              <a:gd name="connsiteX47" fmla="*/ 832500 w 900000"/>
              <a:gd name="connsiteY47" fmla="*/ 461027 h 888526"/>
              <a:gd name="connsiteX48" fmla="*/ 720000 w 900000"/>
              <a:gd name="connsiteY48" fmla="*/ 461027 h 888526"/>
              <a:gd name="connsiteX49" fmla="*/ 720000 w 900000"/>
              <a:gd name="connsiteY49" fmla="*/ 538967 h 888526"/>
              <a:gd name="connsiteX50" fmla="*/ 720000 w 900000"/>
              <a:gd name="connsiteY50" fmla="*/ 540587 h 888526"/>
              <a:gd name="connsiteX51" fmla="*/ 270000 w 900000"/>
              <a:gd name="connsiteY51" fmla="*/ 708527 h 888526"/>
              <a:gd name="connsiteX52" fmla="*/ 270000 w 900000"/>
              <a:gd name="connsiteY52" fmla="*/ 821027 h 888526"/>
              <a:gd name="connsiteX53" fmla="*/ 382500 w 900000"/>
              <a:gd name="connsiteY53" fmla="*/ 821027 h 888526"/>
              <a:gd name="connsiteX54" fmla="*/ 382500 w 900000"/>
              <a:gd name="connsiteY54" fmla="*/ 708527 h 888526"/>
              <a:gd name="connsiteX55" fmla="*/ 270000 w 900000"/>
              <a:gd name="connsiteY55" fmla="*/ 708527 h 8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00000" h="888526">
                <a:moveTo>
                  <a:pt x="183915" y="213527"/>
                </a:moveTo>
                <a:cubicBezTo>
                  <a:pt x="208965" y="72785"/>
                  <a:pt x="343366" y="-21001"/>
                  <a:pt x="484107" y="4049"/>
                </a:cubicBezTo>
                <a:cubicBezTo>
                  <a:pt x="590939" y="23063"/>
                  <a:pt x="674570" y="106695"/>
                  <a:pt x="693585" y="213527"/>
                </a:cubicBezTo>
                <a:lnTo>
                  <a:pt x="697500" y="213527"/>
                </a:lnTo>
                <a:cubicBezTo>
                  <a:pt x="779655" y="213538"/>
                  <a:pt x="851388" y="269148"/>
                  <a:pt x="871875" y="348707"/>
                </a:cubicBezTo>
                <a:cubicBezTo>
                  <a:pt x="870003" y="348581"/>
                  <a:pt x="868127" y="348521"/>
                  <a:pt x="866250" y="348527"/>
                </a:cubicBezTo>
                <a:lnTo>
                  <a:pt x="686250" y="348527"/>
                </a:lnTo>
                <a:cubicBezTo>
                  <a:pt x="642758" y="348527"/>
                  <a:pt x="607500" y="383784"/>
                  <a:pt x="607500" y="427277"/>
                </a:cubicBezTo>
                <a:lnTo>
                  <a:pt x="607500" y="464447"/>
                </a:lnTo>
                <a:cubicBezTo>
                  <a:pt x="561012" y="475088"/>
                  <a:pt x="523437" y="509200"/>
                  <a:pt x="508365" y="554447"/>
                </a:cubicBezTo>
                <a:lnTo>
                  <a:pt x="501975" y="573527"/>
                </a:lnTo>
                <a:lnTo>
                  <a:pt x="180000" y="573527"/>
                </a:lnTo>
                <a:cubicBezTo>
                  <a:pt x="80589" y="573527"/>
                  <a:pt x="0" y="492938"/>
                  <a:pt x="0" y="393527"/>
                </a:cubicBezTo>
                <a:cubicBezTo>
                  <a:pt x="0" y="294115"/>
                  <a:pt x="80589" y="213527"/>
                  <a:pt x="180000" y="213527"/>
                </a:cubicBezTo>
                <a:lnTo>
                  <a:pt x="183915" y="213527"/>
                </a:lnTo>
                <a:close/>
                <a:moveTo>
                  <a:pt x="652500" y="427277"/>
                </a:moveTo>
                <a:cubicBezTo>
                  <a:pt x="652500" y="408637"/>
                  <a:pt x="667610" y="393527"/>
                  <a:pt x="686250" y="393527"/>
                </a:cubicBezTo>
                <a:lnTo>
                  <a:pt x="866250" y="393527"/>
                </a:lnTo>
                <a:cubicBezTo>
                  <a:pt x="884890" y="393527"/>
                  <a:pt x="900000" y="408637"/>
                  <a:pt x="900000" y="427277"/>
                </a:cubicBezTo>
                <a:lnTo>
                  <a:pt x="900000" y="607277"/>
                </a:lnTo>
                <a:cubicBezTo>
                  <a:pt x="900000" y="625916"/>
                  <a:pt x="884890" y="641027"/>
                  <a:pt x="866250" y="641027"/>
                </a:cubicBezTo>
                <a:lnTo>
                  <a:pt x="686250" y="641027"/>
                </a:lnTo>
                <a:cubicBezTo>
                  <a:pt x="667610" y="641027"/>
                  <a:pt x="652500" y="625916"/>
                  <a:pt x="652500" y="607277"/>
                </a:cubicBezTo>
                <a:lnTo>
                  <a:pt x="652500" y="573527"/>
                </a:lnTo>
                <a:lnTo>
                  <a:pt x="637965" y="573527"/>
                </a:lnTo>
                <a:cubicBezTo>
                  <a:pt x="627597" y="573533"/>
                  <a:pt x="618393" y="580164"/>
                  <a:pt x="615105" y="589997"/>
                </a:cubicBezTo>
                <a:lnTo>
                  <a:pt x="573975" y="713387"/>
                </a:lnTo>
                <a:cubicBezTo>
                  <a:pt x="561499" y="750804"/>
                  <a:pt x="526477" y="776037"/>
                  <a:pt x="487035" y="776027"/>
                </a:cubicBezTo>
                <a:lnTo>
                  <a:pt x="450000" y="776027"/>
                </a:lnTo>
                <a:lnTo>
                  <a:pt x="450000" y="854777"/>
                </a:lnTo>
                <a:cubicBezTo>
                  <a:pt x="450000" y="873416"/>
                  <a:pt x="434890" y="888527"/>
                  <a:pt x="416250" y="888527"/>
                </a:cubicBezTo>
                <a:lnTo>
                  <a:pt x="236250" y="888527"/>
                </a:lnTo>
                <a:cubicBezTo>
                  <a:pt x="217610" y="888527"/>
                  <a:pt x="202500" y="873416"/>
                  <a:pt x="202500" y="854777"/>
                </a:cubicBezTo>
                <a:lnTo>
                  <a:pt x="202500" y="674777"/>
                </a:lnTo>
                <a:cubicBezTo>
                  <a:pt x="202500" y="656137"/>
                  <a:pt x="217610" y="641027"/>
                  <a:pt x="236250" y="641027"/>
                </a:cubicBezTo>
                <a:lnTo>
                  <a:pt x="416250" y="641027"/>
                </a:lnTo>
                <a:cubicBezTo>
                  <a:pt x="434890" y="641027"/>
                  <a:pt x="450000" y="656137"/>
                  <a:pt x="450000" y="674777"/>
                </a:cubicBezTo>
                <a:lnTo>
                  <a:pt x="450000" y="708527"/>
                </a:lnTo>
                <a:lnTo>
                  <a:pt x="487035" y="708527"/>
                </a:lnTo>
                <a:cubicBezTo>
                  <a:pt x="497385" y="708527"/>
                  <a:pt x="506655" y="701867"/>
                  <a:pt x="509895" y="692057"/>
                </a:cubicBezTo>
                <a:lnTo>
                  <a:pt x="551025" y="568667"/>
                </a:lnTo>
                <a:cubicBezTo>
                  <a:pt x="563501" y="531250"/>
                  <a:pt x="598523" y="506016"/>
                  <a:pt x="637965" y="506027"/>
                </a:cubicBezTo>
                <a:lnTo>
                  <a:pt x="652500" y="506027"/>
                </a:lnTo>
                <a:lnTo>
                  <a:pt x="652500" y="427277"/>
                </a:lnTo>
                <a:close/>
                <a:moveTo>
                  <a:pt x="720000" y="540587"/>
                </a:moveTo>
                <a:lnTo>
                  <a:pt x="720000" y="573527"/>
                </a:lnTo>
                <a:lnTo>
                  <a:pt x="832500" y="573527"/>
                </a:lnTo>
                <a:lnTo>
                  <a:pt x="832500" y="461027"/>
                </a:lnTo>
                <a:lnTo>
                  <a:pt x="720000" y="461027"/>
                </a:lnTo>
                <a:lnTo>
                  <a:pt x="720000" y="538967"/>
                </a:lnTo>
                <a:cubicBezTo>
                  <a:pt x="720009" y="539507"/>
                  <a:pt x="720009" y="540047"/>
                  <a:pt x="720000" y="540587"/>
                </a:cubicBezTo>
                <a:close/>
                <a:moveTo>
                  <a:pt x="270000" y="708527"/>
                </a:moveTo>
                <a:lnTo>
                  <a:pt x="270000" y="821027"/>
                </a:lnTo>
                <a:lnTo>
                  <a:pt x="382500" y="821027"/>
                </a:lnTo>
                <a:lnTo>
                  <a:pt x="382500" y="708527"/>
                </a:lnTo>
                <a:lnTo>
                  <a:pt x="270000" y="708527"/>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3">
            <a:extLst>
              <a:ext uri="{FF2B5EF4-FFF2-40B4-BE49-F238E27FC236}">
                <a16:creationId xmlns:a16="http://schemas.microsoft.com/office/drawing/2014/main" id="{67574DFC-ECB1-46F2-733C-8F98183B2367}"/>
              </a:ext>
            </a:extLst>
          </p:cNvPr>
          <p:cNvSpPr/>
          <p:nvPr/>
        </p:nvSpPr>
        <p:spPr>
          <a:xfrm>
            <a:off x="9657802" y="5288756"/>
            <a:ext cx="439709" cy="439709"/>
          </a:xfrm>
          <a:custGeom>
            <a:avLst/>
            <a:gdLst>
              <a:gd name="connsiteX0" fmla="*/ 605555 w 899980"/>
              <a:gd name="connsiteY0" fmla="*/ 200555 h 899980"/>
              <a:gd name="connsiteX1" fmla="*/ 541925 w 899980"/>
              <a:gd name="connsiteY1" fmla="*/ 200555 h 899980"/>
              <a:gd name="connsiteX2" fmla="*/ 494990 w 899980"/>
              <a:gd name="connsiteY2" fmla="*/ 153620 h 899980"/>
              <a:gd name="connsiteX3" fmla="*/ 494990 w 899980"/>
              <a:gd name="connsiteY3" fmla="*/ 281240 h 899980"/>
              <a:gd name="connsiteX4" fmla="*/ 449990 w 899980"/>
              <a:gd name="connsiteY4" fmla="*/ 326240 h 899980"/>
              <a:gd name="connsiteX5" fmla="*/ 404990 w 899980"/>
              <a:gd name="connsiteY5" fmla="*/ 281240 h 899980"/>
              <a:gd name="connsiteX6" fmla="*/ 404990 w 899980"/>
              <a:gd name="connsiteY6" fmla="*/ 153620 h 899980"/>
              <a:gd name="connsiteX7" fmla="*/ 358055 w 899980"/>
              <a:gd name="connsiteY7" fmla="*/ 200555 h 899980"/>
              <a:gd name="connsiteX8" fmla="*/ 294425 w 899980"/>
              <a:gd name="connsiteY8" fmla="*/ 199449 h 899980"/>
              <a:gd name="connsiteX9" fmla="*/ 294425 w 899980"/>
              <a:gd name="connsiteY9" fmla="*/ 136925 h 899980"/>
              <a:gd name="connsiteX10" fmla="*/ 418175 w 899980"/>
              <a:gd name="connsiteY10" fmla="*/ 13175 h 899980"/>
              <a:gd name="connsiteX11" fmla="*/ 481805 w 899980"/>
              <a:gd name="connsiteY11" fmla="*/ 13175 h 899980"/>
              <a:gd name="connsiteX12" fmla="*/ 605555 w 899980"/>
              <a:gd name="connsiteY12" fmla="*/ 136925 h 899980"/>
              <a:gd name="connsiteX13" fmla="*/ 605555 w 899980"/>
              <a:gd name="connsiteY13" fmla="*/ 200555 h 899980"/>
              <a:gd name="connsiteX14" fmla="*/ 200555 w 899980"/>
              <a:gd name="connsiteY14" fmla="*/ 541925 h 899980"/>
              <a:gd name="connsiteX15" fmla="*/ 201661 w 899980"/>
              <a:gd name="connsiteY15" fmla="*/ 605555 h 899980"/>
              <a:gd name="connsiteX16" fmla="*/ 138031 w 899980"/>
              <a:gd name="connsiteY16" fmla="*/ 606661 h 899980"/>
              <a:gd name="connsiteX17" fmla="*/ 136925 w 899980"/>
              <a:gd name="connsiteY17" fmla="*/ 605555 h 899980"/>
              <a:gd name="connsiteX18" fmla="*/ 13175 w 899980"/>
              <a:gd name="connsiteY18" fmla="*/ 481805 h 899980"/>
              <a:gd name="connsiteX19" fmla="*/ 13175 w 899980"/>
              <a:gd name="connsiteY19" fmla="*/ 418175 h 899980"/>
              <a:gd name="connsiteX20" fmla="*/ 136925 w 899980"/>
              <a:gd name="connsiteY20" fmla="*/ 294425 h 899980"/>
              <a:gd name="connsiteX21" fmla="*/ 200555 w 899980"/>
              <a:gd name="connsiteY21" fmla="*/ 295531 h 899980"/>
              <a:gd name="connsiteX22" fmla="*/ 200555 w 899980"/>
              <a:gd name="connsiteY22" fmla="*/ 358055 h 899980"/>
              <a:gd name="connsiteX23" fmla="*/ 153620 w 899980"/>
              <a:gd name="connsiteY23" fmla="*/ 404990 h 899980"/>
              <a:gd name="connsiteX24" fmla="*/ 281240 w 899980"/>
              <a:gd name="connsiteY24" fmla="*/ 404990 h 899980"/>
              <a:gd name="connsiteX25" fmla="*/ 326240 w 899980"/>
              <a:gd name="connsiteY25" fmla="*/ 449990 h 899980"/>
              <a:gd name="connsiteX26" fmla="*/ 281240 w 899980"/>
              <a:gd name="connsiteY26" fmla="*/ 494990 h 899980"/>
              <a:gd name="connsiteX27" fmla="*/ 153620 w 899980"/>
              <a:gd name="connsiteY27" fmla="*/ 494990 h 899980"/>
              <a:gd name="connsiteX28" fmla="*/ 200555 w 899980"/>
              <a:gd name="connsiteY28" fmla="*/ 541925 h 899980"/>
              <a:gd name="connsiteX29" fmla="*/ 763055 w 899980"/>
              <a:gd name="connsiteY29" fmla="*/ 605555 h 899980"/>
              <a:gd name="connsiteX30" fmla="*/ 699425 w 899980"/>
              <a:gd name="connsiteY30" fmla="*/ 604449 h 899980"/>
              <a:gd name="connsiteX31" fmla="*/ 699425 w 899980"/>
              <a:gd name="connsiteY31" fmla="*/ 541925 h 899980"/>
              <a:gd name="connsiteX32" fmla="*/ 746360 w 899980"/>
              <a:gd name="connsiteY32" fmla="*/ 494990 h 899980"/>
              <a:gd name="connsiteX33" fmla="*/ 618740 w 899980"/>
              <a:gd name="connsiteY33" fmla="*/ 494990 h 899980"/>
              <a:gd name="connsiteX34" fmla="*/ 573740 w 899980"/>
              <a:gd name="connsiteY34" fmla="*/ 449990 h 899980"/>
              <a:gd name="connsiteX35" fmla="*/ 618740 w 899980"/>
              <a:gd name="connsiteY35" fmla="*/ 404990 h 899980"/>
              <a:gd name="connsiteX36" fmla="*/ 746360 w 899980"/>
              <a:gd name="connsiteY36" fmla="*/ 404990 h 899980"/>
              <a:gd name="connsiteX37" fmla="*/ 699425 w 899980"/>
              <a:gd name="connsiteY37" fmla="*/ 358055 h 899980"/>
              <a:gd name="connsiteX38" fmla="*/ 700531 w 899980"/>
              <a:gd name="connsiteY38" fmla="*/ 294425 h 899980"/>
              <a:gd name="connsiteX39" fmla="*/ 763055 w 899980"/>
              <a:gd name="connsiteY39" fmla="*/ 294425 h 899980"/>
              <a:gd name="connsiteX40" fmla="*/ 886805 w 899980"/>
              <a:gd name="connsiteY40" fmla="*/ 418175 h 899980"/>
              <a:gd name="connsiteX41" fmla="*/ 886805 w 899980"/>
              <a:gd name="connsiteY41" fmla="*/ 481805 h 899980"/>
              <a:gd name="connsiteX42" fmla="*/ 763055 w 899980"/>
              <a:gd name="connsiteY42" fmla="*/ 605555 h 899980"/>
              <a:gd name="connsiteX43" fmla="*/ 404990 w 899980"/>
              <a:gd name="connsiteY43" fmla="*/ 746360 h 899980"/>
              <a:gd name="connsiteX44" fmla="*/ 404990 w 899980"/>
              <a:gd name="connsiteY44" fmla="*/ 618740 h 899980"/>
              <a:gd name="connsiteX45" fmla="*/ 449990 w 899980"/>
              <a:gd name="connsiteY45" fmla="*/ 573740 h 899980"/>
              <a:gd name="connsiteX46" fmla="*/ 494990 w 899980"/>
              <a:gd name="connsiteY46" fmla="*/ 618740 h 899980"/>
              <a:gd name="connsiteX47" fmla="*/ 494990 w 899980"/>
              <a:gd name="connsiteY47" fmla="*/ 746360 h 899980"/>
              <a:gd name="connsiteX48" fmla="*/ 541925 w 899980"/>
              <a:gd name="connsiteY48" fmla="*/ 699425 h 899980"/>
              <a:gd name="connsiteX49" fmla="*/ 605555 w 899980"/>
              <a:gd name="connsiteY49" fmla="*/ 700531 h 899980"/>
              <a:gd name="connsiteX50" fmla="*/ 605555 w 899980"/>
              <a:gd name="connsiteY50" fmla="*/ 763055 h 899980"/>
              <a:gd name="connsiteX51" fmla="*/ 481805 w 899980"/>
              <a:gd name="connsiteY51" fmla="*/ 886805 h 899980"/>
              <a:gd name="connsiteX52" fmla="*/ 418175 w 899980"/>
              <a:gd name="connsiteY52" fmla="*/ 886805 h 899980"/>
              <a:gd name="connsiteX53" fmla="*/ 294425 w 899980"/>
              <a:gd name="connsiteY53" fmla="*/ 763055 h 899980"/>
              <a:gd name="connsiteX54" fmla="*/ 293319 w 899980"/>
              <a:gd name="connsiteY54" fmla="*/ 699425 h 899980"/>
              <a:gd name="connsiteX55" fmla="*/ 356949 w 899980"/>
              <a:gd name="connsiteY55" fmla="*/ 698320 h 899980"/>
              <a:gd name="connsiteX56" fmla="*/ 358055 w 899980"/>
              <a:gd name="connsiteY56" fmla="*/ 699425 h 899980"/>
              <a:gd name="connsiteX57" fmla="*/ 404990 w 899980"/>
              <a:gd name="connsiteY57" fmla="*/ 746360 h 89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99980" h="899980">
                <a:moveTo>
                  <a:pt x="605555" y="200555"/>
                </a:moveTo>
                <a:cubicBezTo>
                  <a:pt x="587983" y="218123"/>
                  <a:pt x="559498" y="218123"/>
                  <a:pt x="541925" y="200555"/>
                </a:cubicBezTo>
                <a:lnTo>
                  <a:pt x="494990" y="153620"/>
                </a:lnTo>
                <a:lnTo>
                  <a:pt x="494990" y="281240"/>
                </a:lnTo>
                <a:cubicBezTo>
                  <a:pt x="494990" y="306093"/>
                  <a:pt x="474843" y="326240"/>
                  <a:pt x="449990" y="326240"/>
                </a:cubicBezTo>
                <a:cubicBezTo>
                  <a:pt x="425138" y="326240"/>
                  <a:pt x="404990" y="306093"/>
                  <a:pt x="404990" y="281240"/>
                </a:cubicBezTo>
                <a:lnTo>
                  <a:pt x="404990" y="153620"/>
                </a:lnTo>
                <a:lnTo>
                  <a:pt x="358055" y="200555"/>
                </a:lnTo>
                <a:cubicBezTo>
                  <a:pt x="340179" y="217821"/>
                  <a:pt x="311691" y="217326"/>
                  <a:pt x="294425" y="199449"/>
                </a:cubicBezTo>
                <a:cubicBezTo>
                  <a:pt x="277583" y="182011"/>
                  <a:pt x="277583" y="154364"/>
                  <a:pt x="294425" y="136925"/>
                </a:cubicBezTo>
                <a:lnTo>
                  <a:pt x="418175" y="13175"/>
                </a:lnTo>
                <a:cubicBezTo>
                  <a:pt x="435748" y="-4392"/>
                  <a:pt x="464233" y="-4392"/>
                  <a:pt x="481805" y="13175"/>
                </a:cubicBezTo>
                <a:lnTo>
                  <a:pt x="605555" y="136925"/>
                </a:lnTo>
                <a:cubicBezTo>
                  <a:pt x="623123" y="154498"/>
                  <a:pt x="623123" y="182983"/>
                  <a:pt x="605555" y="200555"/>
                </a:cubicBezTo>
                <a:close/>
                <a:moveTo>
                  <a:pt x="200555" y="541925"/>
                </a:moveTo>
                <a:cubicBezTo>
                  <a:pt x="218432" y="559191"/>
                  <a:pt x="218927" y="587679"/>
                  <a:pt x="201661" y="605555"/>
                </a:cubicBezTo>
                <a:cubicBezTo>
                  <a:pt x="184396" y="623432"/>
                  <a:pt x="155908" y="623927"/>
                  <a:pt x="138031" y="606661"/>
                </a:cubicBezTo>
                <a:cubicBezTo>
                  <a:pt x="137656" y="606299"/>
                  <a:pt x="137288" y="605930"/>
                  <a:pt x="136925" y="605555"/>
                </a:cubicBezTo>
                <a:lnTo>
                  <a:pt x="13175" y="481805"/>
                </a:lnTo>
                <a:cubicBezTo>
                  <a:pt x="-4392" y="464233"/>
                  <a:pt x="-4392" y="435748"/>
                  <a:pt x="13175" y="418175"/>
                </a:cubicBezTo>
                <a:lnTo>
                  <a:pt x="136925" y="294425"/>
                </a:lnTo>
                <a:cubicBezTo>
                  <a:pt x="154802" y="277160"/>
                  <a:pt x="183290" y="277655"/>
                  <a:pt x="200555" y="295531"/>
                </a:cubicBezTo>
                <a:cubicBezTo>
                  <a:pt x="217398" y="312970"/>
                  <a:pt x="217398" y="340617"/>
                  <a:pt x="200555" y="358055"/>
                </a:cubicBezTo>
                <a:lnTo>
                  <a:pt x="153620" y="404990"/>
                </a:lnTo>
                <a:lnTo>
                  <a:pt x="281240" y="404990"/>
                </a:lnTo>
                <a:cubicBezTo>
                  <a:pt x="306093" y="404990"/>
                  <a:pt x="326240" y="425138"/>
                  <a:pt x="326240" y="449990"/>
                </a:cubicBezTo>
                <a:cubicBezTo>
                  <a:pt x="326240" y="474843"/>
                  <a:pt x="306093" y="494990"/>
                  <a:pt x="281240" y="494990"/>
                </a:cubicBezTo>
                <a:lnTo>
                  <a:pt x="153620" y="494990"/>
                </a:lnTo>
                <a:lnTo>
                  <a:pt x="200555" y="541925"/>
                </a:lnTo>
                <a:close/>
                <a:moveTo>
                  <a:pt x="763055" y="605555"/>
                </a:moveTo>
                <a:cubicBezTo>
                  <a:pt x="745179" y="622821"/>
                  <a:pt x="716691" y="622326"/>
                  <a:pt x="699425" y="604449"/>
                </a:cubicBezTo>
                <a:cubicBezTo>
                  <a:pt x="682583" y="587011"/>
                  <a:pt x="682583" y="559364"/>
                  <a:pt x="699425" y="541925"/>
                </a:cubicBezTo>
                <a:lnTo>
                  <a:pt x="746360" y="494990"/>
                </a:lnTo>
                <a:lnTo>
                  <a:pt x="618740" y="494990"/>
                </a:lnTo>
                <a:cubicBezTo>
                  <a:pt x="593888" y="494990"/>
                  <a:pt x="573740" y="474843"/>
                  <a:pt x="573740" y="449990"/>
                </a:cubicBezTo>
                <a:cubicBezTo>
                  <a:pt x="573740" y="425138"/>
                  <a:pt x="593888" y="404990"/>
                  <a:pt x="618740" y="404990"/>
                </a:cubicBezTo>
                <a:lnTo>
                  <a:pt x="746360" y="404990"/>
                </a:lnTo>
                <a:lnTo>
                  <a:pt x="699425" y="358055"/>
                </a:lnTo>
                <a:cubicBezTo>
                  <a:pt x="682160" y="340179"/>
                  <a:pt x="682655" y="311691"/>
                  <a:pt x="700531" y="294425"/>
                </a:cubicBezTo>
                <a:cubicBezTo>
                  <a:pt x="717970" y="277583"/>
                  <a:pt x="745617" y="277583"/>
                  <a:pt x="763055" y="294425"/>
                </a:cubicBezTo>
                <a:lnTo>
                  <a:pt x="886805" y="418175"/>
                </a:lnTo>
                <a:cubicBezTo>
                  <a:pt x="904373" y="435748"/>
                  <a:pt x="904373" y="464233"/>
                  <a:pt x="886805" y="481805"/>
                </a:cubicBezTo>
                <a:lnTo>
                  <a:pt x="763055" y="605555"/>
                </a:lnTo>
                <a:close/>
                <a:moveTo>
                  <a:pt x="404990" y="746360"/>
                </a:moveTo>
                <a:lnTo>
                  <a:pt x="404990" y="618740"/>
                </a:lnTo>
                <a:cubicBezTo>
                  <a:pt x="404990" y="593888"/>
                  <a:pt x="425138" y="573740"/>
                  <a:pt x="449990" y="573740"/>
                </a:cubicBezTo>
                <a:cubicBezTo>
                  <a:pt x="474843" y="573740"/>
                  <a:pt x="494990" y="593888"/>
                  <a:pt x="494990" y="618740"/>
                </a:cubicBezTo>
                <a:lnTo>
                  <a:pt x="494990" y="746360"/>
                </a:lnTo>
                <a:lnTo>
                  <a:pt x="541925" y="699425"/>
                </a:lnTo>
                <a:cubicBezTo>
                  <a:pt x="559802" y="682160"/>
                  <a:pt x="588290" y="682655"/>
                  <a:pt x="605555" y="700531"/>
                </a:cubicBezTo>
                <a:cubicBezTo>
                  <a:pt x="622398" y="717970"/>
                  <a:pt x="622398" y="745617"/>
                  <a:pt x="605555" y="763055"/>
                </a:cubicBezTo>
                <a:lnTo>
                  <a:pt x="481805" y="886805"/>
                </a:lnTo>
                <a:cubicBezTo>
                  <a:pt x="464233" y="904373"/>
                  <a:pt x="435748" y="904373"/>
                  <a:pt x="418175" y="886805"/>
                </a:cubicBezTo>
                <a:lnTo>
                  <a:pt x="294425" y="763055"/>
                </a:lnTo>
                <a:cubicBezTo>
                  <a:pt x="276549" y="745790"/>
                  <a:pt x="276054" y="717302"/>
                  <a:pt x="293319" y="699425"/>
                </a:cubicBezTo>
                <a:cubicBezTo>
                  <a:pt x="310585" y="681549"/>
                  <a:pt x="339073" y="681054"/>
                  <a:pt x="356949" y="698320"/>
                </a:cubicBezTo>
                <a:cubicBezTo>
                  <a:pt x="357325" y="698682"/>
                  <a:pt x="357693" y="699050"/>
                  <a:pt x="358055" y="699425"/>
                </a:cubicBezTo>
                <a:lnTo>
                  <a:pt x="404990" y="746360"/>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6" name="Graphic 5">
            <a:extLst>
              <a:ext uri="{FF2B5EF4-FFF2-40B4-BE49-F238E27FC236}">
                <a16:creationId xmlns:a16="http://schemas.microsoft.com/office/drawing/2014/main" id="{BBD916C8-6EBC-9810-8607-39C40DA3368D}"/>
              </a:ext>
            </a:extLst>
          </p:cNvPr>
          <p:cNvSpPr/>
          <p:nvPr/>
        </p:nvSpPr>
        <p:spPr>
          <a:xfrm>
            <a:off x="2093093" y="5288753"/>
            <a:ext cx="439790" cy="439744"/>
          </a:xfrm>
          <a:custGeom>
            <a:avLst/>
            <a:gdLst>
              <a:gd name="connsiteX0" fmla="*/ 751950 w 900147"/>
              <a:gd name="connsiteY0" fmla="*/ 13172 h 900052"/>
              <a:gd name="connsiteX1" fmla="*/ 688298 w 900147"/>
              <a:gd name="connsiteY1" fmla="*/ 13194 h 900052"/>
              <a:gd name="connsiteX2" fmla="*/ 688320 w 900147"/>
              <a:gd name="connsiteY2" fmla="*/ 76847 h 900052"/>
              <a:gd name="connsiteX3" fmla="*/ 746460 w 900147"/>
              <a:gd name="connsiteY3" fmla="*/ 134897 h 900052"/>
              <a:gd name="connsiteX4" fmla="*/ 494820 w 900147"/>
              <a:gd name="connsiteY4" fmla="*/ 134897 h 900052"/>
              <a:gd name="connsiteX5" fmla="*/ 359820 w 900147"/>
              <a:gd name="connsiteY5" fmla="*/ 269897 h 900052"/>
              <a:gd name="connsiteX6" fmla="*/ 359820 w 900147"/>
              <a:gd name="connsiteY6" fmla="*/ 674852 h 900052"/>
              <a:gd name="connsiteX7" fmla="*/ 314820 w 900147"/>
              <a:gd name="connsiteY7" fmla="*/ 719852 h 900052"/>
              <a:gd name="connsiteX8" fmla="*/ 262260 w 900147"/>
              <a:gd name="connsiteY8" fmla="*/ 719852 h 900052"/>
              <a:gd name="connsiteX9" fmla="*/ 89730 w 900147"/>
              <a:gd name="connsiteY9" fmla="*/ 637952 h 900052"/>
              <a:gd name="connsiteX10" fmla="*/ 0 w 900147"/>
              <a:gd name="connsiteY10" fmla="*/ 765032 h 900052"/>
              <a:gd name="connsiteX11" fmla="*/ 134979 w 900147"/>
              <a:gd name="connsiteY11" fmla="*/ 900052 h 900052"/>
              <a:gd name="connsiteX12" fmla="*/ 262350 w 900147"/>
              <a:gd name="connsiteY12" fmla="*/ 809852 h 900052"/>
              <a:gd name="connsiteX13" fmla="*/ 314820 w 900147"/>
              <a:gd name="connsiteY13" fmla="*/ 809852 h 900052"/>
              <a:gd name="connsiteX14" fmla="*/ 449820 w 900147"/>
              <a:gd name="connsiteY14" fmla="*/ 674852 h 900052"/>
              <a:gd name="connsiteX15" fmla="*/ 449820 w 900147"/>
              <a:gd name="connsiteY15" fmla="*/ 269852 h 900052"/>
              <a:gd name="connsiteX16" fmla="*/ 494820 w 900147"/>
              <a:gd name="connsiteY16" fmla="*/ 224852 h 900052"/>
              <a:gd name="connsiteX17" fmla="*/ 746325 w 900147"/>
              <a:gd name="connsiteY17" fmla="*/ 224852 h 900052"/>
              <a:gd name="connsiteX18" fmla="*/ 688050 w 900147"/>
              <a:gd name="connsiteY18" fmla="*/ 282947 h 900052"/>
              <a:gd name="connsiteX19" fmla="*/ 685877 w 900147"/>
              <a:gd name="connsiteY19" fmla="*/ 346549 h 900052"/>
              <a:gd name="connsiteX20" fmla="*/ 749480 w 900147"/>
              <a:gd name="connsiteY20" fmla="*/ 348722 h 900052"/>
              <a:gd name="connsiteX21" fmla="*/ 751500 w 900147"/>
              <a:gd name="connsiteY21" fmla="*/ 346712 h 900052"/>
              <a:gd name="connsiteX22" fmla="*/ 886950 w 900147"/>
              <a:gd name="connsiteY22" fmla="*/ 211712 h 900052"/>
              <a:gd name="connsiteX23" fmla="*/ 886985 w 900147"/>
              <a:gd name="connsiteY23" fmla="*/ 148072 h 900052"/>
              <a:gd name="connsiteX24" fmla="*/ 886950 w 900147"/>
              <a:gd name="connsiteY24" fmla="*/ 148037 h 900052"/>
              <a:gd name="connsiteX25" fmla="*/ 751950 w 900147"/>
              <a:gd name="connsiteY25" fmla="*/ 13172 h 90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00147" h="900052">
                <a:moveTo>
                  <a:pt x="751950" y="13172"/>
                </a:moveTo>
                <a:cubicBezTo>
                  <a:pt x="734367" y="-4399"/>
                  <a:pt x="705868" y="-4389"/>
                  <a:pt x="688298" y="13194"/>
                </a:cubicBezTo>
                <a:cubicBezTo>
                  <a:pt x="670727" y="30777"/>
                  <a:pt x="670737" y="59276"/>
                  <a:pt x="688320" y="76847"/>
                </a:cubicBezTo>
                <a:lnTo>
                  <a:pt x="746460" y="134897"/>
                </a:lnTo>
                <a:lnTo>
                  <a:pt x="494820" y="134897"/>
                </a:lnTo>
                <a:cubicBezTo>
                  <a:pt x="420262" y="134897"/>
                  <a:pt x="359820" y="195338"/>
                  <a:pt x="359820" y="269897"/>
                </a:cubicBezTo>
                <a:lnTo>
                  <a:pt x="359820" y="674852"/>
                </a:lnTo>
                <a:cubicBezTo>
                  <a:pt x="359820" y="699704"/>
                  <a:pt x="339673" y="719852"/>
                  <a:pt x="314820" y="719852"/>
                </a:cubicBezTo>
                <a:lnTo>
                  <a:pt x="262260" y="719852"/>
                </a:lnTo>
                <a:cubicBezTo>
                  <a:pt x="237233" y="649593"/>
                  <a:pt x="159989" y="612925"/>
                  <a:pt x="89730" y="637952"/>
                </a:cubicBezTo>
                <a:cubicBezTo>
                  <a:pt x="35975" y="657100"/>
                  <a:pt x="57" y="707968"/>
                  <a:pt x="0" y="765032"/>
                </a:cubicBezTo>
                <a:cubicBezTo>
                  <a:pt x="-11" y="839590"/>
                  <a:pt x="60421" y="900041"/>
                  <a:pt x="134979" y="900052"/>
                </a:cubicBezTo>
                <a:cubicBezTo>
                  <a:pt x="192276" y="900061"/>
                  <a:pt x="243336" y="863901"/>
                  <a:pt x="262350" y="809852"/>
                </a:cubicBezTo>
                <a:lnTo>
                  <a:pt x="314820" y="809852"/>
                </a:lnTo>
                <a:cubicBezTo>
                  <a:pt x="389378" y="809852"/>
                  <a:pt x="449820" y="749410"/>
                  <a:pt x="449820" y="674852"/>
                </a:cubicBezTo>
                <a:lnTo>
                  <a:pt x="449820" y="269852"/>
                </a:lnTo>
                <a:cubicBezTo>
                  <a:pt x="449820" y="244999"/>
                  <a:pt x="469967" y="224852"/>
                  <a:pt x="494820" y="224852"/>
                </a:cubicBezTo>
                <a:lnTo>
                  <a:pt x="746325" y="224852"/>
                </a:lnTo>
                <a:lnTo>
                  <a:pt x="688050" y="282947"/>
                </a:lnTo>
                <a:cubicBezTo>
                  <a:pt x="669887" y="299910"/>
                  <a:pt x="668914" y="328386"/>
                  <a:pt x="685877" y="346549"/>
                </a:cubicBezTo>
                <a:cubicBezTo>
                  <a:pt x="702841" y="364712"/>
                  <a:pt x="731317" y="365685"/>
                  <a:pt x="749480" y="348722"/>
                </a:cubicBezTo>
                <a:cubicBezTo>
                  <a:pt x="750174" y="348073"/>
                  <a:pt x="750848" y="347403"/>
                  <a:pt x="751500" y="346712"/>
                </a:cubicBezTo>
                <a:lnTo>
                  <a:pt x="886950" y="211712"/>
                </a:lnTo>
                <a:cubicBezTo>
                  <a:pt x="904533" y="194148"/>
                  <a:pt x="904549" y="165655"/>
                  <a:pt x="886985" y="148072"/>
                </a:cubicBezTo>
                <a:cubicBezTo>
                  <a:pt x="886974" y="148060"/>
                  <a:pt x="886962" y="148048"/>
                  <a:pt x="886950" y="148037"/>
                </a:cubicBezTo>
                <a:lnTo>
                  <a:pt x="751950" y="13172"/>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7">
            <a:extLst>
              <a:ext uri="{FF2B5EF4-FFF2-40B4-BE49-F238E27FC236}">
                <a16:creationId xmlns:a16="http://schemas.microsoft.com/office/drawing/2014/main" id="{CAA269A6-74D0-78A6-4D3F-02C1DC541EB7}"/>
              </a:ext>
            </a:extLst>
          </p:cNvPr>
          <p:cNvSpPr/>
          <p:nvPr/>
        </p:nvSpPr>
        <p:spPr>
          <a:xfrm>
            <a:off x="5872062" y="5294362"/>
            <a:ext cx="439719" cy="434113"/>
          </a:xfrm>
          <a:custGeom>
            <a:avLst/>
            <a:gdLst>
              <a:gd name="connsiteX0" fmla="*/ 183915 w 900000"/>
              <a:gd name="connsiteY0" fmla="*/ 213527 h 888526"/>
              <a:gd name="connsiteX1" fmla="*/ 484107 w 900000"/>
              <a:gd name="connsiteY1" fmla="*/ 4049 h 888526"/>
              <a:gd name="connsiteX2" fmla="*/ 693585 w 900000"/>
              <a:gd name="connsiteY2" fmla="*/ 213527 h 888526"/>
              <a:gd name="connsiteX3" fmla="*/ 697500 w 900000"/>
              <a:gd name="connsiteY3" fmla="*/ 213527 h 888526"/>
              <a:gd name="connsiteX4" fmla="*/ 871875 w 900000"/>
              <a:gd name="connsiteY4" fmla="*/ 348707 h 888526"/>
              <a:gd name="connsiteX5" fmla="*/ 866250 w 900000"/>
              <a:gd name="connsiteY5" fmla="*/ 348527 h 888526"/>
              <a:gd name="connsiteX6" fmla="*/ 686250 w 900000"/>
              <a:gd name="connsiteY6" fmla="*/ 348527 h 888526"/>
              <a:gd name="connsiteX7" fmla="*/ 607500 w 900000"/>
              <a:gd name="connsiteY7" fmla="*/ 427277 h 888526"/>
              <a:gd name="connsiteX8" fmla="*/ 607500 w 900000"/>
              <a:gd name="connsiteY8" fmla="*/ 464447 h 888526"/>
              <a:gd name="connsiteX9" fmla="*/ 508365 w 900000"/>
              <a:gd name="connsiteY9" fmla="*/ 554447 h 888526"/>
              <a:gd name="connsiteX10" fmla="*/ 501975 w 900000"/>
              <a:gd name="connsiteY10" fmla="*/ 573527 h 888526"/>
              <a:gd name="connsiteX11" fmla="*/ 180000 w 900000"/>
              <a:gd name="connsiteY11" fmla="*/ 573527 h 888526"/>
              <a:gd name="connsiteX12" fmla="*/ 0 w 900000"/>
              <a:gd name="connsiteY12" fmla="*/ 393527 h 888526"/>
              <a:gd name="connsiteX13" fmla="*/ 180000 w 900000"/>
              <a:gd name="connsiteY13" fmla="*/ 213527 h 888526"/>
              <a:gd name="connsiteX14" fmla="*/ 183915 w 900000"/>
              <a:gd name="connsiteY14" fmla="*/ 213527 h 888526"/>
              <a:gd name="connsiteX15" fmla="*/ 652500 w 900000"/>
              <a:gd name="connsiteY15" fmla="*/ 427277 h 888526"/>
              <a:gd name="connsiteX16" fmla="*/ 686250 w 900000"/>
              <a:gd name="connsiteY16" fmla="*/ 393527 h 888526"/>
              <a:gd name="connsiteX17" fmla="*/ 866250 w 900000"/>
              <a:gd name="connsiteY17" fmla="*/ 393527 h 888526"/>
              <a:gd name="connsiteX18" fmla="*/ 900000 w 900000"/>
              <a:gd name="connsiteY18" fmla="*/ 427277 h 888526"/>
              <a:gd name="connsiteX19" fmla="*/ 900000 w 900000"/>
              <a:gd name="connsiteY19" fmla="*/ 607277 h 888526"/>
              <a:gd name="connsiteX20" fmla="*/ 866250 w 900000"/>
              <a:gd name="connsiteY20" fmla="*/ 641027 h 888526"/>
              <a:gd name="connsiteX21" fmla="*/ 686250 w 900000"/>
              <a:gd name="connsiteY21" fmla="*/ 641027 h 888526"/>
              <a:gd name="connsiteX22" fmla="*/ 652500 w 900000"/>
              <a:gd name="connsiteY22" fmla="*/ 607277 h 888526"/>
              <a:gd name="connsiteX23" fmla="*/ 652500 w 900000"/>
              <a:gd name="connsiteY23" fmla="*/ 573527 h 888526"/>
              <a:gd name="connsiteX24" fmla="*/ 637965 w 900000"/>
              <a:gd name="connsiteY24" fmla="*/ 573527 h 888526"/>
              <a:gd name="connsiteX25" fmla="*/ 615105 w 900000"/>
              <a:gd name="connsiteY25" fmla="*/ 589997 h 888526"/>
              <a:gd name="connsiteX26" fmla="*/ 573975 w 900000"/>
              <a:gd name="connsiteY26" fmla="*/ 713387 h 888526"/>
              <a:gd name="connsiteX27" fmla="*/ 487035 w 900000"/>
              <a:gd name="connsiteY27" fmla="*/ 776027 h 888526"/>
              <a:gd name="connsiteX28" fmla="*/ 450000 w 900000"/>
              <a:gd name="connsiteY28" fmla="*/ 776027 h 888526"/>
              <a:gd name="connsiteX29" fmla="*/ 450000 w 900000"/>
              <a:gd name="connsiteY29" fmla="*/ 854777 h 888526"/>
              <a:gd name="connsiteX30" fmla="*/ 416250 w 900000"/>
              <a:gd name="connsiteY30" fmla="*/ 888527 h 888526"/>
              <a:gd name="connsiteX31" fmla="*/ 236250 w 900000"/>
              <a:gd name="connsiteY31" fmla="*/ 888527 h 888526"/>
              <a:gd name="connsiteX32" fmla="*/ 202500 w 900000"/>
              <a:gd name="connsiteY32" fmla="*/ 854777 h 888526"/>
              <a:gd name="connsiteX33" fmla="*/ 202500 w 900000"/>
              <a:gd name="connsiteY33" fmla="*/ 674777 h 888526"/>
              <a:gd name="connsiteX34" fmla="*/ 236250 w 900000"/>
              <a:gd name="connsiteY34" fmla="*/ 641027 h 888526"/>
              <a:gd name="connsiteX35" fmla="*/ 416250 w 900000"/>
              <a:gd name="connsiteY35" fmla="*/ 641027 h 888526"/>
              <a:gd name="connsiteX36" fmla="*/ 450000 w 900000"/>
              <a:gd name="connsiteY36" fmla="*/ 674777 h 888526"/>
              <a:gd name="connsiteX37" fmla="*/ 450000 w 900000"/>
              <a:gd name="connsiteY37" fmla="*/ 708527 h 888526"/>
              <a:gd name="connsiteX38" fmla="*/ 487035 w 900000"/>
              <a:gd name="connsiteY38" fmla="*/ 708527 h 888526"/>
              <a:gd name="connsiteX39" fmla="*/ 509895 w 900000"/>
              <a:gd name="connsiteY39" fmla="*/ 692057 h 888526"/>
              <a:gd name="connsiteX40" fmla="*/ 551025 w 900000"/>
              <a:gd name="connsiteY40" fmla="*/ 568667 h 888526"/>
              <a:gd name="connsiteX41" fmla="*/ 637965 w 900000"/>
              <a:gd name="connsiteY41" fmla="*/ 506027 h 888526"/>
              <a:gd name="connsiteX42" fmla="*/ 652500 w 900000"/>
              <a:gd name="connsiteY42" fmla="*/ 506027 h 888526"/>
              <a:gd name="connsiteX43" fmla="*/ 652500 w 900000"/>
              <a:gd name="connsiteY43" fmla="*/ 427277 h 888526"/>
              <a:gd name="connsiteX44" fmla="*/ 720000 w 900000"/>
              <a:gd name="connsiteY44" fmla="*/ 540587 h 888526"/>
              <a:gd name="connsiteX45" fmla="*/ 720000 w 900000"/>
              <a:gd name="connsiteY45" fmla="*/ 573527 h 888526"/>
              <a:gd name="connsiteX46" fmla="*/ 832500 w 900000"/>
              <a:gd name="connsiteY46" fmla="*/ 573527 h 888526"/>
              <a:gd name="connsiteX47" fmla="*/ 832500 w 900000"/>
              <a:gd name="connsiteY47" fmla="*/ 461027 h 888526"/>
              <a:gd name="connsiteX48" fmla="*/ 720000 w 900000"/>
              <a:gd name="connsiteY48" fmla="*/ 461027 h 888526"/>
              <a:gd name="connsiteX49" fmla="*/ 720000 w 900000"/>
              <a:gd name="connsiteY49" fmla="*/ 538967 h 888526"/>
              <a:gd name="connsiteX50" fmla="*/ 720000 w 900000"/>
              <a:gd name="connsiteY50" fmla="*/ 540587 h 888526"/>
              <a:gd name="connsiteX51" fmla="*/ 270000 w 900000"/>
              <a:gd name="connsiteY51" fmla="*/ 708527 h 888526"/>
              <a:gd name="connsiteX52" fmla="*/ 270000 w 900000"/>
              <a:gd name="connsiteY52" fmla="*/ 821027 h 888526"/>
              <a:gd name="connsiteX53" fmla="*/ 382500 w 900000"/>
              <a:gd name="connsiteY53" fmla="*/ 821027 h 888526"/>
              <a:gd name="connsiteX54" fmla="*/ 382500 w 900000"/>
              <a:gd name="connsiteY54" fmla="*/ 708527 h 888526"/>
              <a:gd name="connsiteX55" fmla="*/ 270000 w 900000"/>
              <a:gd name="connsiteY55" fmla="*/ 708527 h 8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00000" h="888526">
                <a:moveTo>
                  <a:pt x="183915" y="213527"/>
                </a:moveTo>
                <a:cubicBezTo>
                  <a:pt x="208965" y="72785"/>
                  <a:pt x="343366" y="-21001"/>
                  <a:pt x="484107" y="4049"/>
                </a:cubicBezTo>
                <a:cubicBezTo>
                  <a:pt x="590939" y="23063"/>
                  <a:pt x="674570" y="106695"/>
                  <a:pt x="693585" y="213527"/>
                </a:cubicBezTo>
                <a:lnTo>
                  <a:pt x="697500" y="213527"/>
                </a:lnTo>
                <a:cubicBezTo>
                  <a:pt x="779655" y="213538"/>
                  <a:pt x="851388" y="269148"/>
                  <a:pt x="871875" y="348707"/>
                </a:cubicBezTo>
                <a:cubicBezTo>
                  <a:pt x="870003" y="348581"/>
                  <a:pt x="868127" y="348521"/>
                  <a:pt x="866250" y="348527"/>
                </a:cubicBezTo>
                <a:lnTo>
                  <a:pt x="686250" y="348527"/>
                </a:lnTo>
                <a:cubicBezTo>
                  <a:pt x="642758" y="348527"/>
                  <a:pt x="607500" y="383784"/>
                  <a:pt x="607500" y="427277"/>
                </a:cubicBezTo>
                <a:lnTo>
                  <a:pt x="607500" y="464447"/>
                </a:lnTo>
                <a:cubicBezTo>
                  <a:pt x="561012" y="475088"/>
                  <a:pt x="523437" y="509200"/>
                  <a:pt x="508365" y="554447"/>
                </a:cubicBezTo>
                <a:lnTo>
                  <a:pt x="501975" y="573527"/>
                </a:lnTo>
                <a:lnTo>
                  <a:pt x="180000" y="573527"/>
                </a:lnTo>
                <a:cubicBezTo>
                  <a:pt x="80589" y="573527"/>
                  <a:pt x="0" y="492938"/>
                  <a:pt x="0" y="393527"/>
                </a:cubicBezTo>
                <a:cubicBezTo>
                  <a:pt x="0" y="294115"/>
                  <a:pt x="80589" y="213527"/>
                  <a:pt x="180000" y="213527"/>
                </a:cubicBezTo>
                <a:lnTo>
                  <a:pt x="183915" y="213527"/>
                </a:lnTo>
                <a:close/>
                <a:moveTo>
                  <a:pt x="652500" y="427277"/>
                </a:moveTo>
                <a:cubicBezTo>
                  <a:pt x="652500" y="408637"/>
                  <a:pt x="667610" y="393527"/>
                  <a:pt x="686250" y="393527"/>
                </a:cubicBezTo>
                <a:lnTo>
                  <a:pt x="866250" y="393527"/>
                </a:lnTo>
                <a:cubicBezTo>
                  <a:pt x="884890" y="393527"/>
                  <a:pt x="900000" y="408637"/>
                  <a:pt x="900000" y="427277"/>
                </a:cubicBezTo>
                <a:lnTo>
                  <a:pt x="900000" y="607277"/>
                </a:lnTo>
                <a:cubicBezTo>
                  <a:pt x="900000" y="625916"/>
                  <a:pt x="884890" y="641027"/>
                  <a:pt x="866250" y="641027"/>
                </a:cubicBezTo>
                <a:lnTo>
                  <a:pt x="686250" y="641027"/>
                </a:lnTo>
                <a:cubicBezTo>
                  <a:pt x="667610" y="641027"/>
                  <a:pt x="652500" y="625916"/>
                  <a:pt x="652500" y="607277"/>
                </a:cubicBezTo>
                <a:lnTo>
                  <a:pt x="652500" y="573527"/>
                </a:lnTo>
                <a:lnTo>
                  <a:pt x="637965" y="573527"/>
                </a:lnTo>
                <a:cubicBezTo>
                  <a:pt x="627597" y="573533"/>
                  <a:pt x="618393" y="580164"/>
                  <a:pt x="615105" y="589997"/>
                </a:cubicBezTo>
                <a:lnTo>
                  <a:pt x="573975" y="713387"/>
                </a:lnTo>
                <a:cubicBezTo>
                  <a:pt x="561499" y="750804"/>
                  <a:pt x="526477" y="776037"/>
                  <a:pt x="487035" y="776027"/>
                </a:cubicBezTo>
                <a:lnTo>
                  <a:pt x="450000" y="776027"/>
                </a:lnTo>
                <a:lnTo>
                  <a:pt x="450000" y="854777"/>
                </a:lnTo>
                <a:cubicBezTo>
                  <a:pt x="450000" y="873416"/>
                  <a:pt x="434890" y="888527"/>
                  <a:pt x="416250" y="888527"/>
                </a:cubicBezTo>
                <a:lnTo>
                  <a:pt x="236250" y="888527"/>
                </a:lnTo>
                <a:cubicBezTo>
                  <a:pt x="217610" y="888527"/>
                  <a:pt x="202500" y="873416"/>
                  <a:pt x="202500" y="854777"/>
                </a:cubicBezTo>
                <a:lnTo>
                  <a:pt x="202500" y="674777"/>
                </a:lnTo>
                <a:cubicBezTo>
                  <a:pt x="202500" y="656137"/>
                  <a:pt x="217610" y="641027"/>
                  <a:pt x="236250" y="641027"/>
                </a:cubicBezTo>
                <a:lnTo>
                  <a:pt x="416250" y="641027"/>
                </a:lnTo>
                <a:cubicBezTo>
                  <a:pt x="434890" y="641027"/>
                  <a:pt x="450000" y="656137"/>
                  <a:pt x="450000" y="674777"/>
                </a:cubicBezTo>
                <a:lnTo>
                  <a:pt x="450000" y="708527"/>
                </a:lnTo>
                <a:lnTo>
                  <a:pt x="487035" y="708527"/>
                </a:lnTo>
                <a:cubicBezTo>
                  <a:pt x="497385" y="708527"/>
                  <a:pt x="506655" y="701867"/>
                  <a:pt x="509895" y="692057"/>
                </a:cubicBezTo>
                <a:lnTo>
                  <a:pt x="551025" y="568667"/>
                </a:lnTo>
                <a:cubicBezTo>
                  <a:pt x="563501" y="531250"/>
                  <a:pt x="598523" y="506016"/>
                  <a:pt x="637965" y="506027"/>
                </a:cubicBezTo>
                <a:lnTo>
                  <a:pt x="652500" y="506027"/>
                </a:lnTo>
                <a:lnTo>
                  <a:pt x="652500" y="427277"/>
                </a:lnTo>
                <a:close/>
                <a:moveTo>
                  <a:pt x="720000" y="540587"/>
                </a:moveTo>
                <a:lnTo>
                  <a:pt x="720000" y="573527"/>
                </a:lnTo>
                <a:lnTo>
                  <a:pt x="832500" y="573527"/>
                </a:lnTo>
                <a:lnTo>
                  <a:pt x="832500" y="461027"/>
                </a:lnTo>
                <a:lnTo>
                  <a:pt x="720000" y="461027"/>
                </a:lnTo>
                <a:lnTo>
                  <a:pt x="720000" y="538967"/>
                </a:lnTo>
                <a:cubicBezTo>
                  <a:pt x="720009" y="539507"/>
                  <a:pt x="720009" y="540047"/>
                  <a:pt x="720000" y="540587"/>
                </a:cubicBezTo>
                <a:close/>
                <a:moveTo>
                  <a:pt x="270000" y="708527"/>
                </a:moveTo>
                <a:lnTo>
                  <a:pt x="270000" y="821027"/>
                </a:lnTo>
                <a:lnTo>
                  <a:pt x="382500" y="821027"/>
                </a:lnTo>
                <a:lnTo>
                  <a:pt x="382500" y="708527"/>
                </a:lnTo>
                <a:lnTo>
                  <a:pt x="270000" y="708527"/>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3">
            <a:extLst>
              <a:ext uri="{FF2B5EF4-FFF2-40B4-BE49-F238E27FC236}">
                <a16:creationId xmlns:a16="http://schemas.microsoft.com/office/drawing/2014/main" id="{A41B848F-D8F8-01F0-0AA3-3F981D9D995B}"/>
              </a:ext>
            </a:extLst>
          </p:cNvPr>
          <p:cNvSpPr/>
          <p:nvPr/>
        </p:nvSpPr>
        <p:spPr>
          <a:xfrm>
            <a:off x="10826202" y="5288756"/>
            <a:ext cx="439709" cy="439709"/>
          </a:xfrm>
          <a:custGeom>
            <a:avLst/>
            <a:gdLst>
              <a:gd name="connsiteX0" fmla="*/ 605555 w 899980"/>
              <a:gd name="connsiteY0" fmla="*/ 200555 h 899980"/>
              <a:gd name="connsiteX1" fmla="*/ 541925 w 899980"/>
              <a:gd name="connsiteY1" fmla="*/ 200555 h 899980"/>
              <a:gd name="connsiteX2" fmla="*/ 494990 w 899980"/>
              <a:gd name="connsiteY2" fmla="*/ 153620 h 899980"/>
              <a:gd name="connsiteX3" fmla="*/ 494990 w 899980"/>
              <a:gd name="connsiteY3" fmla="*/ 281240 h 899980"/>
              <a:gd name="connsiteX4" fmla="*/ 449990 w 899980"/>
              <a:gd name="connsiteY4" fmla="*/ 326240 h 899980"/>
              <a:gd name="connsiteX5" fmla="*/ 404990 w 899980"/>
              <a:gd name="connsiteY5" fmla="*/ 281240 h 899980"/>
              <a:gd name="connsiteX6" fmla="*/ 404990 w 899980"/>
              <a:gd name="connsiteY6" fmla="*/ 153620 h 899980"/>
              <a:gd name="connsiteX7" fmla="*/ 358055 w 899980"/>
              <a:gd name="connsiteY7" fmla="*/ 200555 h 899980"/>
              <a:gd name="connsiteX8" fmla="*/ 294425 w 899980"/>
              <a:gd name="connsiteY8" fmla="*/ 199449 h 899980"/>
              <a:gd name="connsiteX9" fmla="*/ 294425 w 899980"/>
              <a:gd name="connsiteY9" fmla="*/ 136925 h 899980"/>
              <a:gd name="connsiteX10" fmla="*/ 418175 w 899980"/>
              <a:gd name="connsiteY10" fmla="*/ 13175 h 899980"/>
              <a:gd name="connsiteX11" fmla="*/ 481805 w 899980"/>
              <a:gd name="connsiteY11" fmla="*/ 13175 h 899980"/>
              <a:gd name="connsiteX12" fmla="*/ 605555 w 899980"/>
              <a:gd name="connsiteY12" fmla="*/ 136925 h 899980"/>
              <a:gd name="connsiteX13" fmla="*/ 605555 w 899980"/>
              <a:gd name="connsiteY13" fmla="*/ 200555 h 899980"/>
              <a:gd name="connsiteX14" fmla="*/ 200555 w 899980"/>
              <a:gd name="connsiteY14" fmla="*/ 541925 h 899980"/>
              <a:gd name="connsiteX15" fmla="*/ 201661 w 899980"/>
              <a:gd name="connsiteY15" fmla="*/ 605555 h 899980"/>
              <a:gd name="connsiteX16" fmla="*/ 138031 w 899980"/>
              <a:gd name="connsiteY16" fmla="*/ 606661 h 899980"/>
              <a:gd name="connsiteX17" fmla="*/ 136925 w 899980"/>
              <a:gd name="connsiteY17" fmla="*/ 605555 h 899980"/>
              <a:gd name="connsiteX18" fmla="*/ 13175 w 899980"/>
              <a:gd name="connsiteY18" fmla="*/ 481805 h 899980"/>
              <a:gd name="connsiteX19" fmla="*/ 13175 w 899980"/>
              <a:gd name="connsiteY19" fmla="*/ 418175 h 899980"/>
              <a:gd name="connsiteX20" fmla="*/ 136925 w 899980"/>
              <a:gd name="connsiteY20" fmla="*/ 294425 h 899980"/>
              <a:gd name="connsiteX21" fmla="*/ 200555 w 899980"/>
              <a:gd name="connsiteY21" fmla="*/ 295531 h 899980"/>
              <a:gd name="connsiteX22" fmla="*/ 200555 w 899980"/>
              <a:gd name="connsiteY22" fmla="*/ 358055 h 899980"/>
              <a:gd name="connsiteX23" fmla="*/ 153620 w 899980"/>
              <a:gd name="connsiteY23" fmla="*/ 404990 h 899980"/>
              <a:gd name="connsiteX24" fmla="*/ 281240 w 899980"/>
              <a:gd name="connsiteY24" fmla="*/ 404990 h 899980"/>
              <a:gd name="connsiteX25" fmla="*/ 326240 w 899980"/>
              <a:gd name="connsiteY25" fmla="*/ 449990 h 899980"/>
              <a:gd name="connsiteX26" fmla="*/ 281240 w 899980"/>
              <a:gd name="connsiteY26" fmla="*/ 494990 h 899980"/>
              <a:gd name="connsiteX27" fmla="*/ 153620 w 899980"/>
              <a:gd name="connsiteY27" fmla="*/ 494990 h 899980"/>
              <a:gd name="connsiteX28" fmla="*/ 200555 w 899980"/>
              <a:gd name="connsiteY28" fmla="*/ 541925 h 899980"/>
              <a:gd name="connsiteX29" fmla="*/ 763055 w 899980"/>
              <a:gd name="connsiteY29" fmla="*/ 605555 h 899980"/>
              <a:gd name="connsiteX30" fmla="*/ 699425 w 899980"/>
              <a:gd name="connsiteY30" fmla="*/ 604449 h 899980"/>
              <a:gd name="connsiteX31" fmla="*/ 699425 w 899980"/>
              <a:gd name="connsiteY31" fmla="*/ 541925 h 899980"/>
              <a:gd name="connsiteX32" fmla="*/ 746360 w 899980"/>
              <a:gd name="connsiteY32" fmla="*/ 494990 h 899980"/>
              <a:gd name="connsiteX33" fmla="*/ 618740 w 899980"/>
              <a:gd name="connsiteY33" fmla="*/ 494990 h 899980"/>
              <a:gd name="connsiteX34" fmla="*/ 573740 w 899980"/>
              <a:gd name="connsiteY34" fmla="*/ 449990 h 899980"/>
              <a:gd name="connsiteX35" fmla="*/ 618740 w 899980"/>
              <a:gd name="connsiteY35" fmla="*/ 404990 h 899980"/>
              <a:gd name="connsiteX36" fmla="*/ 746360 w 899980"/>
              <a:gd name="connsiteY36" fmla="*/ 404990 h 899980"/>
              <a:gd name="connsiteX37" fmla="*/ 699425 w 899980"/>
              <a:gd name="connsiteY37" fmla="*/ 358055 h 899980"/>
              <a:gd name="connsiteX38" fmla="*/ 700531 w 899980"/>
              <a:gd name="connsiteY38" fmla="*/ 294425 h 899980"/>
              <a:gd name="connsiteX39" fmla="*/ 763055 w 899980"/>
              <a:gd name="connsiteY39" fmla="*/ 294425 h 899980"/>
              <a:gd name="connsiteX40" fmla="*/ 886805 w 899980"/>
              <a:gd name="connsiteY40" fmla="*/ 418175 h 899980"/>
              <a:gd name="connsiteX41" fmla="*/ 886805 w 899980"/>
              <a:gd name="connsiteY41" fmla="*/ 481805 h 899980"/>
              <a:gd name="connsiteX42" fmla="*/ 763055 w 899980"/>
              <a:gd name="connsiteY42" fmla="*/ 605555 h 899980"/>
              <a:gd name="connsiteX43" fmla="*/ 404990 w 899980"/>
              <a:gd name="connsiteY43" fmla="*/ 746360 h 899980"/>
              <a:gd name="connsiteX44" fmla="*/ 404990 w 899980"/>
              <a:gd name="connsiteY44" fmla="*/ 618740 h 899980"/>
              <a:gd name="connsiteX45" fmla="*/ 449990 w 899980"/>
              <a:gd name="connsiteY45" fmla="*/ 573740 h 899980"/>
              <a:gd name="connsiteX46" fmla="*/ 494990 w 899980"/>
              <a:gd name="connsiteY46" fmla="*/ 618740 h 899980"/>
              <a:gd name="connsiteX47" fmla="*/ 494990 w 899980"/>
              <a:gd name="connsiteY47" fmla="*/ 746360 h 899980"/>
              <a:gd name="connsiteX48" fmla="*/ 541925 w 899980"/>
              <a:gd name="connsiteY48" fmla="*/ 699425 h 899980"/>
              <a:gd name="connsiteX49" fmla="*/ 605555 w 899980"/>
              <a:gd name="connsiteY49" fmla="*/ 700531 h 899980"/>
              <a:gd name="connsiteX50" fmla="*/ 605555 w 899980"/>
              <a:gd name="connsiteY50" fmla="*/ 763055 h 899980"/>
              <a:gd name="connsiteX51" fmla="*/ 481805 w 899980"/>
              <a:gd name="connsiteY51" fmla="*/ 886805 h 899980"/>
              <a:gd name="connsiteX52" fmla="*/ 418175 w 899980"/>
              <a:gd name="connsiteY52" fmla="*/ 886805 h 899980"/>
              <a:gd name="connsiteX53" fmla="*/ 294425 w 899980"/>
              <a:gd name="connsiteY53" fmla="*/ 763055 h 899980"/>
              <a:gd name="connsiteX54" fmla="*/ 293319 w 899980"/>
              <a:gd name="connsiteY54" fmla="*/ 699425 h 899980"/>
              <a:gd name="connsiteX55" fmla="*/ 356949 w 899980"/>
              <a:gd name="connsiteY55" fmla="*/ 698320 h 899980"/>
              <a:gd name="connsiteX56" fmla="*/ 358055 w 899980"/>
              <a:gd name="connsiteY56" fmla="*/ 699425 h 899980"/>
              <a:gd name="connsiteX57" fmla="*/ 404990 w 899980"/>
              <a:gd name="connsiteY57" fmla="*/ 746360 h 89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99980" h="899980">
                <a:moveTo>
                  <a:pt x="605555" y="200555"/>
                </a:moveTo>
                <a:cubicBezTo>
                  <a:pt x="587983" y="218123"/>
                  <a:pt x="559498" y="218123"/>
                  <a:pt x="541925" y="200555"/>
                </a:cubicBezTo>
                <a:lnTo>
                  <a:pt x="494990" y="153620"/>
                </a:lnTo>
                <a:lnTo>
                  <a:pt x="494990" y="281240"/>
                </a:lnTo>
                <a:cubicBezTo>
                  <a:pt x="494990" y="306093"/>
                  <a:pt x="474843" y="326240"/>
                  <a:pt x="449990" y="326240"/>
                </a:cubicBezTo>
                <a:cubicBezTo>
                  <a:pt x="425138" y="326240"/>
                  <a:pt x="404990" y="306093"/>
                  <a:pt x="404990" y="281240"/>
                </a:cubicBezTo>
                <a:lnTo>
                  <a:pt x="404990" y="153620"/>
                </a:lnTo>
                <a:lnTo>
                  <a:pt x="358055" y="200555"/>
                </a:lnTo>
                <a:cubicBezTo>
                  <a:pt x="340179" y="217821"/>
                  <a:pt x="311691" y="217326"/>
                  <a:pt x="294425" y="199449"/>
                </a:cubicBezTo>
                <a:cubicBezTo>
                  <a:pt x="277583" y="182011"/>
                  <a:pt x="277583" y="154364"/>
                  <a:pt x="294425" y="136925"/>
                </a:cubicBezTo>
                <a:lnTo>
                  <a:pt x="418175" y="13175"/>
                </a:lnTo>
                <a:cubicBezTo>
                  <a:pt x="435748" y="-4392"/>
                  <a:pt x="464233" y="-4392"/>
                  <a:pt x="481805" y="13175"/>
                </a:cubicBezTo>
                <a:lnTo>
                  <a:pt x="605555" y="136925"/>
                </a:lnTo>
                <a:cubicBezTo>
                  <a:pt x="623123" y="154498"/>
                  <a:pt x="623123" y="182983"/>
                  <a:pt x="605555" y="200555"/>
                </a:cubicBezTo>
                <a:close/>
                <a:moveTo>
                  <a:pt x="200555" y="541925"/>
                </a:moveTo>
                <a:cubicBezTo>
                  <a:pt x="218432" y="559191"/>
                  <a:pt x="218927" y="587679"/>
                  <a:pt x="201661" y="605555"/>
                </a:cubicBezTo>
                <a:cubicBezTo>
                  <a:pt x="184396" y="623432"/>
                  <a:pt x="155908" y="623927"/>
                  <a:pt x="138031" y="606661"/>
                </a:cubicBezTo>
                <a:cubicBezTo>
                  <a:pt x="137656" y="606299"/>
                  <a:pt x="137288" y="605930"/>
                  <a:pt x="136925" y="605555"/>
                </a:cubicBezTo>
                <a:lnTo>
                  <a:pt x="13175" y="481805"/>
                </a:lnTo>
                <a:cubicBezTo>
                  <a:pt x="-4392" y="464233"/>
                  <a:pt x="-4392" y="435748"/>
                  <a:pt x="13175" y="418175"/>
                </a:cubicBezTo>
                <a:lnTo>
                  <a:pt x="136925" y="294425"/>
                </a:lnTo>
                <a:cubicBezTo>
                  <a:pt x="154802" y="277160"/>
                  <a:pt x="183290" y="277655"/>
                  <a:pt x="200555" y="295531"/>
                </a:cubicBezTo>
                <a:cubicBezTo>
                  <a:pt x="217398" y="312970"/>
                  <a:pt x="217398" y="340617"/>
                  <a:pt x="200555" y="358055"/>
                </a:cubicBezTo>
                <a:lnTo>
                  <a:pt x="153620" y="404990"/>
                </a:lnTo>
                <a:lnTo>
                  <a:pt x="281240" y="404990"/>
                </a:lnTo>
                <a:cubicBezTo>
                  <a:pt x="306093" y="404990"/>
                  <a:pt x="326240" y="425138"/>
                  <a:pt x="326240" y="449990"/>
                </a:cubicBezTo>
                <a:cubicBezTo>
                  <a:pt x="326240" y="474843"/>
                  <a:pt x="306093" y="494990"/>
                  <a:pt x="281240" y="494990"/>
                </a:cubicBezTo>
                <a:lnTo>
                  <a:pt x="153620" y="494990"/>
                </a:lnTo>
                <a:lnTo>
                  <a:pt x="200555" y="541925"/>
                </a:lnTo>
                <a:close/>
                <a:moveTo>
                  <a:pt x="763055" y="605555"/>
                </a:moveTo>
                <a:cubicBezTo>
                  <a:pt x="745179" y="622821"/>
                  <a:pt x="716691" y="622326"/>
                  <a:pt x="699425" y="604449"/>
                </a:cubicBezTo>
                <a:cubicBezTo>
                  <a:pt x="682583" y="587011"/>
                  <a:pt x="682583" y="559364"/>
                  <a:pt x="699425" y="541925"/>
                </a:cubicBezTo>
                <a:lnTo>
                  <a:pt x="746360" y="494990"/>
                </a:lnTo>
                <a:lnTo>
                  <a:pt x="618740" y="494990"/>
                </a:lnTo>
                <a:cubicBezTo>
                  <a:pt x="593888" y="494990"/>
                  <a:pt x="573740" y="474843"/>
                  <a:pt x="573740" y="449990"/>
                </a:cubicBezTo>
                <a:cubicBezTo>
                  <a:pt x="573740" y="425138"/>
                  <a:pt x="593888" y="404990"/>
                  <a:pt x="618740" y="404990"/>
                </a:cubicBezTo>
                <a:lnTo>
                  <a:pt x="746360" y="404990"/>
                </a:lnTo>
                <a:lnTo>
                  <a:pt x="699425" y="358055"/>
                </a:lnTo>
                <a:cubicBezTo>
                  <a:pt x="682160" y="340179"/>
                  <a:pt x="682655" y="311691"/>
                  <a:pt x="700531" y="294425"/>
                </a:cubicBezTo>
                <a:cubicBezTo>
                  <a:pt x="717970" y="277583"/>
                  <a:pt x="745617" y="277583"/>
                  <a:pt x="763055" y="294425"/>
                </a:cubicBezTo>
                <a:lnTo>
                  <a:pt x="886805" y="418175"/>
                </a:lnTo>
                <a:cubicBezTo>
                  <a:pt x="904373" y="435748"/>
                  <a:pt x="904373" y="464233"/>
                  <a:pt x="886805" y="481805"/>
                </a:cubicBezTo>
                <a:lnTo>
                  <a:pt x="763055" y="605555"/>
                </a:lnTo>
                <a:close/>
                <a:moveTo>
                  <a:pt x="404990" y="746360"/>
                </a:moveTo>
                <a:lnTo>
                  <a:pt x="404990" y="618740"/>
                </a:lnTo>
                <a:cubicBezTo>
                  <a:pt x="404990" y="593888"/>
                  <a:pt x="425138" y="573740"/>
                  <a:pt x="449990" y="573740"/>
                </a:cubicBezTo>
                <a:cubicBezTo>
                  <a:pt x="474843" y="573740"/>
                  <a:pt x="494990" y="593888"/>
                  <a:pt x="494990" y="618740"/>
                </a:cubicBezTo>
                <a:lnTo>
                  <a:pt x="494990" y="746360"/>
                </a:lnTo>
                <a:lnTo>
                  <a:pt x="541925" y="699425"/>
                </a:lnTo>
                <a:cubicBezTo>
                  <a:pt x="559802" y="682160"/>
                  <a:pt x="588290" y="682655"/>
                  <a:pt x="605555" y="700531"/>
                </a:cubicBezTo>
                <a:cubicBezTo>
                  <a:pt x="622398" y="717970"/>
                  <a:pt x="622398" y="745617"/>
                  <a:pt x="605555" y="763055"/>
                </a:cubicBezTo>
                <a:lnTo>
                  <a:pt x="481805" y="886805"/>
                </a:lnTo>
                <a:cubicBezTo>
                  <a:pt x="464233" y="904373"/>
                  <a:pt x="435748" y="904373"/>
                  <a:pt x="418175" y="886805"/>
                </a:cubicBezTo>
                <a:lnTo>
                  <a:pt x="294425" y="763055"/>
                </a:lnTo>
                <a:cubicBezTo>
                  <a:pt x="276549" y="745790"/>
                  <a:pt x="276054" y="717302"/>
                  <a:pt x="293319" y="699425"/>
                </a:cubicBezTo>
                <a:cubicBezTo>
                  <a:pt x="310585" y="681549"/>
                  <a:pt x="339073" y="681054"/>
                  <a:pt x="356949" y="698320"/>
                </a:cubicBezTo>
                <a:cubicBezTo>
                  <a:pt x="357325" y="698682"/>
                  <a:pt x="357693" y="699050"/>
                  <a:pt x="358055" y="699425"/>
                </a:cubicBezTo>
                <a:lnTo>
                  <a:pt x="404990" y="746360"/>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Graphic 5">
            <a:extLst>
              <a:ext uri="{FF2B5EF4-FFF2-40B4-BE49-F238E27FC236}">
                <a16:creationId xmlns:a16="http://schemas.microsoft.com/office/drawing/2014/main" id="{B1883891-B794-EDD3-C66B-58AC977D1E16}"/>
              </a:ext>
            </a:extLst>
          </p:cNvPr>
          <p:cNvSpPr/>
          <p:nvPr/>
        </p:nvSpPr>
        <p:spPr>
          <a:xfrm>
            <a:off x="3261493" y="5288753"/>
            <a:ext cx="439790" cy="439744"/>
          </a:xfrm>
          <a:custGeom>
            <a:avLst/>
            <a:gdLst>
              <a:gd name="connsiteX0" fmla="*/ 751950 w 900147"/>
              <a:gd name="connsiteY0" fmla="*/ 13172 h 900052"/>
              <a:gd name="connsiteX1" fmla="*/ 688298 w 900147"/>
              <a:gd name="connsiteY1" fmla="*/ 13194 h 900052"/>
              <a:gd name="connsiteX2" fmla="*/ 688320 w 900147"/>
              <a:gd name="connsiteY2" fmla="*/ 76847 h 900052"/>
              <a:gd name="connsiteX3" fmla="*/ 746460 w 900147"/>
              <a:gd name="connsiteY3" fmla="*/ 134897 h 900052"/>
              <a:gd name="connsiteX4" fmla="*/ 494820 w 900147"/>
              <a:gd name="connsiteY4" fmla="*/ 134897 h 900052"/>
              <a:gd name="connsiteX5" fmla="*/ 359820 w 900147"/>
              <a:gd name="connsiteY5" fmla="*/ 269897 h 900052"/>
              <a:gd name="connsiteX6" fmla="*/ 359820 w 900147"/>
              <a:gd name="connsiteY6" fmla="*/ 674852 h 900052"/>
              <a:gd name="connsiteX7" fmla="*/ 314820 w 900147"/>
              <a:gd name="connsiteY7" fmla="*/ 719852 h 900052"/>
              <a:gd name="connsiteX8" fmla="*/ 262260 w 900147"/>
              <a:gd name="connsiteY8" fmla="*/ 719852 h 900052"/>
              <a:gd name="connsiteX9" fmla="*/ 89730 w 900147"/>
              <a:gd name="connsiteY9" fmla="*/ 637952 h 900052"/>
              <a:gd name="connsiteX10" fmla="*/ 0 w 900147"/>
              <a:gd name="connsiteY10" fmla="*/ 765032 h 900052"/>
              <a:gd name="connsiteX11" fmla="*/ 134979 w 900147"/>
              <a:gd name="connsiteY11" fmla="*/ 900052 h 900052"/>
              <a:gd name="connsiteX12" fmla="*/ 262350 w 900147"/>
              <a:gd name="connsiteY12" fmla="*/ 809852 h 900052"/>
              <a:gd name="connsiteX13" fmla="*/ 314820 w 900147"/>
              <a:gd name="connsiteY13" fmla="*/ 809852 h 900052"/>
              <a:gd name="connsiteX14" fmla="*/ 449820 w 900147"/>
              <a:gd name="connsiteY14" fmla="*/ 674852 h 900052"/>
              <a:gd name="connsiteX15" fmla="*/ 449820 w 900147"/>
              <a:gd name="connsiteY15" fmla="*/ 269852 h 900052"/>
              <a:gd name="connsiteX16" fmla="*/ 494820 w 900147"/>
              <a:gd name="connsiteY16" fmla="*/ 224852 h 900052"/>
              <a:gd name="connsiteX17" fmla="*/ 746325 w 900147"/>
              <a:gd name="connsiteY17" fmla="*/ 224852 h 900052"/>
              <a:gd name="connsiteX18" fmla="*/ 688050 w 900147"/>
              <a:gd name="connsiteY18" fmla="*/ 282947 h 900052"/>
              <a:gd name="connsiteX19" fmla="*/ 685877 w 900147"/>
              <a:gd name="connsiteY19" fmla="*/ 346549 h 900052"/>
              <a:gd name="connsiteX20" fmla="*/ 749480 w 900147"/>
              <a:gd name="connsiteY20" fmla="*/ 348722 h 900052"/>
              <a:gd name="connsiteX21" fmla="*/ 751500 w 900147"/>
              <a:gd name="connsiteY21" fmla="*/ 346712 h 900052"/>
              <a:gd name="connsiteX22" fmla="*/ 886950 w 900147"/>
              <a:gd name="connsiteY22" fmla="*/ 211712 h 900052"/>
              <a:gd name="connsiteX23" fmla="*/ 886985 w 900147"/>
              <a:gd name="connsiteY23" fmla="*/ 148072 h 900052"/>
              <a:gd name="connsiteX24" fmla="*/ 886950 w 900147"/>
              <a:gd name="connsiteY24" fmla="*/ 148037 h 900052"/>
              <a:gd name="connsiteX25" fmla="*/ 751950 w 900147"/>
              <a:gd name="connsiteY25" fmla="*/ 13172 h 90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00147" h="900052">
                <a:moveTo>
                  <a:pt x="751950" y="13172"/>
                </a:moveTo>
                <a:cubicBezTo>
                  <a:pt x="734367" y="-4399"/>
                  <a:pt x="705868" y="-4389"/>
                  <a:pt x="688298" y="13194"/>
                </a:cubicBezTo>
                <a:cubicBezTo>
                  <a:pt x="670727" y="30777"/>
                  <a:pt x="670737" y="59276"/>
                  <a:pt x="688320" y="76847"/>
                </a:cubicBezTo>
                <a:lnTo>
                  <a:pt x="746460" y="134897"/>
                </a:lnTo>
                <a:lnTo>
                  <a:pt x="494820" y="134897"/>
                </a:lnTo>
                <a:cubicBezTo>
                  <a:pt x="420262" y="134897"/>
                  <a:pt x="359820" y="195338"/>
                  <a:pt x="359820" y="269897"/>
                </a:cubicBezTo>
                <a:lnTo>
                  <a:pt x="359820" y="674852"/>
                </a:lnTo>
                <a:cubicBezTo>
                  <a:pt x="359820" y="699704"/>
                  <a:pt x="339673" y="719852"/>
                  <a:pt x="314820" y="719852"/>
                </a:cubicBezTo>
                <a:lnTo>
                  <a:pt x="262260" y="719852"/>
                </a:lnTo>
                <a:cubicBezTo>
                  <a:pt x="237233" y="649593"/>
                  <a:pt x="159989" y="612925"/>
                  <a:pt x="89730" y="637952"/>
                </a:cubicBezTo>
                <a:cubicBezTo>
                  <a:pt x="35975" y="657100"/>
                  <a:pt x="57" y="707968"/>
                  <a:pt x="0" y="765032"/>
                </a:cubicBezTo>
                <a:cubicBezTo>
                  <a:pt x="-11" y="839590"/>
                  <a:pt x="60421" y="900041"/>
                  <a:pt x="134979" y="900052"/>
                </a:cubicBezTo>
                <a:cubicBezTo>
                  <a:pt x="192276" y="900061"/>
                  <a:pt x="243336" y="863901"/>
                  <a:pt x="262350" y="809852"/>
                </a:cubicBezTo>
                <a:lnTo>
                  <a:pt x="314820" y="809852"/>
                </a:lnTo>
                <a:cubicBezTo>
                  <a:pt x="389378" y="809852"/>
                  <a:pt x="449820" y="749410"/>
                  <a:pt x="449820" y="674852"/>
                </a:cubicBezTo>
                <a:lnTo>
                  <a:pt x="449820" y="269852"/>
                </a:lnTo>
                <a:cubicBezTo>
                  <a:pt x="449820" y="244999"/>
                  <a:pt x="469967" y="224852"/>
                  <a:pt x="494820" y="224852"/>
                </a:cubicBezTo>
                <a:lnTo>
                  <a:pt x="746325" y="224852"/>
                </a:lnTo>
                <a:lnTo>
                  <a:pt x="688050" y="282947"/>
                </a:lnTo>
                <a:cubicBezTo>
                  <a:pt x="669887" y="299910"/>
                  <a:pt x="668914" y="328386"/>
                  <a:pt x="685877" y="346549"/>
                </a:cubicBezTo>
                <a:cubicBezTo>
                  <a:pt x="702841" y="364712"/>
                  <a:pt x="731317" y="365685"/>
                  <a:pt x="749480" y="348722"/>
                </a:cubicBezTo>
                <a:cubicBezTo>
                  <a:pt x="750174" y="348073"/>
                  <a:pt x="750848" y="347403"/>
                  <a:pt x="751500" y="346712"/>
                </a:cubicBezTo>
                <a:lnTo>
                  <a:pt x="886950" y="211712"/>
                </a:lnTo>
                <a:cubicBezTo>
                  <a:pt x="904533" y="194148"/>
                  <a:pt x="904549" y="165655"/>
                  <a:pt x="886985" y="148072"/>
                </a:cubicBezTo>
                <a:cubicBezTo>
                  <a:pt x="886974" y="148060"/>
                  <a:pt x="886962" y="148048"/>
                  <a:pt x="886950" y="148037"/>
                </a:cubicBezTo>
                <a:lnTo>
                  <a:pt x="751950" y="13172"/>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7">
            <a:extLst>
              <a:ext uri="{FF2B5EF4-FFF2-40B4-BE49-F238E27FC236}">
                <a16:creationId xmlns:a16="http://schemas.microsoft.com/office/drawing/2014/main" id="{4D175F85-8469-0317-9F1B-9507925D7E41}"/>
              </a:ext>
            </a:extLst>
          </p:cNvPr>
          <p:cNvSpPr/>
          <p:nvPr/>
        </p:nvSpPr>
        <p:spPr>
          <a:xfrm>
            <a:off x="7040462" y="5294362"/>
            <a:ext cx="439719" cy="434113"/>
          </a:xfrm>
          <a:custGeom>
            <a:avLst/>
            <a:gdLst>
              <a:gd name="connsiteX0" fmla="*/ 183915 w 900000"/>
              <a:gd name="connsiteY0" fmla="*/ 213527 h 888526"/>
              <a:gd name="connsiteX1" fmla="*/ 484107 w 900000"/>
              <a:gd name="connsiteY1" fmla="*/ 4049 h 888526"/>
              <a:gd name="connsiteX2" fmla="*/ 693585 w 900000"/>
              <a:gd name="connsiteY2" fmla="*/ 213527 h 888526"/>
              <a:gd name="connsiteX3" fmla="*/ 697500 w 900000"/>
              <a:gd name="connsiteY3" fmla="*/ 213527 h 888526"/>
              <a:gd name="connsiteX4" fmla="*/ 871875 w 900000"/>
              <a:gd name="connsiteY4" fmla="*/ 348707 h 888526"/>
              <a:gd name="connsiteX5" fmla="*/ 866250 w 900000"/>
              <a:gd name="connsiteY5" fmla="*/ 348527 h 888526"/>
              <a:gd name="connsiteX6" fmla="*/ 686250 w 900000"/>
              <a:gd name="connsiteY6" fmla="*/ 348527 h 888526"/>
              <a:gd name="connsiteX7" fmla="*/ 607500 w 900000"/>
              <a:gd name="connsiteY7" fmla="*/ 427277 h 888526"/>
              <a:gd name="connsiteX8" fmla="*/ 607500 w 900000"/>
              <a:gd name="connsiteY8" fmla="*/ 464447 h 888526"/>
              <a:gd name="connsiteX9" fmla="*/ 508365 w 900000"/>
              <a:gd name="connsiteY9" fmla="*/ 554447 h 888526"/>
              <a:gd name="connsiteX10" fmla="*/ 501975 w 900000"/>
              <a:gd name="connsiteY10" fmla="*/ 573527 h 888526"/>
              <a:gd name="connsiteX11" fmla="*/ 180000 w 900000"/>
              <a:gd name="connsiteY11" fmla="*/ 573527 h 888526"/>
              <a:gd name="connsiteX12" fmla="*/ 0 w 900000"/>
              <a:gd name="connsiteY12" fmla="*/ 393527 h 888526"/>
              <a:gd name="connsiteX13" fmla="*/ 180000 w 900000"/>
              <a:gd name="connsiteY13" fmla="*/ 213527 h 888526"/>
              <a:gd name="connsiteX14" fmla="*/ 183915 w 900000"/>
              <a:gd name="connsiteY14" fmla="*/ 213527 h 888526"/>
              <a:gd name="connsiteX15" fmla="*/ 652500 w 900000"/>
              <a:gd name="connsiteY15" fmla="*/ 427277 h 888526"/>
              <a:gd name="connsiteX16" fmla="*/ 686250 w 900000"/>
              <a:gd name="connsiteY16" fmla="*/ 393527 h 888526"/>
              <a:gd name="connsiteX17" fmla="*/ 866250 w 900000"/>
              <a:gd name="connsiteY17" fmla="*/ 393527 h 888526"/>
              <a:gd name="connsiteX18" fmla="*/ 900000 w 900000"/>
              <a:gd name="connsiteY18" fmla="*/ 427277 h 888526"/>
              <a:gd name="connsiteX19" fmla="*/ 900000 w 900000"/>
              <a:gd name="connsiteY19" fmla="*/ 607277 h 888526"/>
              <a:gd name="connsiteX20" fmla="*/ 866250 w 900000"/>
              <a:gd name="connsiteY20" fmla="*/ 641027 h 888526"/>
              <a:gd name="connsiteX21" fmla="*/ 686250 w 900000"/>
              <a:gd name="connsiteY21" fmla="*/ 641027 h 888526"/>
              <a:gd name="connsiteX22" fmla="*/ 652500 w 900000"/>
              <a:gd name="connsiteY22" fmla="*/ 607277 h 888526"/>
              <a:gd name="connsiteX23" fmla="*/ 652500 w 900000"/>
              <a:gd name="connsiteY23" fmla="*/ 573527 h 888526"/>
              <a:gd name="connsiteX24" fmla="*/ 637965 w 900000"/>
              <a:gd name="connsiteY24" fmla="*/ 573527 h 888526"/>
              <a:gd name="connsiteX25" fmla="*/ 615105 w 900000"/>
              <a:gd name="connsiteY25" fmla="*/ 589997 h 888526"/>
              <a:gd name="connsiteX26" fmla="*/ 573975 w 900000"/>
              <a:gd name="connsiteY26" fmla="*/ 713387 h 888526"/>
              <a:gd name="connsiteX27" fmla="*/ 487035 w 900000"/>
              <a:gd name="connsiteY27" fmla="*/ 776027 h 888526"/>
              <a:gd name="connsiteX28" fmla="*/ 450000 w 900000"/>
              <a:gd name="connsiteY28" fmla="*/ 776027 h 888526"/>
              <a:gd name="connsiteX29" fmla="*/ 450000 w 900000"/>
              <a:gd name="connsiteY29" fmla="*/ 854777 h 888526"/>
              <a:gd name="connsiteX30" fmla="*/ 416250 w 900000"/>
              <a:gd name="connsiteY30" fmla="*/ 888527 h 888526"/>
              <a:gd name="connsiteX31" fmla="*/ 236250 w 900000"/>
              <a:gd name="connsiteY31" fmla="*/ 888527 h 888526"/>
              <a:gd name="connsiteX32" fmla="*/ 202500 w 900000"/>
              <a:gd name="connsiteY32" fmla="*/ 854777 h 888526"/>
              <a:gd name="connsiteX33" fmla="*/ 202500 w 900000"/>
              <a:gd name="connsiteY33" fmla="*/ 674777 h 888526"/>
              <a:gd name="connsiteX34" fmla="*/ 236250 w 900000"/>
              <a:gd name="connsiteY34" fmla="*/ 641027 h 888526"/>
              <a:gd name="connsiteX35" fmla="*/ 416250 w 900000"/>
              <a:gd name="connsiteY35" fmla="*/ 641027 h 888526"/>
              <a:gd name="connsiteX36" fmla="*/ 450000 w 900000"/>
              <a:gd name="connsiteY36" fmla="*/ 674777 h 888526"/>
              <a:gd name="connsiteX37" fmla="*/ 450000 w 900000"/>
              <a:gd name="connsiteY37" fmla="*/ 708527 h 888526"/>
              <a:gd name="connsiteX38" fmla="*/ 487035 w 900000"/>
              <a:gd name="connsiteY38" fmla="*/ 708527 h 888526"/>
              <a:gd name="connsiteX39" fmla="*/ 509895 w 900000"/>
              <a:gd name="connsiteY39" fmla="*/ 692057 h 888526"/>
              <a:gd name="connsiteX40" fmla="*/ 551025 w 900000"/>
              <a:gd name="connsiteY40" fmla="*/ 568667 h 888526"/>
              <a:gd name="connsiteX41" fmla="*/ 637965 w 900000"/>
              <a:gd name="connsiteY41" fmla="*/ 506027 h 888526"/>
              <a:gd name="connsiteX42" fmla="*/ 652500 w 900000"/>
              <a:gd name="connsiteY42" fmla="*/ 506027 h 888526"/>
              <a:gd name="connsiteX43" fmla="*/ 652500 w 900000"/>
              <a:gd name="connsiteY43" fmla="*/ 427277 h 888526"/>
              <a:gd name="connsiteX44" fmla="*/ 720000 w 900000"/>
              <a:gd name="connsiteY44" fmla="*/ 540587 h 888526"/>
              <a:gd name="connsiteX45" fmla="*/ 720000 w 900000"/>
              <a:gd name="connsiteY45" fmla="*/ 573527 h 888526"/>
              <a:gd name="connsiteX46" fmla="*/ 832500 w 900000"/>
              <a:gd name="connsiteY46" fmla="*/ 573527 h 888526"/>
              <a:gd name="connsiteX47" fmla="*/ 832500 w 900000"/>
              <a:gd name="connsiteY47" fmla="*/ 461027 h 888526"/>
              <a:gd name="connsiteX48" fmla="*/ 720000 w 900000"/>
              <a:gd name="connsiteY48" fmla="*/ 461027 h 888526"/>
              <a:gd name="connsiteX49" fmla="*/ 720000 w 900000"/>
              <a:gd name="connsiteY49" fmla="*/ 538967 h 888526"/>
              <a:gd name="connsiteX50" fmla="*/ 720000 w 900000"/>
              <a:gd name="connsiteY50" fmla="*/ 540587 h 888526"/>
              <a:gd name="connsiteX51" fmla="*/ 270000 w 900000"/>
              <a:gd name="connsiteY51" fmla="*/ 708527 h 888526"/>
              <a:gd name="connsiteX52" fmla="*/ 270000 w 900000"/>
              <a:gd name="connsiteY52" fmla="*/ 821027 h 888526"/>
              <a:gd name="connsiteX53" fmla="*/ 382500 w 900000"/>
              <a:gd name="connsiteY53" fmla="*/ 821027 h 888526"/>
              <a:gd name="connsiteX54" fmla="*/ 382500 w 900000"/>
              <a:gd name="connsiteY54" fmla="*/ 708527 h 888526"/>
              <a:gd name="connsiteX55" fmla="*/ 270000 w 900000"/>
              <a:gd name="connsiteY55" fmla="*/ 708527 h 8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00000" h="888526">
                <a:moveTo>
                  <a:pt x="183915" y="213527"/>
                </a:moveTo>
                <a:cubicBezTo>
                  <a:pt x="208965" y="72785"/>
                  <a:pt x="343366" y="-21001"/>
                  <a:pt x="484107" y="4049"/>
                </a:cubicBezTo>
                <a:cubicBezTo>
                  <a:pt x="590939" y="23063"/>
                  <a:pt x="674570" y="106695"/>
                  <a:pt x="693585" y="213527"/>
                </a:cubicBezTo>
                <a:lnTo>
                  <a:pt x="697500" y="213527"/>
                </a:lnTo>
                <a:cubicBezTo>
                  <a:pt x="779655" y="213538"/>
                  <a:pt x="851388" y="269148"/>
                  <a:pt x="871875" y="348707"/>
                </a:cubicBezTo>
                <a:cubicBezTo>
                  <a:pt x="870003" y="348581"/>
                  <a:pt x="868127" y="348521"/>
                  <a:pt x="866250" y="348527"/>
                </a:cubicBezTo>
                <a:lnTo>
                  <a:pt x="686250" y="348527"/>
                </a:lnTo>
                <a:cubicBezTo>
                  <a:pt x="642758" y="348527"/>
                  <a:pt x="607500" y="383784"/>
                  <a:pt x="607500" y="427277"/>
                </a:cubicBezTo>
                <a:lnTo>
                  <a:pt x="607500" y="464447"/>
                </a:lnTo>
                <a:cubicBezTo>
                  <a:pt x="561012" y="475088"/>
                  <a:pt x="523437" y="509200"/>
                  <a:pt x="508365" y="554447"/>
                </a:cubicBezTo>
                <a:lnTo>
                  <a:pt x="501975" y="573527"/>
                </a:lnTo>
                <a:lnTo>
                  <a:pt x="180000" y="573527"/>
                </a:lnTo>
                <a:cubicBezTo>
                  <a:pt x="80589" y="573527"/>
                  <a:pt x="0" y="492938"/>
                  <a:pt x="0" y="393527"/>
                </a:cubicBezTo>
                <a:cubicBezTo>
                  <a:pt x="0" y="294115"/>
                  <a:pt x="80589" y="213527"/>
                  <a:pt x="180000" y="213527"/>
                </a:cubicBezTo>
                <a:lnTo>
                  <a:pt x="183915" y="213527"/>
                </a:lnTo>
                <a:close/>
                <a:moveTo>
                  <a:pt x="652500" y="427277"/>
                </a:moveTo>
                <a:cubicBezTo>
                  <a:pt x="652500" y="408637"/>
                  <a:pt x="667610" y="393527"/>
                  <a:pt x="686250" y="393527"/>
                </a:cubicBezTo>
                <a:lnTo>
                  <a:pt x="866250" y="393527"/>
                </a:lnTo>
                <a:cubicBezTo>
                  <a:pt x="884890" y="393527"/>
                  <a:pt x="900000" y="408637"/>
                  <a:pt x="900000" y="427277"/>
                </a:cubicBezTo>
                <a:lnTo>
                  <a:pt x="900000" y="607277"/>
                </a:lnTo>
                <a:cubicBezTo>
                  <a:pt x="900000" y="625916"/>
                  <a:pt x="884890" y="641027"/>
                  <a:pt x="866250" y="641027"/>
                </a:cubicBezTo>
                <a:lnTo>
                  <a:pt x="686250" y="641027"/>
                </a:lnTo>
                <a:cubicBezTo>
                  <a:pt x="667610" y="641027"/>
                  <a:pt x="652500" y="625916"/>
                  <a:pt x="652500" y="607277"/>
                </a:cubicBezTo>
                <a:lnTo>
                  <a:pt x="652500" y="573527"/>
                </a:lnTo>
                <a:lnTo>
                  <a:pt x="637965" y="573527"/>
                </a:lnTo>
                <a:cubicBezTo>
                  <a:pt x="627597" y="573533"/>
                  <a:pt x="618393" y="580164"/>
                  <a:pt x="615105" y="589997"/>
                </a:cubicBezTo>
                <a:lnTo>
                  <a:pt x="573975" y="713387"/>
                </a:lnTo>
                <a:cubicBezTo>
                  <a:pt x="561499" y="750804"/>
                  <a:pt x="526477" y="776037"/>
                  <a:pt x="487035" y="776027"/>
                </a:cubicBezTo>
                <a:lnTo>
                  <a:pt x="450000" y="776027"/>
                </a:lnTo>
                <a:lnTo>
                  <a:pt x="450000" y="854777"/>
                </a:lnTo>
                <a:cubicBezTo>
                  <a:pt x="450000" y="873416"/>
                  <a:pt x="434890" y="888527"/>
                  <a:pt x="416250" y="888527"/>
                </a:cubicBezTo>
                <a:lnTo>
                  <a:pt x="236250" y="888527"/>
                </a:lnTo>
                <a:cubicBezTo>
                  <a:pt x="217610" y="888527"/>
                  <a:pt x="202500" y="873416"/>
                  <a:pt x="202500" y="854777"/>
                </a:cubicBezTo>
                <a:lnTo>
                  <a:pt x="202500" y="674777"/>
                </a:lnTo>
                <a:cubicBezTo>
                  <a:pt x="202500" y="656137"/>
                  <a:pt x="217610" y="641027"/>
                  <a:pt x="236250" y="641027"/>
                </a:cubicBezTo>
                <a:lnTo>
                  <a:pt x="416250" y="641027"/>
                </a:lnTo>
                <a:cubicBezTo>
                  <a:pt x="434890" y="641027"/>
                  <a:pt x="450000" y="656137"/>
                  <a:pt x="450000" y="674777"/>
                </a:cubicBezTo>
                <a:lnTo>
                  <a:pt x="450000" y="708527"/>
                </a:lnTo>
                <a:lnTo>
                  <a:pt x="487035" y="708527"/>
                </a:lnTo>
                <a:cubicBezTo>
                  <a:pt x="497385" y="708527"/>
                  <a:pt x="506655" y="701867"/>
                  <a:pt x="509895" y="692057"/>
                </a:cubicBezTo>
                <a:lnTo>
                  <a:pt x="551025" y="568667"/>
                </a:lnTo>
                <a:cubicBezTo>
                  <a:pt x="563501" y="531250"/>
                  <a:pt x="598523" y="506016"/>
                  <a:pt x="637965" y="506027"/>
                </a:cubicBezTo>
                <a:lnTo>
                  <a:pt x="652500" y="506027"/>
                </a:lnTo>
                <a:lnTo>
                  <a:pt x="652500" y="427277"/>
                </a:lnTo>
                <a:close/>
                <a:moveTo>
                  <a:pt x="720000" y="540587"/>
                </a:moveTo>
                <a:lnTo>
                  <a:pt x="720000" y="573527"/>
                </a:lnTo>
                <a:lnTo>
                  <a:pt x="832500" y="573527"/>
                </a:lnTo>
                <a:lnTo>
                  <a:pt x="832500" y="461027"/>
                </a:lnTo>
                <a:lnTo>
                  <a:pt x="720000" y="461027"/>
                </a:lnTo>
                <a:lnTo>
                  <a:pt x="720000" y="538967"/>
                </a:lnTo>
                <a:cubicBezTo>
                  <a:pt x="720009" y="539507"/>
                  <a:pt x="720009" y="540047"/>
                  <a:pt x="720000" y="540587"/>
                </a:cubicBezTo>
                <a:close/>
                <a:moveTo>
                  <a:pt x="270000" y="708527"/>
                </a:moveTo>
                <a:lnTo>
                  <a:pt x="270000" y="821027"/>
                </a:lnTo>
                <a:lnTo>
                  <a:pt x="382500" y="821027"/>
                </a:lnTo>
                <a:lnTo>
                  <a:pt x="382500" y="708527"/>
                </a:lnTo>
                <a:lnTo>
                  <a:pt x="270000" y="708527"/>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2512269862"/>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A8C9F7C2-C034-424C-904A-8F04CA4E5715}"/>
              </a:ext>
            </a:extLst>
          </p:cNvPr>
          <p:cNvSpPr/>
          <p:nvPr/>
        </p:nvSpPr>
        <p:spPr>
          <a:xfrm>
            <a:off x="9483117" y="2780167"/>
            <a:ext cx="818646" cy="818728"/>
          </a:xfrm>
          <a:custGeom>
            <a:avLst/>
            <a:gdLst>
              <a:gd name="connsiteX0" fmla="*/ 783763 w 818646"/>
              <a:gd name="connsiteY0" fmla="*/ 532415 h 818728"/>
              <a:gd name="connsiteX1" fmla="*/ 818359 w 818646"/>
              <a:gd name="connsiteY1" fmla="*/ 558644 h 818728"/>
              <a:gd name="connsiteX2" fmla="*/ 818646 w 818646"/>
              <a:gd name="connsiteY2" fmla="*/ 562819 h 818728"/>
              <a:gd name="connsiteX3" fmla="*/ 818646 w 818646"/>
              <a:gd name="connsiteY3" fmla="*/ 706164 h 818728"/>
              <a:gd name="connsiteX4" fmla="*/ 712959 w 818646"/>
              <a:gd name="connsiteY4" fmla="*/ 818523 h 818728"/>
              <a:gd name="connsiteX5" fmla="*/ 706082 w 818646"/>
              <a:gd name="connsiteY5" fmla="*/ 818728 h 818728"/>
              <a:gd name="connsiteX6" fmla="*/ 562819 w 818646"/>
              <a:gd name="connsiteY6" fmla="*/ 818728 h 818728"/>
              <a:gd name="connsiteX7" fmla="*/ 532415 w 818646"/>
              <a:gd name="connsiteY7" fmla="*/ 792212 h 818728"/>
              <a:gd name="connsiteX8" fmla="*/ 558644 w 818646"/>
              <a:gd name="connsiteY8" fmla="*/ 757616 h 818728"/>
              <a:gd name="connsiteX9" fmla="*/ 562819 w 818646"/>
              <a:gd name="connsiteY9" fmla="*/ 757329 h 818728"/>
              <a:gd name="connsiteX10" fmla="*/ 706082 w 818646"/>
              <a:gd name="connsiteY10" fmla="*/ 757329 h 818728"/>
              <a:gd name="connsiteX11" fmla="*/ 757002 w 818646"/>
              <a:gd name="connsiteY11" fmla="*/ 711403 h 818728"/>
              <a:gd name="connsiteX12" fmla="*/ 757247 w 818646"/>
              <a:gd name="connsiteY12" fmla="*/ 706164 h 818728"/>
              <a:gd name="connsiteX13" fmla="*/ 757247 w 818646"/>
              <a:gd name="connsiteY13" fmla="*/ 562819 h 818728"/>
              <a:gd name="connsiteX14" fmla="*/ 783763 w 818646"/>
              <a:gd name="connsiteY14" fmla="*/ 532415 h 818728"/>
              <a:gd name="connsiteX15" fmla="*/ 26515 w 818646"/>
              <a:gd name="connsiteY15" fmla="*/ 532415 h 818728"/>
              <a:gd name="connsiteX16" fmla="*/ 61112 w 818646"/>
              <a:gd name="connsiteY16" fmla="*/ 558644 h 818728"/>
              <a:gd name="connsiteX17" fmla="*/ 61398 w 818646"/>
              <a:gd name="connsiteY17" fmla="*/ 562819 h 818728"/>
              <a:gd name="connsiteX18" fmla="*/ 61398 w 818646"/>
              <a:gd name="connsiteY18" fmla="*/ 706164 h 818728"/>
              <a:gd name="connsiteX19" fmla="*/ 61685 w 818646"/>
              <a:gd name="connsiteY19" fmla="*/ 711403 h 818728"/>
              <a:gd name="connsiteX20" fmla="*/ 107324 w 818646"/>
              <a:gd name="connsiteY20" fmla="*/ 757084 h 818728"/>
              <a:gd name="connsiteX21" fmla="*/ 112564 w 818646"/>
              <a:gd name="connsiteY21" fmla="*/ 757329 h 818728"/>
              <a:gd name="connsiteX22" fmla="*/ 255827 w 818646"/>
              <a:gd name="connsiteY22" fmla="*/ 757329 h 818728"/>
              <a:gd name="connsiteX23" fmla="*/ 260002 w 818646"/>
              <a:gd name="connsiteY23" fmla="*/ 757616 h 818728"/>
              <a:gd name="connsiteX24" fmla="*/ 286402 w 818646"/>
              <a:gd name="connsiteY24" fmla="*/ 784017 h 818728"/>
              <a:gd name="connsiteX25" fmla="*/ 260002 w 818646"/>
              <a:gd name="connsiteY25" fmla="*/ 818482 h 818728"/>
              <a:gd name="connsiteX26" fmla="*/ 255827 w 818646"/>
              <a:gd name="connsiteY26" fmla="*/ 818728 h 818728"/>
              <a:gd name="connsiteX27" fmla="*/ 112564 w 818646"/>
              <a:gd name="connsiteY27" fmla="*/ 818728 h 818728"/>
              <a:gd name="connsiteX28" fmla="*/ 105728 w 818646"/>
              <a:gd name="connsiteY28" fmla="*/ 818523 h 818728"/>
              <a:gd name="connsiteX29" fmla="*/ 205 w 818646"/>
              <a:gd name="connsiteY29" fmla="*/ 713327 h 818728"/>
              <a:gd name="connsiteX30" fmla="*/ 0 w 818646"/>
              <a:gd name="connsiteY30" fmla="*/ 706164 h 818728"/>
              <a:gd name="connsiteX31" fmla="*/ 0 w 818646"/>
              <a:gd name="connsiteY31" fmla="*/ 562819 h 818728"/>
              <a:gd name="connsiteX32" fmla="*/ 287 w 818646"/>
              <a:gd name="connsiteY32" fmla="*/ 558644 h 818728"/>
              <a:gd name="connsiteX33" fmla="*/ 26515 w 818646"/>
              <a:gd name="connsiteY33" fmla="*/ 532415 h 818728"/>
              <a:gd name="connsiteX34" fmla="*/ 409446 w 818646"/>
              <a:gd name="connsiteY34" fmla="*/ 327458 h 818728"/>
              <a:gd name="connsiteX35" fmla="*/ 552709 w 818646"/>
              <a:gd name="connsiteY35" fmla="*/ 470721 h 818728"/>
              <a:gd name="connsiteX36" fmla="*/ 409446 w 818646"/>
              <a:gd name="connsiteY36" fmla="*/ 613984 h 818728"/>
              <a:gd name="connsiteX37" fmla="*/ 266183 w 818646"/>
              <a:gd name="connsiteY37" fmla="*/ 470721 h 818728"/>
              <a:gd name="connsiteX38" fmla="*/ 409446 w 818646"/>
              <a:gd name="connsiteY38" fmla="*/ 327458 h 818728"/>
              <a:gd name="connsiteX39" fmla="*/ 409446 w 818646"/>
              <a:gd name="connsiteY39" fmla="*/ 194428 h 818728"/>
              <a:gd name="connsiteX40" fmla="*/ 640918 w 818646"/>
              <a:gd name="connsiteY40" fmla="*/ 285298 h 818728"/>
              <a:gd name="connsiteX41" fmla="*/ 689218 w 818646"/>
              <a:gd name="connsiteY41" fmla="*/ 347801 h 818728"/>
              <a:gd name="connsiteX42" fmla="*/ 703872 w 818646"/>
              <a:gd name="connsiteY42" fmla="*/ 377109 h 818728"/>
              <a:gd name="connsiteX43" fmla="*/ 704117 w 818646"/>
              <a:gd name="connsiteY43" fmla="*/ 377723 h 818728"/>
              <a:gd name="connsiteX44" fmla="*/ 704199 w 818646"/>
              <a:gd name="connsiteY44" fmla="*/ 377927 h 818728"/>
              <a:gd name="connsiteX45" fmla="*/ 704199 w 818646"/>
              <a:gd name="connsiteY45" fmla="*/ 378009 h 818728"/>
              <a:gd name="connsiteX46" fmla="*/ 704240 w 818646"/>
              <a:gd name="connsiteY46" fmla="*/ 378091 h 818728"/>
              <a:gd name="connsiteX47" fmla="*/ 686271 w 818646"/>
              <a:gd name="connsiteY47" fmla="*/ 417591 h 818728"/>
              <a:gd name="connsiteX48" fmla="*/ 646771 w 818646"/>
              <a:gd name="connsiteY48" fmla="*/ 399663 h 818728"/>
              <a:gd name="connsiteX49" fmla="*/ 646444 w 818646"/>
              <a:gd name="connsiteY49" fmla="*/ 398844 h 818728"/>
              <a:gd name="connsiteX50" fmla="*/ 644643 w 818646"/>
              <a:gd name="connsiteY50" fmla="*/ 394751 h 818728"/>
              <a:gd name="connsiteX51" fmla="*/ 636211 w 818646"/>
              <a:gd name="connsiteY51" fmla="*/ 378746 h 818728"/>
              <a:gd name="connsiteX52" fmla="*/ 597530 w 818646"/>
              <a:gd name="connsiteY52" fmla="*/ 328686 h 818728"/>
              <a:gd name="connsiteX53" fmla="*/ 409446 w 818646"/>
              <a:gd name="connsiteY53" fmla="*/ 255826 h 818728"/>
              <a:gd name="connsiteX54" fmla="*/ 221362 w 818646"/>
              <a:gd name="connsiteY54" fmla="*/ 328686 h 818728"/>
              <a:gd name="connsiteX55" fmla="*/ 182681 w 818646"/>
              <a:gd name="connsiteY55" fmla="*/ 378746 h 818728"/>
              <a:gd name="connsiteX56" fmla="*/ 172448 w 818646"/>
              <a:gd name="connsiteY56" fmla="*/ 398803 h 818728"/>
              <a:gd name="connsiteX57" fmla="*/ 172120 w 818646"/>
              <a:gd name="connsiteY57" fmla="*/ 399663 h 818728"/>
              <a:gd name="connsiteX58" fmla="*/ 172120 w 818646"/>
              <a:gd name="connsiteY58" fmla="*/ 399744 h 818728"/>
              <a:gd name="connsiteX59" fmla="*/ 132621 w 818646"/>
              <a:gd name="connsiteY59" fmla="*/ 417591 h 818728"/>
              <a:gd name="connsiteX60" fmla="*/ 114774 w 818646"/>
              <a:gd name="connsiteY60" fmla="*/ 377723 h 818728"/>
              <a:gd name="connsiteX61" fmla="*/ 115020 w 818646"/>
              <a:gd name="connsiteY61" fmla="*/ 377109 h 818728"/>
              <a:gd name="connsiteX62" fmla="*/ 118581 w 818646"/>
              <a:gd name="connsiteY62" fmla="*/ 368922 h 818728"/>
              <a:gd name="connsiteX63" fmla="*/ 129633 w 818646"/>
              <a:gd name="connsiteY63" fmla="*/ 347801 h 818728"/>
              <a:gd name="connsiteX64" fmla="*/ 177933 w 818646"/>
              <a:gd name="connsiteY64" fmla="*/ 285298 h 818728"/>
              <a:gd name="connsiteX65" fmla="*/ 409446 w 818646"/>
              <a:gd name="connsiteY65" fmla="*/ 194428 h 818728"/>
              <a:gd name="connsiteX66" fmla="*/ 562819 w 818646"/>
              <a:gd name="connsiteY66" fmla="*/ 0 h 818728"/>
              <a:gd name="connsiteX67" fmla="*/ 706082 w 818646"/>
              <a:gd name="connsiteY67" fmla="*/ 0 h 818728"/>
              <a:gd name="connsiteX68" fmla="*/ 712959 w 818646"/>
              <a:gd name="connsiteY68" fmla="*/ 205 h 818728"/>
              <a:gd name="connsiteX69" fmla="*/ 818441 w 818646"/>
              <a:gd name="connsiteY69" fmla="*/ 105442 h 818728"/>
              <a:gd name="connsiteX70" fmla="*/ 818646 w 818646"/>
              <a:gd name="connsiteY70" fmla="*/ 112564 h 818728"/>
              <a:gd name="connsiteX71" fmla="*/ 818646 w 818646"/>
              <a:gd name="connsiteY71" fmla="*/ 255909 h 818728"/>
              <a:gd name="connsiteX72" fmla="*/ 818359 w 818646"/>
              <a:gd name="connsiteY72" fmla="*/ 260084 h 818728"/>
              <a:gd name="connsiteX73" fmla="*/ 792130 w 818646"/>
              <a:gd name="connsiteY73" fmla="*/ 286312 h 818728"/>
              <a:gd name="connsiteX74" fmla="*/ 757534 w 818646"/>
              <a:gd name="connsiteY74" fmla="*/ 260084 h 818728"/>
              <a:gd name="connsiteX75" fmla="*/ 757247 w 818646"/>
              <a:gd name="connsiteY75" fmla="*/ 255909 h 818728"/>
              <a:gd name="connsiteX76" fmla="*/ 757247 w 818646"/>
              <a:gd name="connsiteY76" fmla="*/ 112564 h 818728"/>
              <a:gd name="connsiteX77" fmla="*/ 757002 w 818646"/>
              <a:gd name="connsiteY77" fmla="*/ 107324 h 818728"/>
              <a:gd name="connsiteX78" fmla="*/ 711321 w 818646"/>
              <a:gd name="connsiteY78" fmla="*/ 61644 h 818728"/>
              <a:gd name="connsiteX79" fmla="*/ 706082 w 818646"/>
              <a:gd name="connsiteY79" fmla="*/ 61398 h 818728"/>
              <a:gd name="connsiteX80" fmla="*/ 562819 w 818646"/>
              <a:gd name="connsiteY80" fmla="*/ 61398 h 818728"/>
              <a:gd name="connsiteX81" fmla="*/ 558644 w 818646"/>
              <a:gd name="connsiteY81" fmla="*/ 61112 h 818728"/>
              <a:gd name="connsiteX82" fmla="*/ 532415 w 818646"/>
              <a:gd name="connsiteY82" fmla="*/ 34884 h 818728"/>
              <a:gd name="connsiteX83" fmla="*/ 558644 w 818646"/>
              <a:gd name="connsiteY83" fmla="*/ 287 h 818728"/>
              <a:gd name="connsiteX84" fmla="*/ 112564 w 818646"/>
              <a:gd name="connsiteY84" fmla="*/ 0 h 818728"/>
              <a:gd name="connsiteX85" fmla="*/ 255827 w 818646"/>
              <a:gd name="connsiteY85" fmla="*/ 0 h 818728"/>
              <a:gd name="connsiteX86" fmla="*/ 286526 w 818646"/>
              <a:gd name="connsiteY86" fmla="*/ 30699 h 818728"/>
              <a:gd name="connsiteX87" fmla="*/ 260002 w 818646"/>
              <a:gd name="connsiteY87" fmla="*/ 61112 h 818728"/>
              <a:gd name="connsiteX88" fmla="*/ 255827 w 818646"/>
              <a:gd name="connsiteY88" fmla="*/ 61398 h 818728"/>
              <a:gd name="connsiteX89" fmla="*/ 112564 w 818646"/>
              <a:gd name="connsiteY89" fmla="*/ 61398 h 818728"/>
              <a:gd name="connsiteX90" fmla="*/ 61685 w 818646"/>
              <a:gd name="connsiteY90" fmla="*/ 107324 h 818728"/>
              <a:gd name="connsiteX91" fmla="*/ 61398 w 818646"/>
              <a:gd name="connsiteY91" fmla="*/ 112564 h 818728"/>
              <a:gd name="connsiteX92" fmla="*/ 61398 w 818646"/>
              <a:gd name="connsiteY92" fmla="*/ 255909 h 818728"/>
              <a:gd name="connsiteX93" fmla="*/ 34884 w 818646"/>
              <a:gd name="connsiteY93" fmla="*/ 286312 h 818728"/>
              <a:gd name="connsiteX94" fmla="*/ 287 w 818646"/>
              <a:gd name="connsiteY94" fmla="*/ 260084 h 818728"/>
              <a:gd name="connsiteX95" fmla="*/ 0 w 818646"/>
              <a:gd name="connsiteY95" fmla="*/ 255909 h 818728"/>
              <a:gd name="connsiteX96" fmla="*/ 0 w 818646"/>
              <a:gd name="connsiteY96" fmla="*/ 112564 h 818728"/>
              <a:gd name="connsiteX97" fmla="*/ 105728 w 818646"/>
              <a:gd name="connsiteY97" fmla="*/ 205 h 81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18646" h="818728">
                <a:moveTo>
                  <a:pt x="783763" y="532415"/>
                </a:moveTo>
                <a:cubicBezTo>
                  <a:pt x="800558" y="530106"/>
                  <a:pt x="816047" y="541849"/>
                  <a:pt x="818359" y="558644"/>
                </a:cubicBezTo>
                <a:lnTo>
                  <a:pt x="818646" y="562819"/>
                </a:lnTo>
                <a:lnTo>
                  <a:pt x="818646" y="706164"/>
                </a:lnTo>
                <a:cubicBezTo>
                  <a:pt x="818650" y="765663"/>
                  <a:pt x="772347" y="814888"/>
                  <a:pt x="712959" y="818523"/>
                </a:cubicBezTo>
                <a:lnTo>
                  <a:pt x="706082" y="818728"/>
                </a:lnTo>
                <a:lnTo>
                  <a:pt x="562819" y="818728"/>
                </a:lnTo>
                <a:cubicBezTo>
                  <a:pt x="547486" y="818724"/>
                  <a:pt x="534506" y="807406"/>
                  <a:pt x="532415" y="792212"/>
                </a:cubicBezTo>
                <a:cubicBezTo>
                  <a:pt x="530106" y="775417"/>
                  <a:pt x="541849" y="759929"/>
                  <a:pt x="558644" y="757616"/>
                </a:cubicBezTo>
                <a:lnTo>
                  <a:pt x="562819" y="757329"/>
                </a:lnTo>
                <a:lnTo>
                  <a:pt x="706082" y="757329"/>
                </a:lnTo>
                <a:cubicBezTo>
                  <a:pt x="732320" y="757342"/>
                  <a:pt x="754317" y="737502"/>
                  <a:pt x="757002" y="711403"/>
                </a:cubicBezTo>
                <a:lnTo>
                  <a:pt x="757247" y="706164"/>
                </a:lnTo>
                <a:lnTo>
                  <a:pt x="757247" y="562819"/>
                </a:lnTo>
                <a:cubicBezTo>
                  <a:pt x="757252" y="547486"/>
                  <a:pt x="768569" y="534506"/>
                  <a:pt x="783763" y="532415"/>
                </a:cubicBezTo>
                <a:close/>
                <a:moveTo>
                  <a:pt x="26515" y="532415"/>
                </a:moveTo>
                <a:cubicBezTo>
                  <a:pt x="43311" y="530106"/>
                  <a:pt x="58801" y="541849"/>
                  <a:pt x="61112" y="558644"/>
                </a:cubicBezTo>
                <a:lnTo>
                  <a:pt x="61398" y="562819"/>
                </a:lnTo>
                <a:lnTo>
                  <a:pt x="61398" y="706164"/>
                </a:lnTo>
                <a:lnTo>
                  <a:pt x="61685" y="711403"/>
                </a:lnTo>
                <a:cubicBezTo>
                  <a:pt x="64155" y="735521"/>
                  <a:pt x="83210" y="754591"/>
                  <a:pt x="107324" y="757084"/>
                </a:cubicBezTo>
                <a:lnTo>
                  <a:pt x="112564" y="757329"/>
                </a:lnTo>
                <a:lnTo>
                  <a:pt x="255827" y="757329"/>
                </a:lnTo>
                <a:lnTo>
                  <a:pt x="260002" y="757616"/>
                </a:lnTo>
                <a:cubicBezTo>
                  <a:pt x="273757" y="759437"/>
                  <a:pt x="284579" y="770260"/>
                  <a:pt x="286402" y="784017"/>
                </a:cubicBezTo>
                <a:cubicBezTo>
                  <a:pt x="288630" y="800824"/>
                  <a:pt x="276810" y="816255"/>
                  <a:pt x="260002" y="818482"/>
                </a:cubicBezTo>
                <a:lnTo>
                  <a:pt x="255827" y="818728"/>
                </a:lnTo>
                <a:lnTo>
                  <a:pt x="112564" y="818728"/>
                </a:lnTo>
                <a:lnTo>
                  <a:pt x="105728" y="818523"/>
                </a:lnTo>
                <a:cubicBezTo>
                  <a:pt x="49058" y="815089"/>
                  <a:pt x="3817" y="769986"/>
                  <a:pt x="205" y="713327"/>
                </a:cubicBezTo>
                <a:lnTo>
                  <a:pt x="0" y="706164"/>
                </a:lnTo>
                <a:lnTo>
                  <a:pt x="0" y="562819"/>
                </a:lnTo>
                <a:lnTo>
                  <a:pt x="287" y="558644"/>
                </a:lnTo>
                <a:cubicBezTo>
                  <a:pt x="2162" y="545009"/>
                  <a:pt x="12881" y="534293"/>
                  <a:pt x="26515" y="532415"/>
                </a:cubicBezTo>
                <a:close/>
                <a:moveTo>
                  <a:pt x="409446" y="327458"/>
                </a:moveTo>
                <a:cubicBezTo>
                  <a:pt x="488568" y="327458"/>
                  <a:pt x="552709" y="391599"/>
                  <a:pt x="552709" y="470721"/>
                </a:cubicBezTo>
                <a:cubicBezTo>
                  <a:pt x="552709" y="549843"/>
                  <a:pt x="488568" y="613984"/>
                  <a:pt x="409446" y="613984"/>
                </a:cubicBezTo>
                <a:cubicBezTo>
                  <a:pt x="330324" y="613984"/>
                  <a:pt x="266183" y="549843"/>
                  <a:pt x="266183" y="470721"/>
                </a:cubicBezTo>
                <a:cubicBezTo>
                  <a:pt x="266183" y="391599"/>
                  <a:pt x="330324" y="327458"/>
                  <a:pt x="409446" y="327458"/>
                </a:cubicBezTo>
                <a:close/>
                <a:moveTo>
                  <a:pt x="409446" y="194428"/>
                </a:moveTo>
                <a:cubicBezTo>
                  <a:pt x="521027" y="194428"/>
                  <a:pt x="595074" y="239454"/>
                  <a:pt x="640918" y="285298"/>
                </a:cubicBezTo>
                <a:cubicBezTo>
                  <a:pt x="659616" y="303987"/>
                  <a:pt x="675849" y="324992"/>
                  <a:pt x="689218" y="347801"/>
                </a:cubicBezTo>
                <a:cubicBezTo>
                  <a:pt x="694719" y="357248"/>
                  <a:pt x="699615" y="367039"/>
                  <a:pt x="703872" y="377109"/>
                </a:cubicBezTo>
                <a:lnTo>
                  <a:pt x="704117" y="377723"/>
                </a:lnTo>
                <a:lnTo>
                  <a:pt x="704199" y="377927"/>
                </a:lnTo>
                <a:lnTo>
                  <a:pt x="704199" y="378009"/>
                </a:lnTo>
                <a:lnTo>
                  <a:pt x="704240" y="378091"/>
                </a:lnTo>
                <a:cubicBezTo>
                  <a:pt x="710175" y="393961"/>
                  <a:pt x="702136" y="411639"/>
                  <a:pt x="686271" y="417591"/>
                </a:cubicBezTo>
                <a:cubicBezTo>
                  <a:pt x="670422" y="423342"/>
                  <a:pt x="652878" y="415381"/>
                  <a:pt x="646771" y="399663"/>
                </a:cubicBezTo>
                <a:lnTo>
                  <a:pt x="646444" y="398844"/>
                </a:lnTo>
                <a:cubicBezTo>
                  <a:pt x="646444" y="398844"/>
                  <a:pt x="645502" y="396593"/>
                  <a:pt x="644643" y="394751"/>
                </a:cubicBezTo>
                <a:cubicBezTo>
                  <a:pt x="642080" y="389290"/>
                  <a:pt x="639268" y="383949"/>
                  <a:pt x="636211" y="378746"/>
                </a:cubicBezTo>
                <a:cubicBezTo>
                  <a:pt x="625503" y="360482"/>
                  <a:pt x="612503" y="343659"/>
                  <a:pt x="597530" y="328686"/>
                </a:cubicBezTo>
                <a:cubicBezTo>
                  <a:pt x="561509" y="292665"/>
                  <a:pt x="502567" y="255826"/>
                  <a:pt x="409446" y="255826"/>
                </a:cubicBezTo>
                <a:cubicBezTo>
                  <a:pt x="316366" y="255826"/>
                  <a:pt x="257382" y="292665"/>
                  <a:pt x="221362" y="328686"/>
                </a:cubicBezTo>
                <a:cubicBezTo>
                  <a:pt x="206388" y="343655"/>
                  <a:pt x="193390" y="360478"/>
                  <a:pt x="182681" y="378746"/>
                </a:cubicBezTo>
                <a:cubicBezTo>
                  <a:pt x="178888" y="385230"/>
                  <a:pt x="175471" y="391926"/>
                  <a:pt x="172448" y="398803"/>
                </a:cubicBezTo>
                <a:lnTo>
                  <a:pt x="172120" y="399663"/>
                </a:lnTo>
                <a:lnTo>
                  <a:pt x="172120" y="399744"/>
                </a:lnTo>
                <a:cubicBezTo>
                  <a:pt x="166119" y="415561"/>
                  <a:pt x="148455" y="423538"/>
                  <a:pt x="132621" y="417591"/>
                </a:cubicBezTo>
                <a:cubicBezTo>
                  <a:pt x="108143" y="408422"/>
                  <a:pt x="114692" y="377927"/>
                  <a:pt x="114774" y="377723"/>
                </a:cubicBezTo>
                <a:lnTo>
                  <a:pt x="115020" y="377109"/>
                </a:lnTo>
                <a:cubicBezTo>
                  <a:pt x="116087" y="374330"/>
                  <a:pt x="117275" y="371599"/>
                  <a:pt x="118581" y="368922"/>
                </a:cubicBezTo>
                <a:cubicBezTo>
                  <a:pt x="121037" y="363642"/>
                  <a:pt x="124639" y="356397"/>
                  <a:pt x="129633" y="347801"/>
                </a:cubicBezTo>
                <a:cubicBezTo>
                  <a:pt x="143001" y="324992"/>
                  <a:pt x="159233" y="303987"/>
                  <a:pt x="177933" y="285298"/>
                </a:cubicBezTo>
                <a:cubicBezTo>
                  <a:pt x="223859" y="239454"/>
                  <a:pt x="297905" y="194428"/>
                  <a:pt x="409446" y="194428"/>
                </a:cubicBezTo>
                <a:close/>
                <a:moveTo>
                  <a:pt x="562819" y="0"/>
                </a:moveTo>
                <a:lnTo>
                  <a:pt x="706082" y="0"/>
                </a:lnTo>
                <a:lnTo>
                  <a:pt x="712959" y="205"/>
                </a:lnTo>
                <a:cubicBezTo>
                  <a:pt x="769629" y="3663"/>
                  <a:pt x="814851" y="48781"/>
                  <a:pt x="818441" y="105442"/>
                </a:cubicBezTo>
                <a:lnTo>
                  <a:pt x="818646" y="112564"/>
                </a:lnTo>
                <a:lnTo>
                  <a:pt x="818646" y="255909"/>
                </a:lnTo>
                <a:lnTo>
                  <a:pt x="818359" y="260084"/>
                </a:lnTo>
                <a:cubicBezTo>
                  <a:pt x="816485" y="273717"/>
                  <a:pt x="805764" y="284436"/>
                  <a:pt x="792130" y="286312"/>
                </a:cubicBezTo>
                <a:cubicBezTo>
                  <a:pt x="775335" y="288623"/>
                  <a:pt x="759847" y="276880"/>
                  <a:pt x="757534" y="260084"/>
                </a:cubicBezTo>
                <a:lnTo>
                  <a:pt x="757247" y="255909"/>
                </a:lnTo>
                <a:lnTo>
                  <a:pt x="757247" y="112564"/>
                </a:lnTo>
                <a:lnTo>
                  <a:pt x="757002" y="107324"/>
                </a:lnTo>
                <a:cubicBezTo>
                  <a:pt x="754529" y="83194"/>
                  <a:pt x="735451" y="64118"/>
                  <a:pt x="711321" y="61644"/>
                </a:cubicBezTo>
                <a:lnTo>
                  <a:pt x="706082" y="61398"/>
                </a:lnTo>
                <a:lnTo>
                  <a:pt x="562819" y="61398"/>
                </a:lnTo>
                <a:lnTo>
                  <a:pt x="558644" y="61112"/>
                </a:lnTo>
                <a:cubicBezTo>
                  <a:pt x="545009" y="59236"/>
                  <a:pt x="534293" y="48517"/>
                  <a:pt x="532415" y="34884"/>
                </a:cubicBezTo>
                <a:cubicBezTo>
                  <a:pt x="530106" y="18087"/>
                  <a:pt x="541849" y="2598"/>
                  <a:pt x="558644" y="287"/>
                </a:cubicBezTo>
                <a:close/>
                <a:moveTo>
                  <a:pt x="112564" y="0"/>
                </a:moveTo>
                <a:lnTo>
                  <a:pt x="255827" y="0"/>
                </a:lnTo>
                <a:cubicBezTo>
                  <a:pt x="272781" y="0"/>
                  <a:pt x="286526" y="13745"/>
                  <a:pt x="286526" y="30699"/>
                </a:cubicBezTo>
                <a:cubicBezTo>
                  <a:pt x="286525" y="46040"/>
                  <a:pt x="275200" y="59026"/>
                  <a:pt x="260002" y="61112"/>
                </a:cubicBezTo>
                <a:lnTo>
                  <a:pt x="255827" y="61398"/>
                </a:lnTo>
                <a:lnTo>
                  <a:pt x="112564" y="61398"/>
                </a:lnTo>
                <a:cubicBezTo>
                  <a:pt x="86341" y="61407"/>
                  <a:pt x="64370" y="81240"/>
                  <a:pt x="61685" y="107324"/>
                </a:cubicBezTo>
                <a:lnTo>
                  <a:pt x="61398" y="112564"/>
                </a:lnTo>
                <a:lnTo>
                  <a:pt x="61398" y="255909"/>
                </a:lnTo>
                <a:cubicBezTo>
                  <a:pt x="61394" y="271243"/>
                  <a:pt x="50075" y="284222"/>
                  <a:pt x="34884" y="286312"/>
                </a:cubicBezTo>
                <a:cubicBezTo>
                  <a:pt x="18087" y="288623"/>
                  <a:pt x="2598" y="276880"/>
                  <a:pt x="287" y="260084"/>
                </a:cubicBezTo>
                <a:lnTo>
                  <a:pt x="0" y="255909"/>
                </a:lnTo>
                <a:lnTo>
                  <a:pt x="0" y="112564"/>
                </a:lnTo>
                <a:cubicBezTo>
                  <a:pt x="-2" y="53050"/>
                  <a:pt x="46324" y="3819"/>
                  <a:pt x="105728" y="205"/>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IoT + Mixed Reality</a:t>
            </a:r>
          </a:p>
        </p:txBody>
      </p:sp>
      <p:sp>
        <p:nvSpPr>
          <p:cNvPr id="9" name="Graphic 3">
            <a:extLst>
              <a:ext uri="{FF2B5EF4-FFF2-40B4-BE49-F238E27FC236}">
                <a16:creationId xmlns:a16="http://schemas.microsoft.com/office/drawing/2014/main" id="{295855AB-DDA2-9FA7-87E2-9B6B8B7A9D41}"/>
              </a:ext>
            </a:extLst>
          </p:cNvPr>
          <p:cNvSpPr/>
          <p:nvPr/>
        </p:nvSpPr>
        <p:spPr>
          <a:xfrm>
            <a:off x="1865066" y="2739248"/>
            <a:ext cx="899984" cy="900489"/>
          </a:xfrm>
          <a:custGeom>
            <a:avLst/>
            <a:gdLst>
              <a:gd name="connsiteX0" fmla="*/ 764976 w 899984"/>
              <a:gd name="connsiteY0" fmla="*/ 112450 h 900489"/>
              <a:gd name="connsiteX1" fmla="*/ 652521 w 899984"/>
              <a:gd name="connsiteY1" fmla="*/ 224995 h 900489"/>
              <a:gd name="connsiteX2" fmla="*/ 629436 w 899984"/>
              <a:gd name="connsiteY2" fmla="*/ 222610 h 900489"/>
              <a:gd name="connsiteX3" fmla="*/ 571836 w 899984"/>
              <a:gd name="connsiteY3" fmla="*/ 317920 h 900489"/>
              <a:gd name="connsiteX4" fmla="*/ 629976 w 899984"/>
              <a:gd name="connsiteY4" fmla="*/ 450355 h 900489"/>
              <a:gd name="connsiteX5" fmla="*/ 629976 w 899984"/>
              <a:gd name="connsiteY5" fmla="*/ 452965 h 900489"/>
              <a:gd name="connsiteX6" fmla="*/ 688296 w 899984"/>
              <a:gd name="connsiteY6" fmla="*/ 464710 h 900489"/>
              <a:gd name="connsiteX7" fmla="*/ 840585 w 899984"/>
              <a:gd name="connsiteY7" fmla="*/ 418666 h 900489"/>
              <a:gd name="connsiteX8" fmla="*/ 886629 w 899984"/>
              <a:gd name="connsiteY8" fmla="*/ 570960 h 900489"/>
              <a:gd name="connsiteX9" fmla="*/ 734340 w 899984"/>
              <a:gd name="connsiteY9" fmla="*/ 616999 h 900489"/>
              <a:gd name="connsiteX10" fmla="*/ 675741 w 899984"/>
              <a:gd name="connsiteY10" fmla="*/ 531040 h 900489"/>
              <a:gd name="connsiteX11" fmla="*/ 616341 w 899984"/>
              <a:gd name="connsiteY11" fmla="*/ 519115 h 900489"/>
              <a:gd name="connsiteX12" fmla="*/ 537951 w 899984"/>
              <a:gd name="connsiteY12" fmla="*/ 607450 h 900489"/>
              <a:gd name="connsiteX13" fmla="*/ 560226 w 899984"/>
              <a:gd name="connsiteY13" fmla="*/ 675490 h 900489"/>
              <a:gd name="connsiteX14" fmla="*/ 562476 w 899984"/>
              <a:gd name="connsiteY14" fmla="*/ 675490 h 900489"/>
              <a:gd name="connsiteX15" fmla="*/ 674895 w 899984"/>
              <a:gd name="connsiteY15" fmla="*/ 788071 h 900489"/>
              <a:gd name="connsiteX16" fmla="*/ 562314 w 899984"/>
              <a:gd name="connsiteY16" fmla="*/ 900490 h 900489"/>
              <a:gd name="connsiteX17" fmla="*/ 449895 w 899984"/>
              <a:gd name="connsiteY17" fmla="*/ 787909 h 900489"/>
              <a:gd name="connsiteX18" fmla="*/ 496236 w 899984"/>
              <a:gd name="connsiteY18" fmla="*/ 697000 h 900489"/>
              <a:gd name="connsiteX19" fmla="*/ 473916 w 899984"/>
              <a:gd name="connsiteY19" fmla="*/ 628780 h 900489"/>
              <a:gd name="connsiteX20" fmla="*/ 305076 w 899984"/>
              <a:gd name="connsiteY20" fmla="*/ 557095 h 900489"/>
              <a:gd name="connsiteX21" fmla="*/ 224301 w 899984"/>
              <a:gd name="connsiteY21" fmla="*/ 595255 h 900489"/>
              <a:gd name="connsiteX22" fmla="*/ 125118 w 899984"/>
              <a:gd name="connsiteY22" fmla="*/ 719653 h 900489"/>
              <a:gd name="connsiteX23" fmla="*/ 719 w 899984"/>
              <a:gd name="connsiteY23" fmla="*/ 620473 h 900489"/>
              <a:gd name="connsiteX24" fmla="*/ 99902 w 899984"/>
              <a:gd name="connsiteY24" fmla="*/ 496070 h 900489"/>
              <a:gd name="connsiteX25" fmla="*/ 196941 w 899984"/>
              <a:gd name="connsiteY25" fmla="*/ 533515 h 900489"/>
              <a:gd name="connsiteX26" fmla="*/ 275871 w 899984"/>
              <a:gd name="connsiteY26" fmla="*/ 496255 h 900489"/>
              <a:gd name="connsiteX27" fmla="*/ 311151 w 899984"/>
              <a:gd name="connsiteY27" fmla="*/ 335740 h 900489"/>
              <a:gd name="connsiteX28" fmla="*/ 266556 w 899984"/>
              <a:gd name="connsiteY28" fmla="*/ 284890 h 900489"/>
              <a:gd name="connsiteX29" fmla="*/ 120445 w 899984"/>
              <a:gd name="connsiteY29" fmla="*/ 221930 h 900489"/>
              <a:gd name="connsiteX30" fmla="*/ 183405 w 899984"/>
              <a:gd name="connsiteY30" fmla="*/ 75819 h 900489"/>
              <a:gd name="connsiteX31" fmla="*/ 329517 w 899984"/>
              <a:gd name="connsiteY31" fmla="*/ 138779 h 900489"/>
              <a:gd name="connsiteX32" fmla="*/ 318936 w 899984"/>
              <a:gd name="connsiteY32" fmla="*/ 242230 h 900489"/>
              <a:gd name="connsiteX33" fmla="*/ 363171 w 899984"/>
              <a:gd name="connsiteY33" fmla="*/ 292630 h 900489"/>
              <a:gd name="connsiteX34" fmla="*/ 449976 w 899984"/>
              <a:gd name="connsiteY34" fmla="*/ 270355 h 900489"/>
              <a:gd name="connsiteX35" fmla="*/ 514506 w 899984"/>
              <a:gd name="connsiteY35" fmla="*/ 282280 h 900489"/>
              <a:gd name="connsiteX36" fmla="*/ 570531 w 899984"/>
              <a:gd name="connsiteY36" fmla="*/ 189580 h 900489"/>
              <a:gd name="connsiteX37" fmla="*/ 575396 w 899984"/>
              <a:gd name="connsiteY37" fmla="*/ 30555 h 900489"/>
              <a:gd name="connsiteX38" fmla="*/ 734421 w 899984"/>
              <a:gd name="connsiteY38" fmla="*/ 35421 h 900489"/>
              <a:gd name="connsiteX39" fmla="*/ 764976 w 899984"/>
              <a:gd name="connsiteY39" fmla="*/ 112495 h 90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99984" h="900489">
                <a:moveTo>
                  <a:pt x="764976" y="112450"/>
                </a:moveTo>
                <a:cubicBezTo>
                  <a:pt x="764999" y="174582"/>
                  <a:pt x="714653" y="224970"/>
                  <a:pt x="652521" y="224995"/>
                </a:cubicBezTo>
                <a:cubicBezTo>
                  <a:pt x="644763" y="224998"/>
                  <a:pt x="637028" y="224198"/>
                  <a:pt x="629436" y="222610"/>
                </a:cubicBezTo>
                <a:lnTo>
                  <a:pt x="571836" y="317920"/>
                </a:lnTo>
                <a:cubicBezTo>
                  <a:pt x="608925" y="351962"/>
                  <a:pt x="630021" y="400013"/>
                  <a:pt x="629976" y="450355"/>
                </a:cubicBezTo>
                <a:lnTo>
                  <a:pt x="629976" y="452965"/>
                </a:lnTo>
                <a:lnTo>
                  <a:pt x="688296" y="464710"/>
                </a:lnTo>
                <a:cubicBezTo>
                  <a:pt x="717636" y="409940"/>
                  <a:pt x="785820" y="389326"/>
                  <a:pt x="840585" y="418666"/>
                </a:cubicBezTo>
                <a:cubicBezTo>
                  <a:pt x="895355" y="448006"/>
                  <a:pt x="915969" y="516190"/>
                  <a:pt x="886629" y="570960"/>
                </a:cubicBezTo>
                <a:cubicBezTo>
                  <a:pt x="857289" y="625725"/>
                  <a:pt x="789110" y="646339"/>
                  <a:pt x="734340" y="616999"/>
                </a:cubicBezTo>
                <a:cubicBezTo>
                  <a:pt x="701936" y="599642"/>
                  <a:pt x="680057" y="567548"/>
                  <a:pt x="675741" y="531040"/>
                </a:cubicBezTo>
                <a:lnTo>
                  <a:pt x="616341" y="519115"/>
                </a:lnTo>
                <a:cubicBezTo>
                  <a:pt x="600843" y="556510"/>
                  <a:pt x="573240" y="587618"/>
                  <a:pt x="537951" y="607450"/>
                </a:cubicBezTo>
                <a:lnTo>
                  <a:pt x="560226" y="675490"/>
                </a:lnTo>
                <a:lnTo>
                  <a:pt x="562476" y="675490"/>
                </a:lnTo>
                <a:cubicBezTo>
                  <a:pt x="624608" y="675535"/>
                  <a:pt x="674940" y="725939"/>
                  <a:pt x="674895" y="788071"/>
                </a:cubicBezTo>
                <a:cubicBezTo>
                  <a:pt x="674850" y="850202"/>
                  <a:pt x="624446" y="900535"/>
                  <a:pt x="562314" y="900490"/>
                </a:cubicBezTo>
                <a:cubicBezTo>
                  <a:pt x="500183" y="900445"/>
                  <a:pt x="449850" y="850041"/>
                  <a:pt x="449895" y="787909"/>
                </a:cubicBezTo>
                <a:cubicBezTo>
                  <a:pt x="449922" y="751941"/>
                  <a:pt x="467144" y="718154"/>
                  <a:pt x="496236" y="697000"/>
                </a:cubicBezTo>
                <a:lnTo>
                  <a:pt x="473916" y="628780"/>
                </a:lnTo>
                <a:cubicBezTo>
                  <a:pt x="408761" y="637564"/>
                  <a:pt x="344010" y="610073"/>
                  <a:pt x="305076" y="557095"/>
                </a:cubicBezTo>
                <a:lnTo>
                  <a:pt x="224301" y="595255"/>
                </a:lnTo>
                <a:cubicBezTo>
                  <a:pt x="231265" y="656995"/>
                  <a:pt x="186859" y="712692"/>
                  <a:pt x="125118" y="719653"/>
                </a:cubicBezTo>
                <a:cubicBezTo>
                  <a:pt x="63377" y="726619"/>
                  <a:pt x="7682" y="682213"/>
                  <a:pt x="719" y="620473"/>
                </a:cubicBezTo>
                <a:cubicBezTo>
                  <a:pt x="-6244" y="558729"/>
                  <a:pt x="38162" y="503036"/>
                  <a:pt x="99902" y="496070"/>
                </a:cubicBezTo>
                <a:cubicBezTo>
                  <a:pt x="136423" y="491953"/>
                  <a:pt x="172653" y="505934"/>
                  <a:pt x="196941" y="533515"/>
                </a:cubicBezTo>
                <a:lnTo>
                  <a:pt x="275871" y="496255"/>
                </a:lnTo>
                <a:cubicBezTo>
                  <a:pt x="261139" y="440189"/>
                  <a:pt x="274268" y="380461"/>
                  <a:pt x="311151" y="335740"/>
                </a:cubicBezTo>
                <a:lnTo>
                  <a:pt x="266556" y="284890"/>
                </a:lnTo>
                <a:cubicBezTo>
                  <a:pt x="208823" y="307852"/>
                  <a:pt x="143407" y="279663"/>
                  <a:pt x="120445" y="221930"/>
                </a:cubicBezTo>
                <a:cubicBezTo>
                  <a:pt x="97484" y="164196"/>
                  <a:pt x="125672" y="98780"/>
                  <a:pt x="183405" y="75819"/>
                </a:cubicBezTo>
                <a:cubicBezTo>
                  <a:pt x="241139" y="52857"/>
                  <a:pt x="306555" y="81045"/>
                  <a:pt x="329517" y="138779"/>
                </a:cubicBezTo>
                <a:cubicBezTo>
                  <a:pt x="343096" y="172921"/>
                  <a:pt x="339145" y="211543"/>
                  <a:pt x="318936" y="242230"/>
                </a:cubicBezTo>
                <a:lnTo>
                  <a:pt x="363171" y="292630"/>
                </a:lnTo>
                <a:cubicBezTo>
                  <a:pt x="389753" y="277973"/>
                  <a:pt x="419624" y="270308"/>
                  <a:pt x="449976" y="270355"/>
                </a:cubicBezTo>
                <a:cubicBezTo>
                  <a:pt x="472701" y="270355"/>
                  <a:pt x="494526" y="274585"/>
                  <a:pt x="514506" y="282280"/>
                </a:cubicBezTo>
                <a:lnTo>
                  <a:pt x="570531" y="189580"/>
                </a:lnTo>
                <a:cubicBezTo>
                  <a:pt x="527961" y="144323"/>
                  <a:pt x="530139" y="73125"/>
                  <a:pt x="575396" y="30555"/>
                </a:cubicBezTo>
                <a:cubicBezTo>
                  <a:pt x="620652" y="-12015"/>
                  <a:pt x="691851" y="-9836"/>
                  <a:pt x="734421" y="35421"/>
                </a:cubicBezTo>
                <a:cubicBezTo>
                  <a:pt x="754046" y="56285"/>
                  <a:pt x="764976" y="83851"/>
                  <a:pt x="764976" y="112495"/>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7">
            <a:extLst>
              <a:ext uri="{FF2B5EF4-FFF2-40B4-BE49-F238E27FC236}">
                <a16:creationId xmlns:a16="http://schemas.microsoft.com/office/drawing/2014/main" id="{CCE34C38-EF01-D9A1-8288-D1B2247063A5}"/>
              </a:ext>
            </a:extLst>
          </p:cNvPr>
          <p:cNvSpPr/>
          <p:nvPr/>
        </p:nvSpPr>
        <p:spPr>
          <a:xfrm>
            <a:off x="5642619" y="2919603"/>
            <a:ext cx="900000" cy="449864"/>
          </a:xfrm>
          <a:custGeom>
            <a:avLst/>
            <a:gdLst>
              <a:gd name="connsiteX0" fmla="*/ 450000 w 900000"/>
              <a:gd name="connsiteY0" fmla="*/ 0 h 449864"/>
              <a:gd name="connsiteX1" fmla="*/ 840240 w 900000"/>
              <a:gd name="connsiteY1" fmla="*/ 48600 h 449864"/>
              <a:gd name="connsiteX2" fmla="*/ 899730 w 900000"/>
              <a:gd name="connsiteY2" fmla="*/ 118260 h 449864"/>
              <a:gd name="connsiteX3" fmla="*/ 900000 w 900000"/>
              <a:gd name="connsiteY3" fmla="*/ 125010 h 449864"/>
              <a:gd name="connsiteX4" fmla="*/ 900000 w 900000"/>
              <a:gd name="connsiteY4" fmla="*/ 264285 h 449864"/>
              <a:gd name="connsiteX5" fmla="*/ 723690 w 900000"/>
              <a:gd name="connsiteY5" fmla="*/ 449640 h 449864"/>
              <a:gd name="connsiteX6" fmla="*/ 714420 w 900000"/>
              <a:gd name="connsiteY6" fmla="*/ 449865 h 449864"/>
              <a:gd name="connsiteX7" fmla="*/ 603315 w 900000"/>
              <a:gd name="connsiteY7" fmla="*/ 449865 h 449864"/>
              <a:gd name="connsiteX8" fmla="*/ 516465 w 900000"/>
              <a:gd name="connsiteY8" fmla="*/ 414270 h 449864"/>
              <a:gd name="connsiteX9" fmla="*/ 510390 w 900000"/>
              <a:gd name="connsiteY9" fmla="*/ 407835 h 449864"/>
              <a:gd name="connsiteX10" fmla="*/ 480915 w 900000"/>
              <a:gd name="connsiteY10" fmla="*/ 374310 h 449864"/>
              <a:gd name="connsiteX11" fmla="*/ 423135 w 900000"/>
              <a:gd name="connsiteY11" fmla="*/ 370395 h 449864"/>
              <a:gd name="connsiteX12" fmla="*/ 419175 w 900000"/>
              <a:gd name="connsiteY12" fmla="*/ 374355 h 449864"/>
              <a:gd name="connsiteX13" fmla="*/ 389880 w 900000"/>
              <a:gd name="connsiteY13" fmla="*/ 407700 h 449864"/>
              <a:gd name="connsiteX14" fmla="*/ 305730 w 900000"/>
              <a:gd name="connsiteY14" fmla="*/ 449550 h 449864"/>
              <a:gd name="connsiteX15" fmla="*/ 296865 w 900000"/>
              <a:gd name="connsiteY15" fmla="*/ 449865 h 449864"/>
              <a:gd name="connsiteX16" fmla="*/ 185715 w 900000"/>
              <a:gd name="connsiteY16" fmla="*/ 449865 h 449864"/>
              <a:gd name="connsiteX17" fmla="*/ 225 w 900000"/>
              <a:gd name="connsiteY17" fmla="*/ 273465 h 449864"/>
              <a:gd name="connsiteX18" fmla="*/ 0 w 900000"/>
              <a:gd name="connsiteY18" fmla="*/ 264150 h 449864"/>
              <a:gd name="connsiteX19" fmla="*/ 0 w 900000"/>
              <a:gd name="connsiteY19" fmla="*/ 124965 h 449864"/>
              <a:gd name="connsiteX20" fmla="*/ 59760 w 900000"/>
              <a:gd name="connsiteY20" fmla="*/ 48600 h 449864"/>
              <a:gd name="connsiteX21" fmla="*/ 450000 w 900000"/>
              <a:gd name="connsiteY21" fmla="*/ 0 h 449864"/>
              <a:gd name="connsiteX22" fmla="*/ 663840 w 900000"/>
              <a:gd name="connsiteY22" fmla="*/ 135000 h 449864"/>
              <a:gd name="connsiteX23" fmla="*/ 659250 w 900000"/>
              <a:gd name="connsiteY23" fmla="*/ 135315 h 449864"/>
              <a:gd name="connsiteX24" fmla="*/ 630311 w 900000"/>
              <a:gd name="connsiteY24" fmla="*/ 173272 h 449864"/>
              <a:gd name="connsiteX25" fmla="*/ 659070 w 900000"/>
              <a:gd name="connsiteY25" fmla="*/ 202185 h 449864"/>
              <a:gd name="connsiteX26" fmla="*/ 663660 w 900000"/>
              <a:gd name="connsiteY26" fmla="*/ 202500 h 449864"/>
              <a:gd name="connsiteX27" fmla="*/ 731160 w 900000"/>
              <a:gd name="connsiteY27" fmla="*/ 202680 h 449864"/>
              <a:gd name="connsiteX28" fmla="*/ 735705 w 900000"/>
              <a:gd name="connsiteY28" fmla="*/ 202365 h 449864"/>
              <a:gd name="connsiteX29" fmla="*/ 764645 w 900000"/>
              <a:gd name="connsiteY29" fmla="*/ 164408 h 449864"/>
              <a:gd name="connsiteX30" fmla="*/ 735885 w 900000"/>
              <a:gd name="connsiteY30" fmla="*/ 135495 h 449864"/>
              <a:gd name="connsiteX31" fmla="*/ 731340 w 900000"/>
              <a:gd name="connsiteY31" fmla="*/ 135180 h 449864"/>
              <a:gd name="connsiteX32" fmla="*/ 663840 w 900000"/>
              <a:gd name="connsiteY32" fmla="*/ 135000 h 449864"/>
              <a:gd name="connsiteX33" fmla="*/ 236250 w 900000"/>
              <a:gd name="connsiteY33" fmla="*/ 135000 h 449864"/>
              <a:gd name="connsiteX34" fmla="*/ 168615 w 900000"/>
              <a:gd name="connsiteY34" fmla="*/ 135000 h 449864"/>
              <a:gd name="connsiteX35" fmla="*/ 164025 w 900000"/>
              <a:gd name="connsiteY35" fmla="*/ 135315 h 449864"/>
              <a:gd name="connsiteX36" fmla="*/ 135190 w 900000"/>
              <a:gd name="connsiteY36" fmla="*/ 173350 h 449864"/>
              <a:gd name="connsiteX37" fmla="*/ 164025 w 900000"/>
              <a:gd name="connsiteY37" fmla="*/ 202185 h 449864"/>
              <a:gd name="connsiteX38" fmla="*/ 168615 w 900000"/>
              <a:gd name="connsiteY38" fmla="*/ 202500 h 449864"/>
              <a:gd name="connsiteX39" fmla="*/ 236250 w 900000"/>
              <a:gd name="connsiteY39" fmla="*/ 202500 h 449864"/>
              <a:gd name="connsiteX40" fmla="*/ 240840 w 900000"/>
              <a:gd name="connsiteY40" fmla="*/ 202185 h 449864"/>
              <a:gd name="connsiteX41" fmla="*/ 269675 w 900000"/>
              <a:gd name="connsiteY41" fmla="*/ 164150 h 449864"/>
              <a:gd name="connsiteX42" fmla="*/ 240840 w 900000"/>
              <a:gd name="connsiteY42" fmla="*/ 135315 h 449864"/>
              <a:gd name="connsiteX43" fmla="*/ 236250 w 900000"/>
              <a:gd name="connsiteY43" fmla="*/ 135000 h 449864"/>
              <a:gd name="connsiteX44" fmla="*/ 450000 w 900000"/>
              <a:gd name="connsiteY44" fmla="*/ 112500 h 449864"/>
              <a:gd name="connsiteX45" fmla="*/ 416250 w 900000"/>
              <a:gd name="connsiteY45" fmla="*/ 146250 h 449864"/>
              <a:gd name="connsiteX46" fmla="*/ 450000 w 900000"/>
              <a:gd name="connsiteY46" fmla="*/ 180000 h 449864"/>
              <a:gd name="connsiteX47" fmla="*/ 483750 w 900000"/>
              <a:gd name="connsiteY47" fmla="*/ 146250 h 449864"/>
              <a:gd name="connsiteX48" fmla="*/ 450000 w 900000"/>
              <a:gd name="connsiteY48" fmla="*/ 112500 h 44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900000" h="449864">
                <a:moveTo>
                  <a:pt x="450000" y="0"/>
                </a:moveTo>
                <a:cubicBezTo>
                  <a:pt x="579960" y="0"/>
                  <a:pt x="710100" y="16200"/>
                  <a:pt x="840240" y="48600"/>
                </a:cubicBezTo>
                <a:cubicBezTo>
                  <a:pt x="872924" y="56712"/>
                  <a:pt x="896837" y="84708"/>
                  <a:pt x="899730" y="118260"/>
                </a:cubicBezTo>
                <a:lnTo>
                  <a:pt x="900000" y="125010"/>
                </a:lnTo>
                <a:lnTo>
                  <a:pt x="900000" y="264285"/>
                </a:lnTo>
                <a:cubicBezTo>
                  <a:pt x="900004" y="363177"/>
                  <a:pt x="822461" y="444699"/>
                  <a:pt x="723690" y="449640"/>
                </a:cubicBezTo>
                <a:lnTo>
                  <a:pt x="714420" y="449865"/>
                </a:lnTo>
                <a:lnTo>
                  <a:pt x="603315" y="449865"/>
                </a:lnTo>
                <a:cubicBezTo>
                  <a:pt x="570816" y="449865"/>
                  <a:pt x="539618" y="437081"/>
                  <a:pt x="516465" y="414270"/>
                </a:cubicBezTo>
                <a:lnTo>
                  <a:pt x="510390" y="407835"/>
                </a:lnTo>
                <a:lnTo>
                  <a:pt x="480915" y="374310"/>
                </a:lnTo>
                <a:cubicBezTo>
                  <a:pt x="466006" y="357345"/>
                  <a:pt x="440199" y="355594"/>
                  <a:pt x="423135" y="370395"/>
                </a:cubicBezTo>
                <a:lnTo>
                  <a:pt x="419175" y="374355"/>
                </a:lnTo>
                <a:lnTo>
                  <a:pt x="389880" y="407700"/>
                </a:lnTo>
                <a:cubicBezTo>
                  <a:pt x="368424" y="432171"/>
                  <a:pt x="338192" y="447210"/>
                  <a:pt x="305730" y="449550"/>
                </a:cubicBezTo>
                <a:lnTo>
                  <a:pt x="296865" y="449865"/>
                </a:lnTo>
                <a:lnTo>
                  <a:pt x="185715" y="449865"/>
                </a:lnTo>
                <a:cubicBezTo>
                  <a:pt x="86765" y="449870"/>
                  <a:pt x="5188" y="372290"/>
                  <a:pt x="225" y="273465"/>
                </a:cubicBezTo>
                <a:lnTo>
                  <a:pt x="0" y="264150"/>
                </a:lnTo>
                <a:lnTo>
                  <a:pt x="0" y="124965"/>
                </a:lnTo>
                <a:cubicBezTo>
                  <a:pt x="28" y="88810"/>
                  <a:pt x="24672" y="57319"/>
                  <a:pt x="59760" y="48600"/>
                </a:cubicBezTo>
                <a:cubicBezTo>
                  <a:pt x="187369" y="16535"/>
                  <a:pt x="318424" y="213"/>
                  <a:pt x="450000" y="0"/>
                </a:cubicBezTo>
                <a:close/>
                <a:moveTo>
                  <a:pt x="663840" y="135000"/>
                </a:moveTo>
                <a:lnTo>
                  <a:pt x="659250" y="135315"/>
                </a:lnTo>
                <a:cubicBezTo>
                  <a:pt x="640778" y="137805"/>
                  <a:pt x="627822" y="154800"/>
                  <a:pt x="630311" y="173272"/>
                </a:cubicBezTo>
                <a:cubicBezTo>
                  <a:pt x="632336" y="188266"/>
                  <a:pt x="644085" y="200083"/>
                  <a:pt x="659070" y="202185"/>
                </a:cubicBezTo>
                <a:lnTo>
                  <a:pt x="663660" y="202500"/>
                </a:lnTo>
                <a:lnTo>
                  <a:pt x="731160" y="202680"/>
                </a:lnTo>
                <a:lnTo>
                  <a:pt x="735705" y="202365"/>
                </a:lnTo>
                <a:cubicBezTo>
                  <a:pt x="754178" y="199877"/>
                  <a:pt x="767133" y="182880"/>
                  <a:pt x="764645" y="164408"/>
                </a:cubicBezTo>
                <a:cubicBezTo>
                  <a:pt x="762620" y="149414"/>
                  <a:pt x="750870" y="137597"/>
                  <a:pt x="735885" y="135495"/>
                </a:cubicBezTo>
                <a:lnTo>
                  <a:pt x="731340" y="135180"/>
                </a:lnTo>
                <a:lnTo>
                  <a:pt x="663840" y="135000"/>
                </a:lnTo>
                <a:close/>
                <a:moveTo>
                  <a:pt x="236250" y="135000"/>
                </a:moveTo>
                <a:lnTo>
                  <a:pt x="168615" y="135000"/>
                </a:lnTo>
                <a:lnTo>
                  <a:pt x="164025" y="135315"/>
                </a:lnTo>
                <a:cubicBezTo>
                  <a:pt x="145559" y="137856"/>
                  <a:pt x="132650" y="154885"/>
                  <a:pt x="135190" y="173350"/>
                </a:cubicBezTo>
                <a:cubicBezTo>
                  <a:pt x="137253" y="188339"/>
                  <a:pt x="149037" y="200124"/>
                  <a:pt x="164025" y="202185"/>
                </a:cubicBezTo>
                <a:lnTo>
                  <a:pt x="168615" y="202500"/>
                </a:lnTo>
                <a:lnTo>
                  <a:pt x="236250" y="202500"/>
                </a:lnTo>
                <a:lnTo>
                  <a:pt x="240840" y="202185"/>
                </a:lnTo>
                <a:cubicBezTo>
                  <a:pt x="259306" y="199642"/>
                  <a:pt x="272215" y="182614"/>
                  <a:pt x="269675" y="164150"/>
                </a:cubicBezTo>
                <a:cubicBezTo>
                  <a:pt x="267612" y="149162"/>
                  <a:pt x="255828" y="137377"/>
                  <a:pt x="240840" y="135315"/>
                </a:cubicBezTo>
                <a:lnTo>
                  <a:pt x="236250" y="135000"/>
                </a:lnTo>
                <a:close/>
                <a:moveTo>
                  <a:pt x="450000" y="112500"/>
                </a:moveTo>
                <a:cubicBezTo>
                  <a:pt x="431361" y="112500"/>
                  <a:pt x="416250" y="127611"/>
                  <a:pt x="416250" y="146250"/>
                </a:cubicBezTo>
                <a:cubicBezTo>
                  <a:pt x="416250" y="164889"/>
                  <a:pt x="431361" y="180000"/>
                  <a:pt x="450000" y="180000"/>
                </a:cubicBezTo>
                <a:cubicBezTo>
                  <a:pt x="468639" y="180000"/>
                  <a:pt x="483750" y="164889"/>
                  <a:pt x="483750" y="146250"/>
                </a:cubicBezTo>
                <a:cubicBezTo>
                  <a:pt x="483750" y="127611"/>
                  <a:pt x="468639" y="112500"/>
                  <a:pt x="450000" y="1125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3">
            <a:extLst>
              <a:ext uri="{FF2B5EF4-FFF2-40B4-BE49-F238E27FC236}">
                <a16:creationId xmlns:a16="http://schemas.microsoft.com/office/drawing/2014/main" id="{A97A6EF7-99E8-7D52-7C8C-28B942CDFE83}"/>
              </a:ext>
            </a:extLst>
          </p:cNvPr>
          <p:cNvSpPr/>
          <p:nvPr/>
        </p:nvSpPr>
        <p:spPr>
          <a:xfrm>
            <a:off x="890213" y="5244050"/>
            <a:ext cx="534150" cy="534450"/>
          </a:xfrm>
          <a:custGeom>
            <a:avLst/>
            <a:gdLst>
              <a:gd name="connsiteX0" fmla="*/ 764976 w 899984"/>
              <a:gd name="connsiteY0" fmla="*/ 112450 h 900489"/>
              <a:gd name="connsiteX1" fmla="*/ 652521 w 899984"/>
              <a:gd name="connsiteY1" fmla="*/ 224995 h 900489"/>
              <a:gd name="connsiteX2" fmla="*/ 629436 w 899984"/>
              <a:gd name="connsiteY2" fmla="*/ 222610 h 900489"/>
              <a:gd name="connsiteX3" fmla="*/ 571836 w 899984"/>
              <a:gd name="connsiteY3" fmla="*/ 317920 h 900489"/>
              <a:gd name="connsiteX4" fmla="*/ 629976 w 899984"/>
              <a:gd name="connsiteY4" fmla="*/ 450355 h 900489"/>
              <a:gd name="connsiteX5" fmla="*/ 629976 w 899984"/>
              <a:gd name="connsiteY5" fmla="*/ 452965 h 900489"/>
              <a:gd name="connsiteX6" fmla="*/ 688296 w 899984"/>
              <a:gd name="connsiteY6" fmla="*/ 464710 h 900489"/>
              <a:gd name="connsiteX7" fmla="*/ 840585 w 899984"/>
              <a:gd name="connsiteY7" fmla="*/ 418666 h 900489"/>
              <a:gd name="connsiteX8" fmla="*/ 886629 w 899984"/>
              <a:gd name="connsiteY8" fmla="*/ 570960 h 900489"/>
              <a:gd name="connsiteX9" fmla="*/ 734340 w 899984"/>
              <a:gd name="connsiteY9" fmla="*/ 616999 h 900489"/>
              <a:gd name="connsiteX10" fmla="*/ 675741 w 899984"/>
              <a:gd name="connsiteY10" fmla="*/ 531040 h 900489"/>
              <a:gd name="connsiteX11" fmla="*/ 616341 w 899984"/>
              <a:gd name="connsiteY11" fmla="*/ 519115 h 900489"/>
              <a:gd name="connsiteX12" fmla="*/ 537951 w 899984"/>
              <a:gd name="connsiteY12" fmla="*/ 607450 h 900489"/>
              <a:gd name="connsiteX13" fmla="*/ 560226 w 899984"/>
              <a:gd name="connsiteY13" fmla="*/ 675490 h 900489"/>
              <a:gd name="connsiteX14" fmla="*/ 562476 w 899984"/>
              <a:gd name="connsiteY14" fmla="*/ 675490 h 900489"/>
              <a:gd name="connsiteX15" fmla="*/ 674895 w 899984"/>
              <a:gd name="connsiteY15" fmla="*/ 788071 h 900489"/>
              <a:gd name="connsiteX16" fmla="*/ 562314 w 899984"/>
              <a:gd name="connsiteY16" fmla="*/ 900490 h 900489"/>
              <a:gd name="connsiteX17" fmla="*/ 449895 w 899984"/>
              <a:gd name="connsiteY17" fmla="*/ 787909 h 900489"/>
              <a:gd name="connsiteX18" fmla="*/ 496236 w 899984"/>
              <a:gd name="connsiteY18" fmla="*/ 697000 h 900489"/>
              <a:gd name="connsiteX19" fmla="*/ 473916 w 899984"/>
              <a:gd name="connsiteY19" fmla="*/ 628780 h 900489"/>
              <a:gd name="connsiteX20" fmla="*/ 305076 w 899984"/>
              <a:gd name="connsiteY20" fmla="*/ 557095 h 900489"/>
              <a:gd name="connsiteX21" fmla="*/ 224301 w 899984"/>
              <a:gd name="connsiteY21" fmla="*/ 595255 h 900489"/>
              <a:gd name="connsiteX22" fmla="*/ 125118 w 899984"/>
              <a:gd name="connsiteY22" fmla="*/ 719653 h 900489"/>
              <a:gd name="connsiteX23" fmla="*/ 719 w 899984"/>
              <a:gd name="connsiteY23" fmla="*/ 620473 h 900489"/>
              <a:gd name="connsiteX24" fmla="*/ 99902 w 899984"/>
              <a:gd name="connsiteY24" fmla="*/ 496070 h 900489"/>
              <a:gd name="connsiteX25" fmla="*/ 196941 w 899984"/>
              <a:gd name="connsiteY25" fmla="*/ 533515 h 900489"/>
              <a:gd name="connsiteX26" fmla="*/ 275871 w 899984"/>
              <a:gd name="connsiteY26" fmla="*/ 496255 h 900489"/>
              <a:gd name="connsiteX27" fmla="*/ 311151 w 899984"/>
              <a:gd name="connsiteY27" fmla="*/ 335740 h 900489"/>
              <a:gd name="connsiteX28" fmla="*/ 266556 w 899984"/>
              <a:gd name="connsiteY28" fmla="*/ 284890 h 900489"/>
              <a:gd name="connsiteX29" fmla="*/ 120445 w 899984"/>
              <a:gd name="connsiteY29" fmla="*/ 221930 h 900489"/>
              <a:gd name="connsiteX30" fmla="*/ 183405 w 899984"/>
              <a:gd name="connsiteY30" fmla="*/ 75819 h 900489"/>
              <a:gd name="connsiteX31" fmla="*/ 329517 w 899984"/>
              <a:gd name="connsiteY31" fmla="*/ 138779 h 900489"/>
              <a:gd name="connsiteX32" fmla="*/ 318936 w 899984"/>
              <a:gd name="connsiteY32" fmla="*/ 242230 h 900489"/>
              <a:gd name="connsiteX33" fmla="*/ 363171 w 899984"/>
              <a:gd name="connsiteY33" fmla="*/ 292630 h 900489"/>
              <a:gd name="connsiteX34" fmla="*/ 449976 w 899984"/>
              <a:gd name="connsiteY34" fmla="*/ 270355 h 900489"/>
              <a:gd name="connsiteX35" fmla="*/ 514506 w 899984"/>
              <a:gd name="connsiteY35" fmla="*/ 282280 h 900489"/>
              <a:gd name="connsiteX36" fmla="*/ 570531 w 899984"/>
              <a:gd name="connsiteY36" fmla="*/ 189580 h 900489"/>
              <a:gd name="connsiteX37" fmla="*/ 575396 w 899984"/>
              <a:gd name="connsiteY37" fmla="*/ 30555 h 900489"/>
              <a:gd name="connsiteX38" fmla="*/ 734421 w 899984"/>
              <a:gd name="connsiteY38" fmla="*/ 35421 h 900489"/>
              <a:gd name="connsiteX39" fmla="*/ 764976 w 899984"/>
              <a:gd name="connsiteY39" fmla="*/ 112495 h 90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99984" h="900489">
                <a:moveTo>
                  <a:pt x="764976" y="112450"/>
                </a:moveTo>
                <a:cubicBezTo>
                  <a:pt x="764999" y="174582"/>
                  <a:pt x="714653" y="224970"/>
                  <a:pt x="652521" y="224995"/>
                </a:cubicBezTo>
                <a:cubicBezTo>
                  <a:pt x="644763" y="224998"/>
                  <a:pt x="637028" y="224198"/>
                  <a:pt x="629436" y="222610"/>
                </a:cubicBezTo>
                <a:lnTo>
                  <a:pt x="571836" y="317920"/>
                </a:lnTo>
                <a:cubicBezTo>
                  <a:pt x="608925" y="351962"/>
                  <a:pt x="630021" y="400013"/>
                  <a:pt x="629976" y="450355"/>
                </a:cubicBezTo>
                <a:lnTo>
                  <a:pt x="629976" y="452965"/>
                </a:lnTo>
                <a:lnTo>
                  <a:pt x="688296" y="464710"/>
                </a:lnTo>
                <a:cubicBezTo>
                  <a:pt x="717636" y="409940"/>
                  <a:pt x="785820" y="389326"/>
                  <a:pt x="840585" y="418666"/>
                </a:cubicBezTo>
                <a:cubicBezTo>
                  <a:pt x="895355" y="448006"/>
                  <a:pt x="915969" y="516190"/>
                  <a:pt x="886629" y="570960"/>
                </a:cubicBezTo>
                <a:cubicBezTo>
                  <a:pt x="857289" y="625725"/>
                  <a:pt x="789110" y="646339"/>
                  <a:pt x="734340" y="616999"/>
                </a:cubicBezTo>
                <a:cubicBezTo>
                  <a:pt x="701936" y="599642"/>
                  <a:pt x="680057" y="567548"/>
                  <a:pt x="675741" y="531040"/>
                </a:cubicBezTo>
                <a:lnTo>
                  <a:pt x="616341" y="519115"/>
                </a:lnTo>
                <a:cubicBezTo>
                  <a:pt x="600843" y="556510"/>
                  <a:pt x="573240" y="587618"/>
                  <a:pt x="537951" y="607450"/>
                </a:cubicBezTo>
                <a:lnTo>
                  <a:pt x="560226" y="675490"/>
                </a:lnTo>
                <a:lnTo>
                  <a:pt x="562476" y="675490"/>
                </a:lnTo>
                <a:cubicBezTo>
                  <a:pt x="624608" y="675535"/>
                  <a:pt x="674940" y="725939"/>
                  <a:pt x="674895" y="788071"/>
                </a:cubicBezTo>
                <a:cubicBezTo>
                  <a:pt x="674850" y="850202"/>
                  <a:pt x="624446" y="900535"/>
                  <a:pt x="562314" y="900490"/>
                </a:cubicBezTo>
                <a:cubicBezTo>
                  <a:pt x="500183" y="900445"/>
                  <a:pt x="449850" y="850041"/>
                  <a:pt x="449895" y="787909"/>
                </a:cubicBezTo>
                <a:cubicBezTo>
                  <a:pt x="449922" y="751941"/>
                  <a:pt x="467144" y="718154"/>
                  <a:pt x="496236" y="697000"/>
                </a:cubicBezTo>
                <a:lnTo>
                  <a:pt x="473916" y="628780"/>
                </a:lnTo>
                <a:cubicBezTo>
                  <a:pt x="408761" y="637564"/>
                  <a:pt x="344010" y="610073"/>
                  <a:pt x="305076" y="557095"/>
                </a:cubicBezTo>
                <a:lnTo>
                  <a:pt x="224301" y="595255"/>
                </a:lnTo>
                <a:cubicBezTo>
                  <a:pt x="231265" y="656995"/>
                  <a:pt x="186859" y="712692"/>
                  <a:pt x="125118" y="719653"/>
                </a:cubicBezTo>
                <a:cubicBezTo>
                  <a:pt x="63377" y="726619"/>
                  <a:pt x="7682" y="682213"/>
                  <a:pt x="719" y="620473"/>
                </a:cubicBezTo>
                <a:cubicBezTo>
                  <a:pt x="-6244" y="558729"/>
                  <a:pt x="38162" y="503036"/>
                  <a:pt x="99902" y="496070"/>
                </a:cubicBezTo>
                <a:cubicBezTo>
                  <a:pt x="136423" y="491953"/>
                  <a:pt x="172653" y="505934"/>
                  <a:pt x="196941" y="533515"/>
                </a:cubicBezTo>
                <a:lnTo>
                  <a:pt x="275871" y="496255"/>
                </a:lnTo>
                <a:cubicBezTo>
                  <a:pt x="261139" y="440189"/>
                  <a:pt x="274268" y="380461"/>
                  <a:pt x="311151" y="335740"/>
                </a:cubicBezTo>
                <a:lnTo>
                  <a:pt x="266556" y="284890"/>
                </a:lnTo>
                <a:cubicBezTo>
                  <a:pt x="208823" y="307852"/>
                  <a:pt x="143407" y="279663"/>
                  <a:pt x="120445" y="221930"/>
                </a:cubicBezTo>
                <a:cubicBezTo>
                  <a:pt x="97484" y="164196"/>
                  <a:pt x="125672" y="98780"/>
                  <a:pt x="183405" y="75819"/>
                </a:cubicBezTo>
                <a:cubicBezTo>
                  <a:pt x="241139" y="52857"/>
                  <a:pt x="306555" y="81045"/>
                  <a:pt x="329517" y="138779"/>
                </a:cubicBezTo>
                <a:cubicBezTo>
                  <a:pt x="343096" y="172921"/>
                  <a:pt x="339145" y="211543"/>
                  <a:pt x="318936" y="242230"/>
                </a:cubicBezTo>
                <a:lnTo>
                  <a:pt x="363171" y="292630"/>
                </a:lnTo>
                <a:cubicBezTo>
                  <a:pt x="389753" y="277973"/>
                  <a:pt x="419624" y="270308"/>
                  <a:pt x="449976" y="270355"/>
                </a:cubicBezTo>
                <a:cubicBezTo>
                  <a:pt x="472701" y="270355"/>
                  <a:pt x="494526" y="274585"/>
                  <a:pt x="514506" y="282280"/>
                </a:cubicBezTo>
                <a:lnTo>
                  <a:pt x="570531" y="189580"/>
                </a:lnTo>
                <a:cubicBezTo>
                  <a:pt x="527961" y="144323"/>
                  <a:pt x="530139" y="73125"/>
                  <a:pt x="575396" y="30555"/>
                </a:cubicBezTo>
                <a:cubicBezTo>
                  <a:pt x="620652" y="-12015"/>
                  <a:pt x="691851" y="-9836"/>
                  <a:pt x="734421" y="35421"/>
                </a:cubicBezTo>
                <a:cubicBezTo>
                  <a:pt x="754046" y="56285"/>
                  <a:pt x="764976" y="83851"/>
                  <a:pt x="764976" y="112495"/>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7">
            <a:extLst>
              <a:ext uri="{FF2B5EF4-FFF2-40B4-BE49-F238E27FC236}">
                <a16:creationId xmlns:a16="http://schemas.microsoft.com/office/drawing/2014/main" id="{84A50836-30A3-5DC5-121B-8A72A97A14DB}"/>
              </a:ext>
            </a:extLst>
          </p:cNvPr>
          <p:cNvSpPr/>
          <p:nvPr/>
        </p:nvSpPr>
        <p:spPr>
          <a:xfrm>
            <a:off x="4667766" y="5377775"/>
            <a:ext cx="534162" cy="267000"/>
          </a:xfrm>
          <a:custGeom>
            <a:avLst/>
            <a:gdLst>
              <a:gd name="connsiteX0" fmla="*/ 450000 w 900000"/>
              <a:gd name="connsiteY0" fmla="*/ 0 h 449864"/>
              <a:gd name="connsiteX1" fmla="*/ 840240 w 900000"/>
              <a:gd name="connsiteY1" fmla="*/ 48600 h 449864"/>
              <a:gd name="connsiteX2" fmla="*/ 899730 w 900000"/>
              <a:gd name="connsiteY2" fmla="*/ 118260 h 449864"/>
              <a:gd name="connsiteX3" fmla="*/ 900000 w 900000"/>
              <a:gd name="connsiteY3" fmla="*/ 125010 h 449864"/>
              <a:gd name="connsiteX4" fmla="*/ 900000 w 900000"/>
              <a:gd name="connsiteY4" fmla="*/ 264285 h 449864"/>
              <a:gd name="connsiteX5" fmla="*/ 723690 w 900000"/>
              <a:gd name="connsiteY5" fmla="*/ 449640 h 449864"/>
              <a:gd name="connsiteX6" fmla="*/ 714420 w 900000"/>
              <a:gd name="connsiteY6" fmla="*/ 449865 h 449864"/>
              <a:gd name="connsiteX7" fmla="*/ 603315 w 900000"/>
              <a:gd name="connsiteY7" fmla="*/ 449865 h 449864"/>
              <a:gd name="connsiteX8" fmla="*/ 516465 w 900000"/>
              <a:gd name="connsiteY8" fmla="*/ 414270 h 449864"/>
              <a:gd name="connsiteX9" fmla="*/ 510390 w 900000"/>
              <a:gd name="connsiteY9" fmla="*/ 407835 h 449864"/>
              <a:gd name="connsiteX10" fmla="*/ 480915 w 900000"/>
              <a:gd name="connsiteY10" fmla="*/ 374310 h 449864"/>
              <a:gd name="connsiteX11" fmla="*/ 423135 w 900000"/>
              <a:gd name="connsiteY11" fmla="*/ 370395 h 449864"/>
              <a:gd name="connsiteX12" fmla="*/ 419175 w 900000"/>
              <a:gd name="connsiteY12" fmla="*/ 374355 h 449864"/>
              <a:gd name="connsiteX13" fmla="*/ 389880 w 900000"/>
              <a:gd name="connsiteY13" fmla="*/ 407700 h 449864"/>
              <a:gd name="connsiteX14" fmla="*/ 305730 w 900000"/>
              <a:gd name="connsiteY14" fmla="*/ 449550 h 449864"/>
              <a:gd name="connsiteX15" fmla="*/ 296865 w 900000"/>
              <a:gd name="connsiteY15" fmla="*/ 449865 h 449864"/>
              <a:gd name="connsiteX16" fmla="*/ 185715 w 900000"/>
              <a:gd name="connsiteY16" fmla="*/ 449865 h 449864"/>
              <a:gd name="connsiteX17" fmla="*/ 225 w 900000"/>
              <a:gd name="connsiteY17" fmla="*/ 273465 h 449864"/>
              <a:gd name="connsiteX18" fmla="*/ 0 w 900000"/>
              <a:gd name="connsiteY18" fmla="*/ 264150 h 449864"/>
              <a:gd name="connsiteX19" fmla="*/ 0 w 900000"/>
              <a:gd name="connsiteY19" fmla="*/ 124965 h 449864"/>
              <a:gd name="connsiteX20" fmla="*/ 59760 w 900000"/>
              <a:gd name="connsiteY20" fmla="*/ 48600 h 449864"/>
              <a:gd name="connsiteX21" fmla="*/ 450000 w 900000"/>
              <a:gd name="connsiteY21" fmla="*/ 0 h 449864"/>
              <a:gd name="connsiteX22" fmla="*/ 663840 w 900000"/>
              <a:gd name="connsiteY22" fmla="*/ 135000 h 449864"/>
              <a:gd name="connsiteX23" fmla="*/ 659250 w 900000"/>
              <a:gd name="connsiteY23" fmla="*/ 135315 h 449864"/>
              <a:gd name="connsiteX24" fmla="*/ 630311 w 900000"/>
              <a:gd name="connsiteY24" fmla="*/ 173272 h 449864"/>
              <a:gd name="connsiteX25" fmla="*/ 659070 w 900000"/>
              <a:gd name="connsiteY25" fmla="*/ 202185 h 449864"/>
              <a:gd name="connsiteX26" fmla="*/ 663660 w 900000"/>
              <a:gd name="connsiteY26" fmla="*/ 202500 h 449864"/>
              <a:gd name="connsiteX27" fmla="*/ 731160 w 900000"/>
              <a:gd name="connsiteY27" fmla="*/ 202680 h 449864"/>
              <a:gd name="connsiteX28" fmla="*/ 735705 w 900000"/>
              <a:gd name="connsiteY28" fmla="*/ 202365 h 449864"/>
              <a:gd name="connsiteX29" fmla="*/ 764645 w 900000"/>
              <a:gd name="connsiteY29" fmla="*/ 164408 h 449864"/>
              <a:gd name="connsiteX30" fmla="*/ 735885 w 900000"/>
              <a:gd name="connsiteY30" fmla="*/ 135495 h 449864"/>
              <a:gd name="connsiteX31" fmla="*/ 731340 w 900000"/>
              <a:gd name="connsiteY31" fmla="*/ 135180 h 449864"/>
              <a:gd name="connsiteX32" fmla="*/ 663840 w 900000"/>
              <a:gd name="connsiteY32" fmla="*/ 135000 h 449864"/>
              <a:gd name="connsiteX33" fmla="*/ 236250 w 900000"/>
              <a:gd name="connsiteY33" fmla="*/ 135000 h 449864"/>
              <a:gd name="connsiteX34" fmla="*/ 168615 w 900000"/>
              <a:gd name="connsiteY34" fmla="*/ 135000 h 449864"/>
              <a:gd name="connsiteX35" fmla="*/ 164025 w 900000"/>
              <a:gd name="connsiteY35" fmla="*/ 135315 h 449864"/>
              <a:gd name="connsiteX36" fmla="*/ 135190 w 900000"/>
              <a:gd name="connsiteY36" fmla="*/ 173350 h 449864"/>
              <a:gd name="connsiteX37" fmla="*/ 164025 w 900000"/>
              <a:gd name="connsiteY37" fmla="*/ 202185 h 449864"/>
              <a:gd name="connsiteX38" fmla="*/ 168615 w 900000"/>
              <a:gd name="connsiteY38" fmla="*/ 202500 h 449864"/>
              <a:gd name="connsiteX39" fmla="*/ 236250 w 900000"/>
              <a:gd name="connsiteY39" fmla="*/ 202500 h 449864"/>
              <a:gd name="connsiteX40" fmla="*/ 240840 w 900000"/>
              <a:gd name="connsiteY40" fmla="*/ 202185 h 449864"/>
              <a:gd name="connsiteX41" fmla="*/ 269675 w 900000"/>
              <a:gd name="connsiteY41" fmla="*/ 164150 h 449864"/>
              <a:gd name="connsiteX42" fmla="*/ 240840 w 900000"/>
              <a:gd name="connsiteY42" fmla="*/ 135315 h 449864"/>
              <a:gd name="connsiteX43" fmla="*/ 236250 w 900000"/>
              <a:gd name="connsiteY43" fmla="*/ 135000 h 449864"/>
              <a:gd name="connsiteX44" fmla="*/ 450000 w 900000"/>
              <a:gd name="connsiteY44" fmla="*/ 112500 h 449864"/>
              <a:gd name="connsiteX45" fmla="*/ 416250 w 900000"/>
              <a:gd name="connsiteY45" fmla="*/ 146250 h 449864"/>
              <a:gd name="connsiteX46" fmla="*/ 450000 w 900000"/>
              <a:gd name="connsiteY46" fmla="*/ 180000 h 449864"/>
              <a:gd name="connsiteX47" fmla="*/ 483750 w 900000"/>
              <a:gd name="connsiteY47" fmla="*/ 146250 h 449864"/>
              <a:gd name="connsiteX48" fmla="*/ 450000 w 900000"/>
              <a:gd name="connsiteY48" fmla="*/ 112500 h 44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900000" h="449864">
                <a:moveTo>
                  <a:pt x="450000" y="0"/>
                </a:moveTo>
                <a:cubicBezTo>
                  <a:pt x="579960" y="0"/>
                  <a:pt x="710100" y="16200"/>
                  <a:pt x="840240" y="48600"/>
                </a:cubicBezTo>
                <a:cubicBezTo>
                  <a:pt x="872924" y="56712"/>
                  <a:pt x="896837" y="84708"/>
                  <a:pt x="899730" y="118260"/>
                </a:cubicBezTo>
                <a:lnTo>
                  <a:pt x="900000" y="125010"/>
                </a:lnTo>
                <a:lnTo>
                  <a:pt x="900000" y="264285"/>
                </a:lnTo>
                <a:cubicBezTo>
                  <a:pt x="900004" y="363177"/>
                  <a:pt x="822461" y="444699"/>
                  <a:pt x="723690" y="449640"/>
                </a:cubicBezTo>
                <a:lnTo>
                  <a:pt x="714420" y="449865"/>
                </a:lnTo>
                <a:lnTo>
                  <a:pt x="603315" y="449865"/>
                </a:lnTo>
                <a:cubicBezTo>
                  <a:pt x="570816" y="449865"/>
                  <a:pt x="539618" y="437081"/>
                  <a:pt x="516465" y="414270"/>
                </a:cubicBezTo>
                <a:lnTo>
                  <a:pt x="510390" y="407835"/>
                </a:lnTo>
                <a:lnTo>
                  <a:pt x="480915" y="374310"/>
                </a:lnTo>
                <a:cubicBezTo>
                  <a:pt x="466006" y="357345"/>
                  <a:pt x="440199" y="355594"/>
                  <a:pt x="423135" y="370395"/>
                </a:cubicBezTo>
                <a:lnTo>
                  <a:pt x="419175" y="374355"/>
                </a:lnTo>
                <a:lnTo>
                  <a:pt x="389880" y="407700"/>
                </a:lnTo>
                <a:cubicBezTo>
                  <a:pt x="368424" y="432171"/>
                  <a:pt x="338192" y="447210"/>
                  <a:pt x="305730" y="449550"/>
                </a:cubicBezTo>
                <a:lnTo>
                  <a:pt x="296865" y="449865"/>
                </a:lnTo>
                <a:lnTo>
                  <a:pt x="185715" y="449865"/>
                </a:lnTo>
                <a:cubicBezTo>
                  <a:pt x="86765" y="449870"/>
                  <a:pt x="5188" y="372290"/>
                  <a:pt x="225" y="273465"/>
                </a:cubicBezTo>
                <a:lnTo>
                  <a:pt x="0" y="264150"/>
                </a:lnTo>
                <a:lnTo>
                  <a:pt x="0" y="124965"/>
                </a:lnTo>
                <a:cubicBezTo>
                  <a:pt x="28" y="88810"/>
                  <a:pt x="24672" y="57319"/>
                  <a:pt x="59760" y="48600"/>
                </a:cubicBezTo>
                <a:cubicBezTo>
                  <a:pt x="187369" y="16535"/>
                  <a:pt x="318424" y="213"/>
                  <a:pt x="450000" y="0"/>
                </a:cubicBezTo>
                <a:close/>
                <a:moveTo>
                  <a:pt x="663840" y="135000"/>
                </a:moveTo>
                <a:lnTo>
                  <a:pt x="659250" y="135315"/>
                </a:lnTo>
                <a:cubicBezTo>
                  <a:pt x="640778" y="137805"/>
                  <a:pt x="627822" y="154800"/>
                  <a:pt x="630311" y="173272"/>
                </a:cubicBezTo>
                <a:cubicBezTo>
                  <a:pt x="632336" y="188266"/>
                  <a:pt x="644085" y="200083"/>
                  <a:pt x="659070" y="202185"/>
                </a:cubicBezTo>
                <a:lnTo>
                  <a:pt x="663660" y="202500"/>
                </a:lnTo>
                <a:lnTo>
                  <a:pt x="731160" y="202680"/>
                </a:lnTo>
                <a:lnTo>
                  <a:pt x="735705" y="202365"/>
                </a:lnTo>
                <a:cubicBezTo>
                  <a:pt x="754178" y="199877"/>
                  <a:pt x="767133" y="182880"/>
                  <a:pt x="764645" y="164408"/>
                </a:cubicBezTo>
                <a:cubicBezTo>
                  <a:pt x="762620" y="149414"/>
                  <a:pt x="750870" y="137597"/>
                  <a:pt x="735885" y="135495"/>
                </a:cubicBezTo>
                <a:lnTo>
                  <a:pt x="731340" y="135180"/>
                </a:lnTo>
                <a:lnTo>
                  <a:pt x="663840" y="135000"/>
                </a:lnTo>
                <a:close/>
                <a:moveTo>
                  <a:pt x="236250" y="135000"/>
                </a:moveTo>
                <a:lnTo>
                  <a:pt x="168615" y="135000"/>
                </a:lnTo>
                <a:lnTo>
                  <a:pt x="164025" y="135315"/>
                </a:lnTo>
                <a:cubicBezTo>
                  <a:pt x="145559" y="137856"/>
                  <a:pt x="132650" y="154885"/>
                  <a:pt x="135190" y="173350"/>
                </a:cubicBezTo>
                <a:cubicBezTo>
                  <a:pt x="137253" y="188339"/>
                  <a:pt x="149037" y="200124"/>
                  <a:pt x="164025" y="202185"/>
                </a:cubicBezTo>
                <a:lnTo>
                  <a:pt x="168615" y="202500"/>
                </a:lnTo>
                <a:lnTo>
                  <a:pt x="236250" y="202500"/>
                </a:lnTo>
                <a:lnTo>
                  <a:pt x="240840" y="202185"/>
                </a:lnTo>
                <a:cubicBezTo>
                  <a:pt x="259306" y="199642"/>
                  <a:pt x="272215" y="182614"/>
                  <a:pt x="269675" y="164150"/>
                </a:cubicBezTo>
                <a:cubicBezTo>
                  <a:pt x="267612" y="149162"/>
                  <a:pt x="255828" y="137377"/>
                  <a:pt x="240840" y="135315"/>
                </a:cubicBezTo>
                <a:lnTo>
                  <a:pt x="236250" y="135000"/>
                </a:lnTo>
                <a:close/>
                <a:moveTo>
                  <a:pt x="450000" y="112500"/>
                </a:moveTo>
                <a:cubicBezTo>
                  <a:pt x="431361" y="112500"/>
                  <a:pt x="416250" y="127611"/>
                  <a:pt x="416250" y="146250"/>
                </a:cubicBezTo>
                <a:cubicBezTo>
                  <a:pt x="416250" y="164889"/>
                  <a:pt x="431361" y="180000"/>
                  <a:pt x="450000" y="180000"/>
                </a:cubicBezTo>
                <a:cubicBezTo>
                  <a:pt x="468639" y="180000"/>
                  <a:pt x="483750" y="164889"/>
                  <a:pt x="483750" y="146250"/>
                </a:cubicBezTo>
                <a:cubicBezTo>
                  <a:pt x="483750" y="127611"/>
                  <a:pt x="468639" y="112500"/>
                  <a:pt x="450000" y="1125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3">
            <a:extLst>
              <a:ext uri="{FF2B5EF4-FFF2-40B4-BE49-F238E27FC236}">
                <a16:creationId xmlns:a16="http://schemas.microsoft.com/office/drawing/2014/main" id="{23B99AD3-F7DB-792A-AAB2-C0C938FFA809}"/>
              </a:ext>
            </a:extLst>
          </p:cNvPr>
          <p:cNvSpPr/>
          <p:nvPr/>
        </p:nvSpPr>
        <p:spPr>
          <a:xfrm>
            <a:off x="2045913" y="5244050"/>
            <a:ext cx="534150" cy="534450"/>
          </a:xfrm>
          <a:custGeom>
            <a:avLst/>
            <a:gdLst>
              <a:gd name="connsiteX0" fmla="*/ 764976 w 899984"/>
              <a:gd name="connsiteY0" fmla="*/ 112450 h 900489"/>
              <a:gd name="connsiteX1" fmla="*/ 652521 w 899984"/>
              <a:gd name="connsiteY1" fmla="*/ 224995 h 900489"/>
              <a:gd name="connsiteX2" fmla="*/ 629436 w 899984"/>
              <a:gd name="connsiteY2" fmla="*/ 222610 h 900489"/>
              <a:gd name="connsiteX3" fmla="*/ 571836 w 899984"/>
              <a:gd name="connsiteY3" fmla="*/ 317920 h 900489"/>
              <a:gd name="connsiteX4" fmla="*/ 629976 w 899984"/>
              <a:gd name="connsiteY4" fmla="*/ 450355 h 900489"/>
              <a:gd name="connsiteX5" fmla="*/ 629976 w 899984"/>
              <a:gd name="connsiteY5" fmla="*/ 452965 h 900489"/>
              <a:gd name="connsiteX6" fmla="*/ 688296 w 899984"/>
              <a:gd name="connsiteY6" fmla="*/ 464710 h 900489"/>
              <a:gd name="connsiteX7" fmla="*/ 840585 w 899984"/>
              <a:gd name="connsiteY7" fmla="*/ 418666 h 900489"/>
              <a:gd name="connsiteX8" fmla="*/ 886629 w 899984"/>
              <a:gd name="connsiteY8" fmla="*/ 570960 h 900489"/>
              <a:gd name="connsiteX9" fmla="*/ 734340 w 899984"/>
              <a:gd name="connsiteY9" fmla="*/ 616999 h 900489"/>
              <a:gd name="connsiteX10" fmla="*/ 675741 w 899984"/>
              <a:gd name="connsiteY10" fmla="*/ 531040 h 900489"/>
              <a:gd name="connsiteX11" fmla="*/ 616341 w 899984"/>
              <a:gd name="connsiteY11" fmla="*/ 519115 h 900489"/>
              <a:gd name="connsiteX12" fmla="*/ 537951 w 899984"/>
              <a:gd name="connsiteY12" fmla="*/ 607450 h 900489"/>
              <a:gd name="connsiteX13" fmla="*/ 560226 w 899984"/>
              <a:gd name="connsiteY13" fmla="*/ 675490 h 900489"/>
              <a:gd name="connsiteX14" fmla="*/ 562476 w 899984"/>
              <a:gd name="connsiteY14" fmla="*/ 675490 h 900489"/>
              <a:gd name="connsiteX15" fmla="*/ 674895 w 899984"/>
              <a:gd name="connsiteY15" fmla="*/ 788071 h 900489"/>
              <a:gd name="connsiteX16" fmla="*/ 562314 w 899984"/>
              <a:gd name="connsiteY16" fmla="*/ 900490 h 900489"/>
              <a:gd name="connsiteX17" fmla="*/ 449895 w 899984"/>
              <a:gd name="connsiteY17" fmla="*/ 787909 h 900489"/>
              <a:gd name="connsiteX18" fmla="*/ 496236 w 899984"/>
              <a:gd name="connsiteY18" fmla="*/ 697000 h 900489"/>
              <a:gd name="connsiteX19" fmla="*/ 473916 w 899984"/>
              <a:gd name="connsiteY19" fmla="*/ 628780 h 900489"/>
              <a:gd name="connsiteX20" fmla="*/ 305076 w 899984"/>
              <a:gd name="connsiteY20" fmla="*/ 557095 h 900489"/>
              <a:gd name="connsiteX21" fmla="*/ 224301 w 899984"/>
              <a:gd name="connsiteY21" fmla="*/ 595255 h 900489"/>
              <a:gd name="connsiteX22" fmla="*/ 125118 w 899984"/>
              <a:gd name="connsiteY22" fmla="*/ 719653 h 900489"/>
              <a:gd name="connsiteX23" fmla="*/ 719 w 899984"/>
              <a:gd name="connsiteY23" fmla="*/ 620473 h 900489"/>
              <a:gd name="connsiteX24" fmla="*/ 99902 w 899984"/>
              <a:gd name="connsiteY24" fmla="*/ 496070 h 900489"/>
              <a:gd name="connsiteX25" fmla="*/ 196941 w 899984"/>
              <a:gd name="connsiteY25" fmla="*/ 533515 h 900489"/>
              <a:gd name="connsiteX26" fmla="*/ 275871 w 899984"/>
              <a:gd name="connsiteY26" fmla="*/ 496255 h 900489"/>
              <a:gd name="connsiteX27" fmla="*/ 311151 w 899984"/>
              <a:gd name="connsiteY27" fmla="*/ 335740 h 900489"/>
              <a:gd name="connsiteX28" fmla="*/ 266556 w 899984"/>
              <a:gd name="connsiteY28" fmla="*/ 284890 h 900489"/>
              <a:gd name="connsiteX29" fmla="*/ 120445 w 899984"/>
              <a:gd name="connsiteY29" fmla="*/ 221930 h 900489"/>
              <a:gd name="connsiteX30" fmla="*/ 183405 w 899984"/>
              <a:gd name="connsiteY30" fmla="*/ 75819 h 900489"/>
              <a:gd name="connsiteX31" fmla="*/ 329517 w 899984"/>
              <a:gd name="connsiteY31" fmla="*/ 138779 h 900489"/>
              <a:gd name="connsiteX32" fmla="*/ 318936 w 899984"/>
              <a:gd name="connsiteY32" fmla="*/ 242230 h 900489"/>
              <a:gd name="connsiteX33" fmla="*/ 363171 w 899984"/>
              <a:gd name="connsiteY33" fmla="*/ 292630 h 900489"/>
              <a:gd name="connsiteX34" fmla="*/ 449976 w 899984"/>
              <a:gd name="connsiteY34" fmla="*/ 270355 h 900489"/>
              <a:gd name="connsiteX35" fmla="*/ 514506 w 899984"/>
              <a:gd name="connsiteY35" fmla="*/ 282280 h 900489"/>
              <a:gd name="connsiteX36" fmla="*/ 570531 w 899984"/>
              <a:gd name="connsiteY36" fmla="*/ 189580 h 900489"/>
              <a:gd name="connsiteX37" fmla="*/ 575396 w 899984"/>
              <a:gd name="connsiteY37" fmla="*/ 30555 h 900489"/>
              <a:gd name="connsiteX38" fmla="*/ 734421 w 899984"/>
              <a:gd name="connsiteY38" fmla="*/ 35421 h 900489"/>
              <a:gd name="connsiteX39" fmla="*/ 764976 w 899984"/>
              <a:gd name="connsiteY39" fmla="*/ 112495 h 90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99984" h="900489">
                <a:moveTo>
                  <a:pt x="764976" y="112450"/>
                </a:moveTo>
                <a:cubicBezTo>
                  <a:pt x="764999" y="174582"/>
                  <a:pt x="714653" y="224970"/>
                  <a:pt x="652521" y="224995"/>
                </a:cubicBezTo>
                <a:cubicBezTo>
                  <a:pt x="644763" y="224998"/>
                  <a:pt x="637028" y="224198"/>
                  <a:pt x="629436" y="222610"/>
                </a:cubicBezTo>
                <a:lnTo>
                  <a:pt x="571836" y="317920"/>
                </a:lnTo>
                <a:cubicBezTo>
                  <a:pt x="608925" y="351962"/>
                  <a:pt x="630021" y="400013"/>
                  <a:pt x="629976" y="450355"/>
                </a:cubicBezTo>
                <a:lnTo>
                  <a:pt x="629976" y="452965"/>
                </a:lnTo>
                <a:lnTo>
                  <a:pt x="688296" y="464710"/>
                </a:lnTo>
                <a:cubicBezTo>
                  <a:pt x="717636" y="409940"/>
                  <a:pt x="785820" y="389326"/>
                  <a:pt x="840585" y="418666"/>
                </a:cubicBezTo>
                <a:cubicBezTo>
                  <a:pt x="895355" y="448006"/>
                  <a:pt x="915969" y="516190"/>
                  <a:pt x="886629" y="570960"/>
                </a:cubicBezTo>
                <a:cubicBezTo>
                  <a:pt x="857289" y="625725"/>
                  <a:pt x="789110" y="646339"/>
                  <a:pt x="734340" y="616999"/>
                </a:cubicBezTo>
                <a:cubicBezTo>
                  <a:pt x="701936" y="599642"/>
                  <a:pt x="680057" y="567548"/>
                  <a:pt x="675741" y="531040"/>
                </a:cubicBezTo>
                <a:lnTo>
                  <a:pt x="616341" y="519115"/>
                </a:lnTo>
                <a:cubicBezTo>
                  <a:pt x="600843" y="556510"/>
                  <a:pt x="573240" y="587618"/>
                  <a:pt x="537951" y="607450"/>
                </a:cubicBezTo>
                <a:lnTo>
                  <a:pt x="560226" y="675490"/>
                </a:lnTo>
                <a:lnTo>
                  <a:pt x="562476" y="675490"/>
                </a:lnTo>
                <a:cubicBezTo>
                  <a:pt x="624608" y="675535"/>
                  <a:pt x="674940" y="725939"/>
                  <a:pt x="674895" y="788071"/>
                </a:cubicBezTo>
                <a:cubicBezTo>
                  <a:pt x="674850" y="850202"/>
                  <a:pt x="624446" y="900535"/>
                  <a:pt x="562314" y="900490"/>
                </a:cubicBezTo>
                <a:cubicBezTo>
                  <a:pt x="500183" y="900445"/>
                  <a:pt x="449850" y="850041"/>
                  <a:pt x="449895" y="787909"/>
                </a:cubicBezTo>
                <a:cubicBezTo>
                  <a:pt x="449922" y="751941"/>
                  <a:pt x="467144" y="718154"/>
                  <a:pt x="496236" y="697000"/>
                </a:cubicBezTo>
                <a:lnTo>
                  <a:pt x="473916" y="628780"/>
                </a:lnTo>
                <a:cubicBezTo>
                  <a:pt x="408761" y="637564"/>
                  <a:pt x="344010" y="610073"/>
                  <a:pt x="305076" y="557095"/>
                </a:cubicBezTo>
                <a:lnTo>
                  <a:pt x="224301" y="595255"/>
                </a:lnTo>
                <a:cubicBezTo>
                  <a:pt x="231265" y="656995"/>
                  <a:pt x="186859" y="712692"/>
                  <a:pt x="125118" y="719653"/>
                </a:cubicBezTo>
                <a:cubicBezTo>
                  <a:pt x="63377" y="726619"/>
                  <a:pt x="7682" y="682213"/>
                  <a:pt x="719" y="620473"/>
                </a:cubicBezTo>
                <a:cubicBezTo>
                  <a:pt x="-6244" y="558729"/>
                  <a:pt x="38162" y="503036"/>
                  <a:pt x="99902" y="496070"/>
                </a:cubicBezTo>
                <a:cubicBezTo>
                  <a:pt x="136423" y="491953"/>
                  <a:pt x="172653" y="505934"/>
                  <a:pt x="196941" y="533515"/>
                </a:cubicBezTo>
                <a:lnTo>
                  <a:pt x="275871" y="496255"/>
                </a:lnTo>
                <a:cubicBezTo>
                  <a:pt x="261139" y="440189"/>
                  <a:pt x="274268" y="380461"/>
                  <a:pt x="311151" y="335740"/>
                </a:cubicBezTo>
                <a:lnTo>
                  <a:pt x="266556" y="284890"/>
                </a:lnTo>
                <a:cubicBezTo>
                  <a:pt x="208823" y="307852"/>
                  <a:pt x="143407" y="279663"/>
                  <a:pt x="120445" y="221930"/>
                </a:cubicBezTo>
                <a:cubicBezTo>
                  <a:pt x="97484" y="164196"/>
                  <a:pt x="125672" y="98780"/>
                  <a:pt x="183405" y="75819"/>
                </a:cubicBezTo>
                <a:cubicBezTo>
                  <a:pt x="241139" y="52857"/>
                  <a:pt x="306555" y="81045"/>
                  <a:pt x="329517" y="138779"/>
                </a:cubicBezTo>
                <a:cubicBezTo>
                  <a:pt x="343096" y="172921"/>
                  <a:pt x="339145" y="211543"/>
                  <a:pt x="318936" y="242230"/>
                </a:cubicBezTo>
                <a:lnTo>
                  <a:pt x="363171" y="292630"/>
                </a:lnTo>
                <a:cubicBezTo>
                  <a:pt x="389753" y="277973"/>
                  <a:pt x="419624" y="270308"/>
                  <a:pt x="449976" y="270355"/>
                </a:cubicBezTo>
                <a:cubicBezTo>
                  <a:pt x="472701" y="270355"/>
                  <a:pt x="494526" y="274585"/>
                  <a:pt x="514506" y="282280"/>
                </a:cubicBezTo>
                <a:lnTo>
                  <a:pt x="570531" y="189580"/>
                </a:lnTo>
                <a:cubicBezTo>
                  <a:pt x="527961" y="144323"/>
                  <a:pt x="530139" y="73125"/>
                  <a:pt x="575396" y="30555"/>
                </a:cubicBezTo>
                <a:cubicBezTo>
                  <a:pt x="620652" y="-12015"/>
                  <a:pt x="691851" y="-9836"/>
                  <a:pt x="734421" y="35421"/>
                </a:cubicBezTo>
                <a:cubicBezTo>
                  <a:pt x="754046" y="56285"/>
                  <a:pt x="764976" y="83851"/>
                  <a:pt x="764976" y="112495"/>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7">
            <a:extLst>
              <a:ext uri="{FF2B5EF4-FFF2-40B4-BE49-F238E27FC236}">
                <a16:creationId xmlns:a16="http://schemas.microsoft.com/office/drawing/2014/main" id="{DDC214FD-431B-F4A3-9506-D176534DAF27}"/>
              </a:ext>
            </a:extLst>
          </p:cNvPr>
          <p:cNvSpPr/>
          <p:nvPr/>
        </p:nvSpPr>
        <p:spPr>
          <a:xfrm>
            <a:off x="5823466" y="5377775"/>
            <a:ext cx="534162" cy="267000"/>
          </a:xfrm>
          <a:custGeom>
            <a:avLst/>
            <a:gdLst>
              <a:gd name="connsiteX0" fmla="*/ 450000 w 900000"/>
              <a:gd name="connsiteY0" fmla="*/ 0 h 449864"/>
              <a:gd name="connsiteX1" fmla="*/ 840240 w 900000"/>
              <a:gd name="connsiteY1" fmla="*/ 48600 h 449864"/>
              <a:gd name="connsiteX2" fmla="*/ 899730 w 900000"/>
              <a:gd name="connsiteY2" fmla="*/ 118260 h 449864"/>
              <a:gd name="connsiteX3" fmla="*/ 900000 w 900000"/>
              <a:gd name="connsiteY3" fmla="*/ 125010 h 449864"/>
              <a:gd name="connsiteX4" fmla="*/ 900000 w 900000"/>
              <a:gd name="connsiteY4" fmla="*/ 264285 h 449864"/>
              <a:gd name="connsiteX5" fmla="*/ 723690 w 900000"/>
              <a:gd name="connsiteY5" fmla="*/ 449640 h 449864"/>
              <a:gd name="connsiteX6" fmla="*/ 714420 w 900000"/>
              <a:gd name="connsiteY6" fmla="*/ 449865 h 449864"/>
              <a:gd name="connsiteX7" fmla="*/ 603315 w 900000"/>
              <a:gd name="connsiteY7" fmla="*/ 449865 h 449864"/>
              <a:gd name="connsiteX8" fmla="*/ 516465 w 900000"/>
              <a:gd name="connsiteY8" fmla="*/ 414270 h 449864"/>
              <a:gd name="connsiteX9" fmla="*/ 510390 w 900000"/>
              <a:gd name="connsiteY9" fmla="*/ 407835 h 449864"/>
              <a:gd name="connsiteX10" fmla="*/ 480915 w 900000"/>
              <a:gd name="connsiteY10" fmla="*/ 374310 h 449864"/>
              <a:gd name="connsiteX11" fmla="*/ 423135 w 900000"/>
              <a:gd name="connsiteY11" fmla="*/ 370395 h 449864"/>
              <a:gd name="connsiteX12" fmla="*/ 419175 w 900000"/>
              <a:gd name="connsiteY12" fmla="*/ 374355 h 449864"/>
              <a:gd name="connsiteX13" fmla="*/ 389880 w 900000"/>
              <a:gd name="connsiteY13" fmla="*/ 407700 h 449864"/>
              <a:gd name="connsiteX14" fmla="*/ 305730 w 900000"/>
              <a:gd name="connsiteY14" fmla="*/ 449550 h 449864"/>
              <a:gd name="connsiteX15" fmla="*/ 296865 w 900000"/>
              <a:gd name="connsiteY15" fmla="*/ 449865 h 449864"/>
              <a:gd name="connsiteX16" fmla="*/ 185715 w 900000"/>
              <a:gd name="connsiteY16" fmla="*/ 449865 h 449864"/>
              <a:gd name="connsiteX17" fmla="*/ 225 w 900000"/>
              <a:gd name="connsiteY17" fmla="*/ 273465 h 449864"/>
              <a:gd name="connsiteX18" fmla="*/ 0 w 900000"/>
              <a:gd name="connsiteY18" fmla="*/ 264150 h 449864"/>
              <a:gd name="connsiteX19" fmla="*/ 0 w 900000"/>
              <a:gd name="connsiteY19" fmla="*/ 124965 h 449864"/>
              <a:gd name="connsiteX20" fmla="*/ 59760 w 900000"/>
              <a:gd name="connsiteY20" fmla="*/ 48600 h 449864"/>
              <a:gd name="connsiteX21" fmla="*/ 450000 w 900000"/>
              <a:gd name="connsiteY21" fmla="*/ 0 h 449864"/>
              <a:gd name="connsiteX22" fmla="*/ 663840 w 900000"/>
              <a:gd name="connsiteY22" fmla="*/ 135000 h 449864"/>
              <a:gd name="connsiteX23" fmla="*/ 659250 w 900000"/>
              <a:gd name="connsiteY23" fmla="*/ 135315 h 449864"/>
              <a:gd name="connsiteX24" fmla="*/ 630311 w 900000"/>
              <a:gd name="connsiteY24" fmla="*/ 173272 h 449864"/>
              <a:gd name="connsiteX25" fmla="*/ 659070 w 900000"/>
              <a:gd name="connsiteY25" fmla="*/ 202185 h 449864"/>
              <a:gd name="connsiteX26" fmla="*/ 663660 w 900000"/>
              <a:gd name="connsiteY26" fmla="*/ 202500 h 449864"/>
              <a:gd name="connsiteX27" fmla="*/ 731160 w 900000"/>
              <a:gd name="connsiteY27" fmla="*/ 202680 h 449864"/>
              <a:gd name="connsiteX28" fmla="*/ 735705 w 900000"/>
              <a:gd name="connsiteY28" fmla="*/ 202365 h 449864"/>
              <a:gd name="connsiteX29" fmla="*/ 764645 w 900000"/>
              <a:gd name="connsiteY29" fmla="*/ 164408 h 449864"/>
              <a:gd name="connsiteX30" fmla="*/ 735885 w 900000"/>
              <a:gd name="connsiteY30" fmla="*/ 135495 h 449864"/>
              <a:gd name="connsiteX31" fmla="*/ 731340 w 900000"/>
              <a:gd name="connsiteY31" fmla="*/ 135180 h 449864"/>
              <a:gd name="connsiteX32" fmla="*/ 663840 w 900000"/>
              <a:gd name="connsiteY32" fmla="*/ 135000 h 449864"/>
              <a:gd name="connsiteX33" fmla="*/ 236250 w 900000"/>
              <a:gd name="connsiteY33" fmla="*/ 135000 h 449864"/>
              <a:gd name="connsiteX34" fmla="*/ 168615 w 900000"/>
              <a:gd name="connsiteY34" fmla="*/ 135000 h 449864"/>
              <a:gd name="connsiteX35" fmla="*/ 164025 w 900000"/>
              <a:gd name="connsiteY35" fmla="*/ 135315 h 449864"/>
              <a:gd name="connsiteX36" fmla="*/ 135190 w 900000"/>
              <a:gd name="connsiteY36" fmla="*/ 173350 h 449864"/>
              <a:gd name="connsiteX37" fmla="*/ 164025 w 900000"/>
              <a:gd name="connsiteY37" fmla="*/ 202185 h 449864"/>
              <a:gd name="connsiteX38" fmla="*/ 168615 w 900000"/>
              <a:gd name="connsiteY38" fmla="*/ 202500 h 449864"/>
              <a:gd name="connsiteX39" fmla="*/ 236250 w 900000"/>
              <a:gd name="connsiteY39" fmla="*/ 202500 h 449864"/>
              <a:gd name="connsiteX40" fmla="*/ 240840 w 900000"/>
              <a:gd name="connsiteY40" fmla="*/ 202185 h 449864"/>
              <a:gd name="connsiteX41" fmla="*/ 269675 w 900000"/>
              <a:gd name="connsiteY41" fmla="*/ 164150 h 449864"/>
              <a:gd name="connsiteX42" fmla="*/ 240840 w 900000"/>
              <a:gd name="connsiteY42" fmla="*/ 135315 h 449864"/>
              <a:gd name="connsiteX43" fmla="*/ 236250 w 900000"/>
              <a:gd name="connsiteY43" fmla="*/ 135000 h 449864"/>
              <a:gd name="connsiteX44" fmla="*/ 450000 w 900000"/>
              <a:gd name="connsiteY44" fmla="*/ 112500 h 449864"/>
              <a:gd name="connsiteX45" fmla="*/ 416250 w 900000"/>
              <a:gd name="connsiteY45" fmla="*/ 146250 h 449864"/>
              <a:gd name="connsiteX46" fmla="*/ 450000 w 900000"/>
              <a:gd name="connsiteY46" fmla="*/ 180000 h 449864"/>
              <a:gd name="connsiteX47" fmla="*/ 483750 w 900000"/>
              <a:gd name="connsiteY47" fmla="*/ 146250 h 449864"/>
              <a:gd name="connsiteX48" fmla="*/ 450000 w 900000"/>
              <a:gd name="connsiteY48" fmla="*/ 112500 h 44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900000" h="449864">
                <a:moveTo>
                  <a:pt x="450000" y="0"/>
                </a:moveTo>
                <a:cubicBezTo>
                  <a:pt x="579960" y="0"/>
                  <a:pt x="710100" y="16200"/>
                  <a:pt x="840240" y="48600"/>
                </a:cubicBezTo>
                <a:cubicBezTo>
                  <a:pt x="872924" y="56712"/>
                  <a:pt x="896837" y="84708"/>
                  <a:pt x="899730" y="118260"/>
                </a:cubicBezTo>
                <a:lnTo>
                  <a:pt x="900000" y="125010"/>
                </a:lnTo>
                <a:lnTo>
                  <a:pt x="900000" y="264285"/>
                </a:lnTo>
                <a:cubicBezTo>
                  <a:pt x="900004" y="363177"/>
                  <a:pt x="822461" y="444699"/>
                  <a:pt x="723690" y="449640"/>
                </a:cubicBezTo>
                <a:lnTo>
                  <a:pt x="714420" y="449865"/>
                </a:lnTo>
                <a:lnTo>
                  <a:pt x="603315" y="449865"/>
                </a:lnTo>
                <a:cubicBezTo>
                  <a:pt x="570816" y="449865"/>
                  <a:pt x="539618" y="437081"/>
                  <a:pt x="516465" y="414270"/>
                </a:cubicBezTo>
                <a:lnTo>
                  <a:pt x="510390" y="407835"/>
                </a:lnTo>
                <a:lnTo>
                  <a:pt x="480915" y="374310"/>
                </a:lnTo>
                <a:cubicBezTo>
                  <a:pt x="466006" y="357345"/>
                  <a:pt x="440199" y="355594"/>
                  <a:pt x="423135" y="370395"/>
                </a:cubicBezTo>
                <a:lnTo>
                  <a:pt x="419175" y="374355"/>
                </a:lnTo>
                <a:lnTo>
                  <a:pt x="389880" y="407700"/>
                </a:lnTo>
                <a:cubicBezTo>
                  <a:pt x="368424" y="432171"/>
                  <a:pt x="338192" y="447210"/>
                  <a:pt x="305730" y="449550"/>
                </a:cubicBezTo>
                <a:lnTo>
                  <a:pt x="296865" y="449865"/>
                </a:lnTo>
                <a:lnTo>
                  <a:pt x="185715" y="449865"/>
                </a:lnTo>
                <a:cubicBezTo>
                  <a:pt x="86765" y="449870"/>
                  <a:pt x="5188" y="372290"/>
                  <a:pt x="225" y="273465"/>
                </a:cubicBezTo>
                <a:lnTo>
                  <a:pt x="0" y="264150"/>
                </a:lnTo>
                <a:lnTo>
                  <a:pt x="0" y="124965"/>
                </a:lnTo>
                <a:cubicBezTo>
                  <a:pt x="28" y="88810"/>
                  <a:pt x="24672" y="57319"/>
                  <a:pt x="59760" y="48600"/>
                </a:cubicBezTo>
                <a:cubicBezTo>
                  <a:pt x="187369" y="16535"/>
                  <a:pt x="318424" y="213"/>
                  <a:pt x="450000" y="0"/>
                </a:cubicBezTo>
                <a:close/>
                <a:moveTo>
                  <a:pt x="663840" y="135000"/>
                </a:moveTo>
                <a:lnTo>
                  <a:pt x="659250" y="135315"/>
                </a:lnTo>
                <a:cubicBezTo>
                  <a:pt x="640778" y="137805"/>
                  <a:pt x="627822" y="154800"/>
                  <a:pt x="630311" y="173272"/>
                </a:cubicBezTo>
                <a:cubicBezTo>
                  <a:pt x="632336" y="188266"/>
                  <a:pt x="644085" y="200083"/>
                  <a:pt x="659070" y="202185"/>
                </a:cubicBezTo>
                <a:lnTo>
                  <a:pt x="663660" y="202500"/>
                </a:lnTo>
                <a:lnTo>
                  <a:pt x="731160" y="202680"/>
                </a:lnTo>
                <a:lnTo>
                  <a:pt x="735705" y="202365"/>
                </a:lnTo>
                <a:cubicBezTo>
                  <a:pt x="754178" y="199877"/>
                  <a:pt x="767133" y="182880"/>
                  <a:pt x="764645" y="164408"/>
                </a:cubicBezTo>
                <a:cubicBezTo>
                  <a:pt x="762620" y="149414"/>
                  <a:pt x="750870" y="137597"/>
                  <a:pt x="735885" y="135495"/>
                </a:cubicBezTo>
                <a:lnTo>
                  <a:pt x="731340" y="135180"/>
                </a:lnTo>
                <a:lnTo>
                  <a:pt x="663840" y="135000"/>
                </a:lnTo>
                <a:close/>
                <a:moveTo>
                  <a:pt x="236250" y="135000"/>
                </a:moveTo>
                <a:lnTo>
                  <a:pt x="168615" y="135000"/>
                </a:lnTo>
                <a:lnTo>
                  <a:pt x="164025" y="135315"/>
                </a:lnTo>
                <a:cubicBezTo>
                  <a:pt x="145559" y="137856"/>
                  <a:pt x="132650" y="154885"/>
                  <a:pt x="135190" y="173350"/>
                </a:cubicBezTo>
                <a:cubicBezTo>
                  <a:pt x="137253" y="188339"/>
                  <a:pt x="149037" y="200124"/>
                  <a:pt x="164025" y="202185"/>
                </a:cubicBezTo>
                <a:lnTo>
                  <a:pt x="168615" y="202500"/>
                </a:lnTo>
                <a:lnTo>
                  <a:pt x="236250" y="202500"/>
                </a:lnTo>
                <a:lnTo>
                  <a:pt x="240840" y="202185"/>
                </a:lnTo>
                <a:cubicBezTo>
                  <a:pt x="259306" y="199642"/>
                  <a:pt x="272215" y="182614"/>
                  <a:pt x="269675" y="164150"/>
                </a:cubicBezTo>
                <a:cubicBezTo>
                  <a:pt x="267612" y="149162"/>
                  <a:pt x="255828" y="137377"/>
                  <a:pt x="240840" y="135315"/>
                </a:cubicBezTo>
                <a:lnTo>
                  <a:pt x="236250" y="135000"/>
                </a:lnTo>
                <a:close/>
                <a:moveTo>
                  <a:pt x="450000" y="112500"/>
                </a:moveTo>
                <a:cubicBezTo>
                  <a:pt x="431361" y="112500"/>
                  <a:pt x="416250" y="127611"/>
                  <a:pt x="416250" y="146250"/>
                </a:cubicBezTo>
                <a:cubicBezTo>
                  <a:pt x="416250" y="164889"/>
                  <a:pt x="431361" y="180000"/>
                  <a:pt x="450000" y="180000"/>
                </a:cubicBezTo>
                <a:cubicBezTo>
                  <a:pt x="468639" y="180000"/>
                  <a:pt x="483750" y="164889"/>
                  <a:pt x="483750" y="146250"/>
                </a:cubicBezTo>
                <a:cubicBezTo>
                  <a:pt x="483750" y="127611"/>
                  <a:pt x="468639" y="112500"/>
                  <a:pt x="450000" y="1125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3">
            <a:extLst>
              <a:ext uri="{FF2B5EF4-FFF2-40B4-BE49-F238E27FC236}">
                <a16:creationId xmlns:a16="http://schemas.microsoft.com/office/drawing/2014/main" id="{F50B4EAD-3544-4908-47D9-92ECBAAFDC70}"/>
              </a:ext>
            </a:extLst>
          </p:cNvPr>
          <p:cNvSpPr/>
          <p:nvPr/>
        </p:nvSpPr>
        <p:spPr>
          <a:xfrm>
            <a:off x="3214313" y="5244050"/>
            <a:ext cx="534150" cy="534450"/>
          </a:xfrm>
          <a:custGeom>
            <a:avLst/>
            <a:gdLst>
              <a:gd name="connsiteX0" fmla="*/ 764976 w 899984"/>
              <a:gd name="connsiteY0" fmla="*/ 112450 h 900489"/>
              <a:gd name="connsiteX1" fmla="*/ 652521 w 899984"/>
              <a:gd name="connsiteY1" fmla="*/ 224995 h 900489"/>
              <a:gd name="connsiteX2" fmla="*/ 629436 w 899984"/>
              <a:gd name="connsiteY2" fmla="*/ 222610 h 900489"/>
              <a:gd name="connsiteX3" fmla="*/ 571836 w 899984"/>
              <a:gd name="connsiteY3" fmla="*/ 317920 h 900489"/>
              <a:gd name="connsiteX4" fmla="*/ 629976 w 899984"/>
              <a:gd name="connsiteY4" fmla="*/ 450355 h 900489"/>
              <a:gd name="connsiteX5" fmla="*/ 629976 w 899984"/>
              <a:gd name="connsiteY5" fmla="*/ 452965 h 900489"/>
              <a:gd name="connsiteX6" fmla="*/ 688296 w 899984"/>
              <a:gd name="connsiteY6" fmla="*/ 464710 h 900489"/>
              <a:gd name="connsiteX7" fmla="*/ 840585 w 899984"/>
              <a:gd name="connsiteY7" fmla="*/ 418666 h 900489"/>
              <a:gd name="connsiteX8" fmla="*/ 886629 w 899984"/>
              <a:gd name="connsiteY8" fmla="*/ 570960 h 900489"/>
              <a:gd name="connsiteX9" fmla="*/ 734340 w 899984"/>
              <a:gd name="connsiteY9" fmla="*/ 616999 h 900489"/>
              <a:gd name="connsiteX10" fmla="*/ 675741 w 899984"/>
              <a:gd name="connsiteY10" fmla="*/ 531040 h 900489"/>
              <a:gd name="connsiteX11" fmla="*/ 616341 w 899984"/>
              <a:gd name="connsiteY11" fmla="*/ 519115 h 900489"/>
              <a:gd name="connsiteX12" fmla="*/ 537951 w 899984"/>
              <a:gd name="connsiteY12" fmla="*/ 607450 h 900489"/>
              <a:gd name="connsiteX13" fmla="*/ 560226 w 899984"/>
              <a:gd name="connsiteY13" fmla="*/ 675490 h 900489"/>
              <a:gd name="connsiteX14" fmla="*/ 562476 w 899984"/>
              <a:gd name="connsiteY14" fmla="*/ 675490 h 900489"/>
              <a:gd name="connsiteX15" fmla="*/ 674895 w 899984"/>
              <a:gd name="connsiteY15" fmla="*/ 788071 h 900489"/>
              <a:gd name="connsiteX16" fmla="*/ 562314 w 899984"/>
              <a:gd name="connsiteY16" fmla="*/ 900490 h 900489"/>
              <a:gd name="connsiteX17" fmla="*/ 449895 w 899984"/>
              <a:gd name="connsiteY17" fmla="*/ 787909 h 900489"/>
              <a:gd name="connsiteX18" fmla="*/ 496236 w 899984"/>
              <a:gd name="connsiteY18" fmla="*/ 697000 h 900489"/>
              <a:gd name="connsiteX19" fmla="*/ 473916 w 899984"/>
              <a:gd name="connsiteY19" fmla="*/ 628780 h 900489"/>
              <a:gd name="connsiteX20" fmla="*/ 305076 w 899984"/>
              <a:gd name="connsiteY20" fmla="*/ 557095 h 900489"/>
              <a:gd name="connsiteX21" fmla="*/ 224301 w 899984"/>
              <a:gd name="connsiteY21" fmla="*/ 595255 h 900489"/>
              <a:gd name="connsiteX22" fmla="*/ 125118 w 899984"/>
              <a:gd name="connsiteY22" fmla="*/ 719653 h 900489"/>
              <a:gd name="connsiteX23" fmla="*/ 719 w 899984"/>
              <a:gd name="connsiteY23" fmla="*/ 620473 h 900489"/>
              <a:gd name="connsiteX24" fmla="*/ 99902 w 899984"/>
              <a:gd name="connsiteY24" fmla="*/ 496070 h 900489"/>
              <a:gd name="connsiteX25" fmla="*/ 196941 w 899984"/>
              <a:gd name="connsiteY25" fmla="*/ 533515 h 900489"/>
              <a:gd name="connsiteX26" fmla="*/ 275871 w 899984"/>
              <a:gd name="connsiteY26" fmla="*/ 496255 h 900489"/>
              <a:gd name="connsiteX27" fmla="*/ 311151 w 899984"/>
              <a:gd name="connsiteY27" fmla="*/ 335740 h 900489"/>
              <a:gd name="connsiteX28" fmla="*/ 266556 w 899984"/>
              <a:gd name="connsiteY28" fmla="*/ 284890 h 900489"/>
              <a:gd name="connsiteX29" fmla="*/ 120445 w 899984"/>
              <a:gd name="connsiteY29" fmla="*/ 221930 h 900489"/>
              <a:gd name="connsiteX30" fmla="*/ 183405 w 899984"/>
              <a:gd name="connsiteY30" fmla="*/ 75819 h 900489"/>
              <a:gd name="connsiteX31" fmla="*/ 329517 w 899984"/>
              <a:gd name="connsiteY31" fmla="*/ 138779 h 900489"/>
              <a:gd name="connsiteX32" fmla="*/ 318936 w 899984"/>
              <a:gd name="connsiteY32" fmla="*/ 242230 h 900489"/>
              <a:gd name="connsiteX33" fmla="*/ 363171 w 899984"/>
              <a:gd name="connsiteY33" fmla="*/ 292630 h 900489"/>
              <a:gd name="connsiteX34" fmla="*/ 449976 w 899984"/>
              <a:gd name="connsiteY34" fmla="*/ 270355 h 900489"/>
              <a:gd name="connsiteX35" fmla="*/ 514506 w 899984"/>
              <a:gd name="connsiteY35" fmla="*/ 282280 h 900489"/>
              <a:gd name="connsiteX36" fmla="*/ 570531 w 899984"/>
              <a:gd name="connsiteY36" fmla="*/ 189580 h 900489"/>
              <a:gd name="connsiteX37" fmla="*/ 575396 w 899984"/>
              <a:gd name="connsiteY37" fmla="*/ 30555 h 900489"/>
              <a:gd name="connsiteX38" fmla="*/ 734421 w 899984"/>
              <a:gd name="connsiteY38" fmla="*/ 35421 h 900489"/>
              <a:gd name="connsiteX39" fmla="*/ 764976 w 899984"/>
              <a:gd name="connsiteY39" fmla="*/ 112495 h 90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99984" h="900489">
                <a:moveTo>
                  <a:pt x="764976" y="112450"/>
                </a:moveTo>
                <a:cubicBezTo>
                  <a:pt x="764999" y="174582"/>
                  <a:pt x="714653" y="224970"/>
                  <a:pt x="652521" y="224995"/>
                </a:cubicBezTo>
                <a:cubicBezTo>
                  <a:pt x="644763" y="224998"/>
                  <a:pt x="637028" y="224198"/>
                  <a:pt x="629436" y="222610"/>
                </a:cubicBezTo>
                <a:lnTo>
                  <a:pt x="571836" y="317920"/>
                </a:lnTo>
                <a:cubicBezTo>
                  <a:pt x="608925" y="351962"/>
                  <a:pt x="630021" y="400013"/>
                  <a:pt x="629976" y="450355"/>
                </a:cubicBezTo>
                <a:lnTo>
                  <a:pt x="629976" y="452965"/>
                </a:lnTo>
                <a:lnTo>
                  <a:pt x="688296" y="464710"/>
                </a:lnTo>
                <a:cubicBezTo>
                  <a:pt x="717636" y="409940"/>
                  <a:pt x="785820" y="389326"/>
                  <a:pt x="840585" y="418666"/>
                </a:cubicBezTo>
                <a:cubicBezTo>
                  <a:pt x="895355" y="448006"/>
                  <a:pt x="915969" y="516190"/>
                  <a:pt x="886629" y="570960"/>
                </a:cubicBezTo>
                <a:cubicBezTo>
                  <a:pt x="857289" y="625725"/>
                  <a:pt x="789110" y="646339"/>
                  <a:pt x="734340" y="616999"/>
                </a:cubicBezTo>
                <a:cubicBezTo>
                  <a:pt x="701936" y="599642"/>
                  <a:pt x="680057" y="567548"/>
                  <a:pt x="675741" y="531040"/>
                </a:cubicBezTo>
                <a:lnTo>
                  <a:pt x="616341" y="519115"/>
                </a:lnTo>
                <a:cubicBezTo>
                  <a:pt x="600843" y="556510"/>
                  <a:pt x="573240" y="587618"/>
                  <a:pt x="537951" y="607450"/>
                </a:cubicBezTo>
                <a:lnTo>
                  <a:pt x="560226" y="675490"/>
                </a:lnTo>
                <a:lnTo>
                  <a:pt x="562476" y="675490"/>
                </a:lnTo>
                <a:cubicBezTo>
                  <a:pt x="624608" y="675535"/>
                  <a:pt x="674940" y="725939"/>
                  <a:pt x="674895" y="788071"/>
                </a:cubicBezTo>
                <a:cubicBezTo>
                  <a:pt x="674850" y="850202"/>
                  <a:pt x="624446" y="900535"/>
                  <a:pt x="562314" y="900490"/>
                </a:cubicBezTo>
                <a:cubicBezTo>
                  <a:pt x="500183" y="900445"/>
                  <a:pt x="449850" y="850041"/>
                  <a:pt x="449895" y="787909"/>
                </a:cubicBezTo>
                <a:cubicBezTo>
                  <a:pt x="449922" y="751941"/>
                  <a:pt x="467144" y="718154"/>
                  <a:pt x="496236" y="697000"/>
                </a:cubicBezTo>
                <a:lnTo>
                  <a:pt x="473916" y="628780"/>
                </a:lnTo>
                <a:cubicBezTo>
                  <a:pt x="408761" y="637564"/>
                  <a:pt x="344010" y="610073"/>
                  <a:pt x="305076" y="557095"/>
                </a:cubicBezTo>
                <a:lnTo>
                  <a:pt x="224301" y="595255"/>
                </a:lnTo>
                <a:cubicBezTo>
                  <a:pt x="231265" y="656995"/>
                  <a:pt x="186859" y="712692"/>
                  <a:pt x="125118" y="719653"/>
                </a:cubicBezTo>
                <a:cubicBezTo>
                  <a:pt x="63377" y="726619"/>
                  <a:pt x="7682" y="682213"/>
                  <a:pt x="719" y="620473"/>
                </a:cubicBezTo>
                <a:cubicBezTo>
                  <a:pt x="-6244" y="558729"/>
                  <a:pt x="38162" y="503036"/>
                  <a:pt x="99902" y="496070"/>
                </a:cubicBezTo>
                <a:cubicBezTo>
                  <a:pt x="136423" y="491953"/>
                  <a:pt x="172653" y="505934"/>
                  <a:pt x="196941" y="533515"/>
                </a:cubicBezTo>
                <a:lnTo>
                  <a:pt x="275871" y="496255"/>
                </a:lnTo>
                <a:cubicBezTo>
                  <a:pt x="261139" y="440189"/>
                  <a:pt x="274268" y="380461"/>
                  <a:pt x="311151" y="335740"/>
                </a:cubicBezTo>
                <a:lnTo>
                  <a:pt x="266556" y="284890"/>
                </a:lnTo>
                <a:cubicBezTo>
                  <a:pt x="208823" y="307852"/>
                  <a:pt x="143407" y="279663"/>
                  <a:pt x="120445" y="221930"/>
                </a:cubicBezTo>
                <a:cubicBezTo>
                  <a:pt x="97484" y="164196"/>
                  <a:pt x="125672" y="98780"/>
                  <a:pt x="183405" y="75819"/>
                </a:cubicBezTo>
                <a:cubicBezTo>
                  <a:pt x="241139" y="52857"/>
                  <a:pt x="306555" y="81045"/>
                  <a:pt x="329517" y="138779"/>
                </a:cubicBezTo>
                <a:cubicBezTo>
                  <a:pt x="343096" y="172921"/>
                  <a:pt x="339145" y="211543"/>
                  <a:pt x="318936" y="242230"/>
                </a:cubicBezTo>
                <a:lnTo>
                  <a:pt x="363171" y="292630"/>
                </a:lnTo>
                <a:cubicBezTo>
                  <a:pt x="389753" y="277973"/>
                  <a:pt x="419624" y="270308"/>
                  <a:pt x="449976" y="270355"/>
                </a:cubicBezTo>
                <a:cubicBezTo>
                  <a:pt x="472701" y="270355"/>
                  <a:pt x="494526" y="274585"/>
                  <a:pt x="514506" y="282280"/>
                </a:cubicBezTo>
                <a:lnTo>
                  <a:pt x="570531" y="189580"/>
                </a:lnTo>
                <a:cubicBezTo>
                  <a:pt x="527961" y="144323"/>
                  <a:pt x="530139" y="73125"/>
                  <a:pt x="575396" y="30555"/>
                </a:cubicBezTo>
                <a:cubicBezTo>
                  <a:pt x="620652" y="-12015"/>
                  <a:pt x="691851" y="-9836"/>
                  <a:pt x="734421" y="35421"/>
                </a:cubicBezTo>
                <a:cubicBezTo>
                  <a:pt x="754046" y="56285"/>
                  <a:pt x="764976" y="83851"/>
                  <a:pt x="764976" y="112495"/>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Graphic 7">
            <a:extLst>
              <a:ext uri="{FF2B5EF4-FFF2-40B4-BE49-F238E27FC236}">
                <a16:creationId xmlns:a16="http://schemas.microsoft.com/office/drawing/2014/main" id="{72B76312-3284-C59F-0945-C2C3CF436279}"/>
              </a:ext>
            </a:extLst>
          </p:cNvPr>
          <p:cNvSpPr/>
          <p:nvPr/>
        </p:nvSpPr>
        <p:spPr>
          <a:xfrm>
            <a:off x="6991866" y="5377775"/>
            <a:ext cx="534162" cy="267000"/>
          </a:xfrm>
          <a:custGeom>
            <a:avLst/>
            <a:gdLst>
              <a:gd name="connsiteX0" fmla="*/ 450000 w 900000"/>
              <a:gd name="connsiteY0" fmla="*/ 0 h 449864"/>
              <a:gd name="connsiteX1" fmla="*/ 840240 w 900000"/>
              <a:gd name="connsiteY1" fmla="*/ 48600 h 449864"/>
              <a:gd name="connsiteX2" fmla="*/ 899730 w 900000"/>
              <a:gd name="connsiteY2" fmla="*/ 118260 h 449864"/>
              <a:gd name="connsiteX3" fmla="*/ 900000 w 900000"/>
              <a:gd name="connsiteY3" fmla="*/ 125010 h 449864"/>
              <a:gd name="connsiteX4" fmla="*/ 900000 w 900000"/>
              <a:gd name="connsiteY4" fmla="*/ 264285 h 449864"/>
              <a:gd name="connsiteX5" fmla="*/ 723690 w 900000"/>
              <a:gd name="connsiteY5" fmla="*/ 449640 h 449864"/>
              <a:gd name="connsiteX6" fmla="*/ 714420 w 900000"/>
              <a:gd name="connsiteY6" fmla="*/ 449865 h 449864"/>
              <a:gd name="connsiteX7" fmla="*/ 603315 w 900000"/>
              <a:gd name="connsiteY7" fmla="*/ 449865 h 449864"/>
              <a:gd name="connsiteX8" fmla="*/ 516465 w 900000"/>
              <a:gd name="connsiteY8" fmla="*/ 414270 h 449864"/>
              <a:gd name="connsiteX9" fmla="*/ 510390 w 900000"/>
              <a:gd name="connsiteY9" fmla="*/ 407835 h 449864"/>
              <a:gd name="connsiteX10" fmla="*/ 480915 w 900000"/>
              <a:gd name="connsiteY10" fmla="*/ 374310 h 449864"/>
              <a:gd name="connsiteX11" fmla="*/ 423135 w 900000"/>
              <a:gd name="connsiteY11" fmla="*/ 370395 h 449864"/>
              <a:gd name="connsiteX12" fmla="*/ 419175 w 900000"/>
              <a:gd name="connsiteY12" fmla="*/ 374355 h 449864"/>
              <a:gd name="connsiteX13" fmla="*/ 389880 w 900000"/>
              <a:gd name="connsiteY13" fmla="*/ 407700 h 449864"/>
              <a:gd name="connsiteX14" fmla="*/ 305730 w 900000"/>
              <a:gd name="connsiteY14" fmla="*/ 449550 h 449864"/>
              <a:gd name="connsiteX15" fmla="*/ 296865 w 900000"/>
              <a:gd name="connsiteY15" fmla="*/ 449865 h 449864"/>
              <a:gd name="connsiteX16" fmla="*/ 185715 w 900000"/>
              <a:gd name="connsiteY16" fmla="*/ 449865 h 449864"/>
              <a:gd name="connsiteX17" fmla="*/ 225 w 900000"/>
              <a:gd name="connsiteY17" fmla="*/ 273465 h 449864"/>
              <a:gd name="connsiteX18" fmla="*/ 0 w 900000"/>
              <a:gd name="connsiteY18" fmla="*/ 264150 h 449864"/>
              <a:gd name="connsiteX19" fmla="*/ 0 w 900000"/>
              <a:gd name="connsiteY19" fmla="*/ 124965 h 449864"/>
              <a:gd name="connsiteX20" fmla="*/ 59760 w 900000"/>
              <a:gd name="connsiteY20" fmla="*/ 48600 h 449864"/>
              <a:gd name="connsiteX21" fmla="*/ 450000 w 900000"/>
              <a:gd name="connsiteY21" fmla="*/ 0 h 449864"/>
              <a:gd name="connsiteX22" fmla="*/ 663840 w 900000"/>
              <a:gd name="connsiteY22" fmla="*/ 135000 h 449864"/>
              <a:gd name="connsiteX23" fmla="*/ 659250 w 900000"/>
              <a:gd name="connsiteY23" fmla="*/ 135315 h 449864"/>
              <a:gd name="connsiteX24" fmla="*/ 630311 w 900000"/>
              <a:gd name="connsiteY24" fmla="*/ 173272 h 449864"/>
              <a:gd name="connsiteX25" fmla="*/ 659070 w 900000"/>
              <a:gd name="connsiteY25" fmla="*/ 202185 h 449864"/>
              <a:gd name="connsiteX26" fmla="*/ 663660 w 900000"/>
              <a:gd name="connsiteY26" fmla="*/ 202500 h 449864"/>
              <a:gd name="connsiteX27" fmla="*/ 731160 w 900000"/>
              <a:gd name="connsiteY27" fmla="*/ 202680 h 449864"/>
              <a:gd name="connsiteX28" fmla="*/ 735705 w 900000"/>
              <a:gd name="connsiteY28" fmla="*/ 202365 h 449864"/>
              <a:gd name="connsiteX29" fmla="*/ 764645 w 900000"/>
              <a:gd name="connsiteY29" fmla="*/ 164408 h 449864"/>
              <a:gd name="connsiteX30" fmla="*/ 735885 w 900000"/>
              <a:gd name="connsiteY30" fmla="*/ 135495 h 449864"/>
              <a:gd name="connsiteX31" fmla="*/ 731340 w 900000"/>
              <a:gd name="connsiteY31" fmla="*/ 135180 h 449864"/>
              <a:gd name="connsiteX32" fmla="*/ 663840 w 900000"/>
              <a:gd name="connsiteY32" fmla="*/ 135000 h 449864"/>
              <a:gd name="connsiteX33" fmla="*/ 236250 w 900000"/>
              <a:gd name="connsiteY33" fmla="*/ 135000 h 449864"/>
              <a:gd name="connsiteX34" fmla="*/ 168615 w 900000"/>
              <a:gd name="connsiteY34" fmla="*/ 135000 h 449864"/>
              <a:gd name="connsiteX35" fmla="*/ 164025 w 900000"/>
              <a:gd name="connsiteY35" fmla="*/ 135315 h 449864"/>
              <a:gd name="connsiteX36" fmla="*/ 135190 w 900000"/>
              <a:gd name="connsiteY36" fmla="*/ 173350 h 449864"/>
              <a:gd name="connsiteX37" fmla="*/ 164025 w 900000"/>
              <a:gd name="connsiteY37" fmla="*/ 202185 h 449864"/>
              <a:gd name="connsiteX38" fmla="*/ 168615 w 900000"/>
              <a:gd name="connsiteY38" fmla="*/ 202500 h 449864"/>
              <a:gd name="connsiteX39" fmla="*/ 236250 w 900000"/>
              <a:gd name="connsiteY39" fmla="*/ 202500 h 449864"/>
              <a:gd name="connsiteX40" fmla="*/ 240840 w 900000"/>
              <a:gd name="connsiteY40" fmla="*/ 202185 h 449864"/>
              <a:gd name="connsiteX41" fmla="*/ 269675 w 900000"/>
              <a:gd name="connsiteY41" fmla="*/ 164150 h 449864"/>
              <a:gd name="connsiteX42" fmla="*/ 240840 w 900000"/>
              <a:gd name="connsiteY42" fmla="*/ 135315 h 449864"/>
              <a:gd name="connsiteX43" fmla="*/ 236250 w 900000"/>
              <a:gd name="connsiteY43" fmla="*/ 135000 h 449864"/>
              <a:gd name="connsiteX44" fmla="*/ 450000 w 900000"/>
              <a:gd name="connsiteY44" fmla="*/ 112500 h 449864"/>
              <a:gd name="connsiteX45" fmla="*/ 416250 w 900000"/>
              <a:gd name="connsiteY45" fmla="*/ 146250 h 449864"/>
              <a:gd name="connsiteX46" fmla="*/ 450000 w 900000"/>
              <a:gd name="connsiteY46" fmla="*/ 180000 h 449864"/>
              <a:gd name="connsiteX47" fmla="*/ 483750 w 900000"/>
              <a:gd name="connsiteY47" fmla="*/ 146250 h 449864"/>
              <a:gd name="connsiteX48" fmla="*/ 450000 w 900000"/>
              <a:gd name="connsiteY48" fmla="*/ 112500 h 44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900000" h="449864">
                <a:moveTo>
                  <a:pt x="450000" y="0"/>
                </a:moveTo>
                <a:cubicBezTo>
                  <a:pt x="579960" y="0"/>
                  <a:pt x="710100" y="16200"/>
                  <a:pt x="840240" y="48600"/>
                </a:cubicBezTo>
                <a:cubicBezTo>
                  <a:pt x="872924" y="56712"/>
                  <a:pt x="896837" y="84708"/>
                  <a:pt x="899730" y="118260"/>
                </a:cubicBezTo>
                <a:lnTo>
                  <a:pt x="900000" y="125010"/>
                </a:lnTo>
                <a:lnTo>
                  <a:pt x="900000" y="264285"/>
                </a:lnTo>
                <a:cubicBezTo>
                  <a:pt x="900004" y="363177"/>
                  <a:pt x="822461" y="444699"/>
                  <a:pt x="723690" y="449640"/>
                </a:cubicBezTo>
                <a:lnTo>
                  <a:pt x="714420" y="449865"/>
                </a:lnTo>
                <a:lnTo>
                  <a:pt x="603315" y="449865"/>
                </a:lnTo>
                <a:cubicBezTo>
                  <a:pt x="570816" y="449865"/>
                  <a:pt x="539618" y="437081"/>
                  <a:pt x="516465" y="414270"/>
                </a:cubicBezTo>
                <a:lnTo>
                  <a:pt x="510390" y="407835"/>
                </a:lnTo>
                <a:lnTo>
                  <a:pt x="480915" y="374310"/>
                </a:lnTo>
                <a:cubicBezTo>
                  <a:pt x="466006" y="357345"/>
                  <a:pt x="440199" y="355594"/>
                  <a:pt x="423135" y="370395"/>
                </a:cubicBezTo>
                <a:lnTo>
                  <a:pt x="419175" y="374355"/>
                </a:lnTo>
                <a:lnTo>
                  <a:pt x="389880" y="407700"/>
                </a:lnTo>
                <a:cubicBezTo>
                  <a:pt x="368424" y="432171"/>
                  <a:pt x="338192" y="447210"/>
                  <a:pt x="305730" y="449550"/>
                </a:cubicBezTo>
                <a:lnTo>
                  <a:pt x="296865" y="449865"/>
                </a:lnTo>
                <a:lnTo>
                  <a:pt x="185715" y="449865"/>
                </a:lnTo>
                <a:cubicBezTo>
                  <a:pt x="86765" y="449870"/>
                  <a:pt x="5188" y="372290"/>
                  <a:pt x="225" y="273465"/>
                </a:cubicBezTo>
                <a:lnTo>
                  <a:pt x="0" y="264150"/>
                </a:lnTo>
                <a:lnTo>
                  <a:pt x="0" y="124965"/>
                </a:lnTo>
                <a:cubicBezTo>
                  <a:pt x="28" y="88810"/>
                  <a:pt x="24672" y="57319"/>
                  <a:pt x="59760" y="48600"/>
                </a:cubicBezTo>
                <a:cubicBezTo>
                  <a:pt x="187369" y="16535"/>
                  <a:pt x="318424" y="213"/>
                  <a:pt x="450000" y="0"/>
                </a:cubicBezTo>
                <a:close/>
                <a:moveTo>
                  <a:pt x="663840" y="135000"/>
                </a:moveTo>
                <a:lnTo>
                  <a:pt x="659250" y="135315"/>
                </a:lnTo>
                <a:cubicBezTo>
                  <a:pt x="640778" y="137805"/>
                  <a:pt x="627822" y="154800"/>
                  <a:pt x="630311" y="173272"/>
                </a:cubicBezTo>
                <a:cubicBezTo>
                  <a:pt x="632336" y="188266"/>
                  <a:pt x="644085" y="200083"/>
                  <a:pt x="659070" y="202185"/>
                </a:cubicBezTo>
                <a:lnTo>
                  <a:pt x="663660" y="202500"/>
                </a:lnTo>
                <a:lnTo>
                  <a:pt x="731160" y="202680"/>
                </a:lnTo>
                <a:lnTo>
                  <a:pt x="735705" y="202365"/>
                </a:lnTo>
                <a:cubicBezTo>
                  <a:pt x="754178" y="199877"/>
                  <a:pt x="767133" y="182880"/>
                  <a:pt x="764645" y="164408"/>
                </a:cubicBezTo>
                <a:cubicBezTo>
                  <a:pt x="762620" y="149414"/>
                  <a:pt x="750870" y="137597"/>
                  <a:pt x="735885" y="135495"/>
                </a:cubicBezTo>
                <a:lnTo>
                  <a:pt x="731340" y="135180"/>
                </a:lnTo>
                <a:lnTo>
                  <a:pt x="663840" y="135000"/>
                </a:lnTo>
                <a:close/>
                <a:moveTo>
                  <a:pt x="236250" y="135000"/>
                </a:moveTo>
                <a:lnTo>
                  <a:pt x="168615" y="135000"/>
                </a:lnTo>
                <a:lnTo>
                  <a:pt x="164025" y="135315"/>
                </a:lnTo>
                <a:cubicBezTo>
                  <a:pt x="145559" y="137856"/>
                  <a:pt x="132650" y="154885"/>
                  <a:pt x="135190" y="173350"/>
                </a:cubicBezTo>
                <a:cubicBezTo>
                  <a:pt x="137253" y="188339"/>
                  <a:pt x="149037" y="200124"/>
                  <a:pt x="164025" y="202185"/>
                </a:cubicBezTo>
                <a:lnTo>
                  <a:pt x="168615" y="202500"/>
                </a:lnTo>
                <a:lnTo>
                  <a:pt x="236250" y="202500"/>
                </a:lnTo>
                <a:lnTo>
                  <a:pt x="240840" y="202185"/>
                </a:lnTo>
                <a:cubicBezTo>
                  <a:pt x="259306" y="199642"/>
                  <a:pt x="272215" y="182614"/>
                  <a:pt x="269675" y="164150"/>
                </a:cubicBezTo>
                <a:cubicBezTo>
                  <a:pt x="267612" y="149162"/>
                  <a:pt x="255828" y="137377"/>
                  <a:pt x="240840" y="135315"/>
                </a:cubicBezTo>
                <a:lnTo>
                  <a:pt x="236250" y="135000"/>
                </a:lnTo>
                <a:close/>
                <a:moveTo>
                  <a:pt x="450000" y="112500"/>
                </a:moveTo>
                <a:cubicBezTo>
                  <a:pt x="431361" y="112500"/>
                  <a:pt x="416250" y="127611"/>
                  <a:pt x="416250" y="146250"/>
                </a:cubicBezTo>
                <a:cubicBezTo>
                  <a:pt x="416250" y="164889"/>
                  <a:pt x="431361" y="180000"/>
                  <a:pt x="450000" y="180000"/>
                </a:cubicBezTo>
                <a:cubicBezTo>
                  <a:pt x="468639" y="180000"/>
                  <a:pt x="483750" y="164889"/>
                  <a:pt x="483750" y="146250"/>
                </a:cubicBezTo>
                <a:cubicBezTo>
                  <a:pt x="483750" y="127611"/>
                  <a:pt x="468639" y="112500"/>
                  <a:pt x="450000" y="1125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 name="Freeform 11">
            <a:extLst>
              <a:ext uri="{FF2B5EF4-FFF2-40B4-BE49-F238E27FC236}">
                <a16:creationId xmlns:a16="http://schemas.microsoft.com/office/drawing/2014/main" id="{36E3DD6B-D856-4B44-C166-013D229F9F44}"/>
              </a:ext>
            </a:extLst>
          </p:cNvPr>
          <p:cNvSpPr/>
          <p:nvPr/>
        </p:nvSpPr>
        <p:spPr>
          <a:xfrm>
            <a:off x="8475813" y="5270880"/>
            <a:ext cx="480742" cy="480790"/>
          </a:xfrm>
          <a:custGeom>
            <a:avLst/>
            <a:gdLst>
              <a:gd name="connsiteX0" fmla="*/ 783763 w 818646"/>
              <a:gd name="connsiteY0" fmla="*/ 532415 h 818728"/>
              <a:gd name="connsiteX1" fmla="*/ 818359 w 818646"/>
              <a:gd name="connsiteY1" fmla="*/ 558644 h 818728"/>
              <a:gd name="connsiteX2" fmla="*/ 818646 w 818646"/>
              <a:gd name="connsiteY2" fmla="*/ 562819 h 818728"/>
              <a:gd name="connsiteX3" fmla="*/ 818646 w 818646"/>
              <a:gd name="connsiteY3" fmla="*/ 706164 h 818728"/>
              <a:gd name="connsiteX4" fmla="*/ 712959 w 818646"/>
              <a:gd name="connsiteY4" fmla="*/ 818523 h 818728"/>
              <a:gd name="connsiteX5" fmla="*/ 706082 w 818646"/>
              <a:gd name="connsiteY5" fmla="*/ 818728 h 818728"/>
              <a:gd name="connsiteX6" fmla="*/ 562819 w 818646"/>
              <a:gd name="connsiteY6" fmla="*/ 818728 h 818728"/>
              <a:gd name="connsiteX7" fmla="*/ 532415 w 818646"/>
              <a:gd name="connsiteY7" fmla="*/ 792212 h 818728"/>
              <a:gd name="connsiteX8" fmla="*/ 558644 w 818646"/>
              <a:gd name="connsiteY8" fmla="*/ 757616 h 818728"/>
              <a:gd name="connsiteX9" fmla="*/ 562819 w 818646"/>
              <a:gd name="connsiteY9" fmla="*/ 757329 h 818728"/>
              <a:gd name="connsiteX10" fmla="*/ 706082 w 818646"/>
              <a:gd name="connsiteY10" fmla="*/ 757329 h 818728"/>
              <a:gd name="connsiteX11" fmla="*/ 757002 w 818646"/>
              <a:gd name="connsiteY11" fmla="*/ 711403 h 818728"/>
              <a:gd name="connsiteX12" fmla="*/ 757247 w 818646"/>
              <a:gd name="connsiteY12" fmla="*/ 706164 h 818728"/>
              <a:gd name="connsiteX13" fmla="*/ 757247 w 818646"/>
              <a:gd name="connsiteY13" fmla="*/ 562819 h 818728"/>
              <a:gd name="connsiteX14" fmla="*/ 783763 w 818646"/>
              <a:gd name="connsiteY14" fmla="*/ 532415 h 818728"/>
              <a:gd name="connsiteX15" fmla="*/ 26515 w 818646"/>
              <a:gd name="connsiteY15" fmla="*/ 532415 h 818728"/>
              <a:gd name="connsiteX16" fmla="*/ 61112 w 818646"/>
              <a:gd name="connsiteY16" fmla="*/ 558644 h 818728"/>
              <a:gd name="connsiteX17" fmla="*/ 61398 w 818646"/>
              <a:gd name="connsiteY17" fmla="*/ 562819 h 818728"/>
              <a:gd name="connsiteX18" fmla="*/ 61398 w 818646"/>
              <a:gd name="connsiteY18" fmla="*/ 706164 h 818728"/>
              <a:gd name="connsiteX19" fmla="*/ 61685 w 818646"/>
              <a:gd name="connsiteY19" fmla="*/ 711403 h 818728"/>
              <a:gd name="connsiteX20" fmla="*/ 107324 w 818646"/>
              <a:gd name="connsiteY20" fmla="*/ 757084 h 818728"/>
              <a:gd name="connsiteX21" fmla="*/ 112564 w 818646"/>
              <a:gd name="connsiteY21" fmla="*/ 757329 h 818728"/>
              <a:gd name="connsiteX22" fmla="*/ 255827 w 818646"/>
              <a:gd name="connsiteY22" fmla="*/ 757329 h 818728"/>
              <a:gd name="connsiteX23" fmla="*/ 260002 w 818646"/>
              <a:gd name="connsiteY23" fmla="*/ 757616 h 818728"/>
              <a:gd name="connsiteX24" fmla="*/ 286402 w 818646"/>
              <a:gd name="connsiteY24" fmla="*/ 784017 h 818728"/>
              <a:gd name="connsiteX25" fmla="*/ 260002 w 818646"/>
              <a:gd name="connsiteY25" fmla="*/ 818482 h 818728"/>
              <a:gd name="connsiteX26" fmla="*/ 255827 w 818646"/>
              <a:gd name="connsiteY26" fmla="*/ 818728 h 818728"/>
              <a:gd name="connsiteX27" fmla="*/ 112564 w 818646"/>
              <a:gd name="connsiteY27" fmla="*/ 818728 h 818728"/>
              <a:gd name="connsiteX28" fmla="*/ 105728 w 818646"/>
              <a:gd name="connsiteY28" fmla="*/ 818523 h 818728"/>
              <a:gd name="connsiteX29" fmla="*/ 205 w 818646"/>
              <a:gd name="connsiteY29" fmla="*/ 713327 h 818728"/>
              <a:gd name="connsiteX30" fmla="*/ 0 w 818646"/>
              <a:gd name="connsiteY30" fmla="*/ 706164 h 818728"/>
              <a:gd name="connsiteX31" fmla="*/ 0 w 818646"/>
              <a:gd name="connsiteY31" fmla="*/ 562819 h 818728"/>
              <a:gd name="connsiteX32" fmla="*/ 287 w 818646"/>
              <a:gd name="connsiteY32" fmla="*/ 558644 h 818728"/>
              <a:gd name="connsiteX33" fmla="*/ 26515 w 818646"/>
              <a:gd name="connsiteY33" fmla="*/ 532415 h 818728"/>
              <a:gd name="connsiteX34" fmla="*/ 409446 w 818646"/>
              <a:gd name="connsiteY34" fmla="*/ 327458 h 818728"/>
              <a:gd name="connsiteX35" fmla="*/ 552709 w 818646"/>
              <a:gd name="connsiteY35" fmla="*/ 470721 h 818728"/>
              <a:gd name="connsiteX36" fmla="*/ 409446 w 818646"/>
              <a:gd name="connsiteY36" fmla="*/ 613984 h 818728"/>
              <a:gd name="connsiteX37" fmla="*/ 266183 w 818646"/>
              <a:gd name="connsiteY37" fmla="*/ 470721 h 818728"/>
              <a:gd name="connsiteX38" fmla="*/ 409446 w 818646"/>
              <a:gd name="connsiteY38" fmla="*/ 327458 h 818728"/>
              <a:gd name="connsiteX39" fmla="*/ 409446 w 818646"/>
              <a:gd name="connsiteY39" fmla="*/ 194428 h 818728"/>
              <a:gd name="connsiteX40" fmla="*/ 640918 w 818646"/>
              <a:gd name="connsiteY40" fmla="*/ 285298 h 818728"/>
              <a:gd name="connsiteX41" fmla="*/ 689218 w 818646"/>
              <a:gd name="connsiteY41" fmla="*/ 347801 h 818728"/>
              <a:gd name="connsiteX42" fmla="*/ 703872 w 818646"/>
              <a:gd name="connsiteY42" fmla="*/ 377109 h 818728"/>
              <a:gd name="connsiteX43" fmla="*/ 704117 w 818646"/>
              <a:gd name="connsiteY43" fmla="*/ 377723 h 818728"/>
              <a:gd name="connsiteX44" fmla="*/ 704199 w 818646"/>
              <a:gd name="connsiteY44" fmla="*/ 377927 h 818728"/>
              <a:gd name="connsiteX45" fmla="*/ 704199 w 818646"/>
              <a:gd name="connsiteY45" fmla="*/ 378009 h 818728"/>
              <a:gd name="connsiteX46" fmla="*/ 704240 w 818646"/>
              <a:gd name="connsiteY46" fmla="*/ 378091 h 818728"/>
              <a:gd name="connsiteX47" fmla="*/ 686271 w 818646"/>
              <a:gd name="connsiteY47" fmla="*/ 417591 h 818728"/>
              <a:gd name="connsiteX48" fmla="*/ 646771 w 818646"/>
              <a:gd name="connsiteY48" fmla="*/ 399663 h 818728"/>
              <a:gd name="connsiteX49" fmla="*/ 646444 w 818646"/>
              <a:gd name="connsiteY49" fmla="*/ 398844 h 818728"/>
              <a:gd name="connsiteX50" fmla="*/ 644643 w 818646"/>
              <a:gd name="connsiteY50" fmla="*/ 394751 h 818728"/>
              <a:gd name="connsiteX51" fmla="*/ 636211 w 818646"/>
              <a:gd name="connsiteY51" fmla="*/ 378746 h 818728"/>
              <a:gd name="connsiteX52" fmla="*/ 597530 w 818646"/>
              <a:gd name="connsiteY52" fmla="*/ 328686 h 818728"/>
              <a:gd name="connsiteX53" fmla="*/ 409446 w 818646"/>
              <a:gd name="connsiteY53" fmla="*/ 255826 h 818728"/>
              <a:gd name="connsiteX54" fmla="*/ 221362 w 818646"/>
              <a:gd name="connsiteY54" fmla="*/ 328686 h 818728"/>
              <a:gd name="connsiteX55" fmla="*/ 182681 w 818646"/>
              <a:gd name="connsiteY55" fmla="*/ 378746 h 818728"/>
              <a:gd name="connsiteX56" fmla="*/ 172448 w 818646"/>
              <a:gd name="connsiteY56" fmla="*/ 398803 h 818728"/>
              <a:gd name="connsiteX57" fmla="*/ 172120 w 818646"/>
              <a:gd name="connsiteY57" fmla="*/ 399663 h 818728"/>
              <a:gd name="connsiteX58" fmla="*/ 172120 w 818646"/>
              <a:gd name="connsiteY58" fmla="*/ 399744 h 818728"/>
              <a:gd name="connsiteX59" fmla="*/ 132621 w 818646"/>
              <a:gd name="connsiteY59" fmla="*/ 417591 h 818728"/>
              <a:gd name="connsiteX60" fmla="*/ 114774 w 818646"/>
              <a:gd name="connsiteY60" fmla="*/ 377723 h 818728"/>
              <a:gd name="connsiteX61" fmla="*/ 115020 w 818646"/>
              <a:gd name="connsiteY61" fmla="*/ 377109 h 818728"/>
              <a:gd name="connsiteX62" fmla="*/ 118581 w 818646"/>
              <a:gd name="connsiteY62" fmla="*/ 368922 h 818728"/>
              <a:gd name="connsiteX63" fmla="*/ 129633 w 818646"/>
              <a:gd name="connsiteY63" fmla="*/ 347801 h 818728"/>
              <a:gd name="connsiteX64" fmla="*/ 177933 w 818646"/>
              <a:gd name="connsiteY64" fmla="*/ 285298 h 818728"/>
              <a:gd name="connsiteX65" fmla="*/ 409446 w 818646"/>
              <a:gd name="connsiteY65" fmla="*/ 194428 h 818728"/>
              <a:gd name="connsiteX66" fmla="*/ 562819 w 818646"/>
              <a:gd name="connsiteY66" fmla="*/ 0 h 818728"/>
              <a:gd name="connsiteX67" fmla="*/ 706082 w 818646"/>
              <a:gd name="connsiteY67" fmla="*/ 0 h 818728"/>
              <a:gd name="connsiteX68" fmla="*/ 712959 w 818646"/>
              <a:gd name="connsiteY68" fmla="*/ 205 h 818728"/>
              <a:gd name="connsiteX69" fmla="*/ 818441 w 818646"/>
              <a:gd name="connsiteY69" fmla="*/ 105442 h 818728"/>
              <a:gd name="connsiteX70" fmla="*/ 818646 w 818646"/>
              <a:gd name="connsiteY70" fmla="*/ 112564 h 818728"/>
              <a:gd name="connsiteX71" fmla="*/ 818646 w 818646"/>
              <a:gd name="connsiteY71" fmla="*/ 255909 h 818728"/>
              <a:gd name="connsiteX72" fmla="*/ 818359 w 818646"/>
              <a:gd name="connsiteY72" fmla="*/ 260084 h 818728"/>
              <a:gd name="connsiteX73" fmla="*/ 792130 w 818646"/>
              <a:gd name="connsiteY73" fmla="*/ 286312 h 818728"/>
              <a:gd name="connsiteX74" fmla="*/ 757534 w 818646"/>
              <a:gd name="connsiteY74" fmla="*/ 260084 h 818728"/>
              <a:gd name="connsiteX75" fmla="*/ 757247 w 818646"/>
              <a:gd name="connsiteY75" fmla="*/ 255909 h 818728"/>
              <a:gd name="connsiteX76" fmla="*/ 757247 w 818646"/>
              <a:gd name="connsiteY76" fmla="*/ 112564 h 818728"/>
              <a:gd name="connsiteX77" fmla="*/ 757002 w 818646"/>
              <a:gd name="connsiteY77" fmla="*/ 107324 h 818728"/>
              <a:gd name="connsiteX78" fmla="*/ 711321 w 818646"/>
              <a:gd name="connsiteY78" fmla="*/ 61644 h 818728"/>
              <a:gd name="connsiteX79" fmla="*/ 706082 w 818646"/>
              <a:gd name="connsiteY79" fmla="*/ 61398 h 818728"/>
              <a:gd name="connsiteX80" fmla="*/ 562819 w 818646"/>
              <a:gd name="connsiteY80" fmla="*/ 61398 h 818728"/>
              <a:gd name="connsiteX81" fmla="*/ 558644 w 818646"/>
              <a:gd name="connsiteY81" fmla="*/ 61112 h 818728"/>
              <a:gd name="connsiteX82" fmla="*/ 532415 w 818646"/>
              <a:gd name="connsiteY82" fmla="*/ 34884 h 818728"/>
              <a:gd name="connsiteX83" fmla="*/ 558644 w 818646"/>
              <a:gd name="connsiteY83" fmla="*/ 287 h 818728"/>
              <a:gd name="connsiteX84" fmla="*/ 112564 w 818646"/>
              <a:gd name="connsiteY84" fmla="*/ 0 h 818728"/>
              <a:gd name="connsiteX85" fmla="*/ 255827 w 818646"/>
              <a:gd name="connsiteY85" fmla="*/ 0 h 818728"/>
              <a:gd name="connsiteX86" fmla="*/ 286526 w 818646"/>
              <a:gd name="connsiteY86" fmla="*/ 30699 h 818728"/>
              <a:gd name="connsiteX87" fmla="*/ 260002 w 818646"/>
              <a:gd name="connsiteY87" fmla="*/ 61112 h 818728"/>
              <a:gd name="connsiteX88" fmla="*/ 255827 w 818646"/>
              <a:gd name="connsiteY88" fmla="*/ 61398 h 818728"/>
              <a:gd name="connsiteX89" fmla="*/ 112564 w 818646"/>
              <a:gd name="connsiteY89" fmla="*/ 61398 h 818728"/>
              <a:gd name="connsiteX90" fmla="*/ 61685 w 818646"/>
              <a:gd name="connsiteY90" fmla="*/ 107324 h 818728"/>
              <a:gd name="connsiteX91" fmla="*/ 61398 w 818646"/>
              <a:gd name="connsiteY91" fmla="*/ 112564 h 818728"/>
              <a:gd name="connsiteX92" fmla="*/ 61398 w 818646"/>
              <a:gd name="connsiteY92" fmla="*/ 255909 h 818728"/>
              <a:gd name="connsiteX93" fmla="*/ 34884 w 818646"/>
              <a:gd name="connsiteY93" fmla="*/ 286312 h 818728"/>
              <a:gd name="connsiteX94" fmla="*/ 287 w 818646"/>
              <a:gd name="connsiteY94" fmla="*/ 260084 h 818728"/>
              <a:gd name="connsiteX95" fmla="*/ 0 w 818646"/>
              <a:gd name="connsiteY95" fmla="*/ 255909 h 818728"/>
              <a:gd name="connsiteX96" fmla="*/ 0 w 818646"/>
              <a:gd name="connsiteY96" fmla="*/ 112564 h 818728"/>
              <a:gd name="connsiteX97" fmla="*/ 105728 w 818646"/>
              <a:gd name="connsiteY97" fmla="*/ 205 h 81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18646" h="818728">
                <a:moveTo>
                  <a:pt x="783763" y="532415"/>
                </a:moveTo>
                <a:cubicBezTo>
                  <a:pt x="800558" y="530106"/>
                  <a:pt x="816047" y="541849"/>
                  <a:pt x="818359" y="558644"/>
                </a:cubicBezTo>
                <a:lnTo>
                  <a:pt x="818646" y="562819"/>
                </a:lnTo>
                <a:lnTo>
                  <a:pt x="818646" y="706164"/>
                </a:lnTo>
                <a:cubicBezTo>
                  <a:pt x="818650" y="765663"/>
                  <a:pt x="772347" y="814888"/>
                  <a:pt x="712959" y="818523"/>
                </a:cubicBezTo>
                <a:lnTo>
                  <a:pt x="706082" y="818728"/>
                </a:lnTo>
                <a:lnTo>
                  <a:pt x="562819" y="818728"/>
                </a:lnTo>
                <a:cubicBezTo>
                  <a:pt x="547486" y="818724"/>
                  <a:pt x="534506" y="807406"/>
                  <a:pt x="532415" y="792212"/>
                </a:cubicBezTo>
                <a:cubicBezTo>
                  <a:pt x="530106" y="775417"/>
                  <a:pt x="541849" y="759929"/>
                  <a:pt x="558644" y="757616"/>
                </a:cubicBezTo>
                <a:lnTo>
                  <a:pt x="562819" y="757329"/>
                </a:lnTo>
                <a:lnTo>
                  <a:pt x="706082" y="757329"/>
                </a:lnTo>
                <a:cubicBezTo>
                  <a:pt x="732320" y="757342"/>
                  <a:pt x="754317" y="737502"/>
                  <a:pt x="757002" y="711403"/>
                </a:cubicBezTo>
                <a:lnTo>
                  <a:pt x="757247" y="706164"/>
                </a:lnTo>
                <a:lnTo>
                  <a:pt x="757247" y="562819"/>
                </a:lnTo>
                <a:cubicBezTo>
                  <a:pt x="757252" y="547486"/>
                  <a:pt x="768569" y="534506"/>
                  <a:pt x="783763" y="532415"/>
                </a:cubicBezTo>
                <a:close/>
                <a:moveTo>
                  <a:pt x="26515" y="532415"/>
                </a:moveTo>
                <a:cubicBezTo>
                  <a:pt x="43311" y="530106"/>
                  <a:pt x="58801" y="541849"/>
                  <a:pt x="61112" y="558644"/>
                </a:cubicBezTo>
                <a:lnTo>
                  <a:pt x="61398" y="562819"/>
                </a:lnTo>
                <a:lnTo>
                  <a:pt x="61398" y="706164"/>
                </a:lnTo>
                <a:lnTo>
                  <a:pt x="61685" y="711403"/>
                </a:lnTo>
                <a:cubicBezTo>
                  <a:pt x="64155" y="735521"/>
                  <a:pt x="83210" y="754591"/>
                  <a:pt x="107324" y="757084"/>
                </a:cubicBezTo>
                <a:lnTo>
                  <a:pt x="112564" y="757329"/>
                </a:lnTo>
                <a:lnTo>
                  <a:pt x="255827" y="757329"/>
                </a:lnTo>
                <a:lnTo>
                  <a:pt x="260002" y="757616"/>
                </a:lnTo>
                <a:cubicBezTo>
                  <a:pt x="273757" y="759437"/>
                  <a:pt x="284579" y="770260"/>
                  <a:pt x="286402" y="784017"/>
                </a:cubicBezTo>
                <a:cubicBezTo>
                  <a:pt x="288630" y="800824"/>
                  <a:pt x="276810" y="816255"/>
                  <a:pt x="260002" y="818482"/>
                </a:cubicBezTo>
                <a:lnTo>
                  <a:pt x="255827" y="818728"/>
                </a:lnTo>
                <a:lnTo>
                  <a:pt x="112564" y="818728"/>
                </a:lnTo>
                <a:lnTo>
                  <a:pt x="105728" y="818523"/>
                </a:lnTo>
                <a:cubicBezTo>
                  <a:pt x="49058" y="815089"/>
                  <a:pt x="3817" y="769986"/>
                  <a:pt x="205" y="713327"/>
                </a:cubicBezTo>
                <a:lnTo>
                  <a:pt x="0" y="706164"/>
                </a:lnTo>
                <a:lnTo>
                  <a:pt x="0" y="562819"/>
                </a:lnTo>
                <a:lnTo>
                  <a:pt x="287" y="558644"/>
                </a:lnTo>
                <a:cubicBezTo>
                  <a:pt x="2162" y="545009"/>
                  <a:pt x="12881" y="534293"/>
                  <a:pt x="26515" y="532415"/>
                </a:cubicBezTo>
                <a:close/>
                <a:moveTo>
                  <a:pt x="409446" y="327458"/>
                </a:moveTo>
                <a:cubicBezTo>
                  <a:pt x="488568" y="327458"/>
                  <a:pt x="552709" y="391599"/>
                  <a:pt x="552709" y="470721"/>
                </a:cubicBezTo>
                <a:cubicBezTo>
                  <a:pt x="552709" y="549843"/>
                  <a:pt x="488568" y="613984"/>
                  <a:pt x="409446" y="613984"/>
                </a:cubicBezTo>
                <a:cubicBezTo>
                  <a:pt x="330324" y="613984"/>
                  <a:pt x="266183" y="549843"/>
                  <a:pt x="266183" y="470721"/>
                </a:cubicBezTo>
                <a:cubicBezTo>
                  <a:pt x="266183" y="391599"/>
                  <a:pt x="330324" y="327458"/>
                  <a:pt x="409446" y="327458"/>
                </a:cubicBezTo>
                <a:close/>
                <a:moveTo>
                  <a:pt x="409446" y="194428"/>
                </a:moveTo>
                <a:cubicBezTo>
                  <a:pt x="521027" y="194428"/>
                  <a:pt x="595074" y="239454"/>
                  <a:pt x="640918" y="285298"/>
                </a:cubicBezTo>
                <a:cubicBezTo>
                  <a:pt x="659616" y="303987"/>
                  <a:pt x="675849" y="324992"/>
                  <a:pt x="689218" y="347801"/>
                </a:cubicBezTo>
                <a:cubicBezTo>
                  <a:pt x="694719" y="357248"/>
                  <a:pt x="699615" y="367039"/>
                  <a:pt x="703872" y="377109"/>
                </a:cubicBezTo>
                <a:lnTo>
                  <a:pt x="704117" y="377723"/>
                </a:lnTo>
                <a:lnTo>
                  <a:pt x="704199" y="377927"/>
                </a:lnTo>
                <a:lnTo>
                  <a:pt x="704199" y="378009"/>
                </a:lnTo>
                <a:lnTo>
                  <a:pt x="704240" y="378091"/>
                </a:lnTo>
                <a:cubicBezTo>
                  <a:pt x="710175" y="393961"/>
                  <a:pt x="702136" y="411639"/>
                  <a:pt x="686271" y="417591"/>
                </a:cubicBezTo>
                <a:cubicBezTo>
                  <a:pt x="670422" y="423342"/>
                  <a:pt x="652878" y="415381"/>
                  <a:pt x="646771" y="399663"/>
                </a:cubicBezTo>
                <a:lnTo>
                  <a:pt x="646444" y="398844"/>
                </a:lnTo>
                <a:cubicBezTo>
                  <a:pt x="646444" y="398844"/>
                  <a:pt x="645502" y="396593"/>
                  <a:pt x="644643" y="394751"/>
                </a:cubicBezTo>
                <a:cubicBezTo>
                  <a:pt x="642080" y="389290"/>
                  <a:pt x="639268" y="383949"/>
                  <a:pt x="636211" y="378746"/>
                </a:cubicBezTo>
                <a:cubicBezTo>
                  <a:pt x="625503" y="360482"/>
                  <a:pt x="612503" y="343659"/>
                  <a:pt x="597530" y="328686"/>
                </a:cubicBezTo>
                <a:cubicBezTo>
                  <a:pt x="561509" y="292665"/>
                  <a:pt x="502567" y="255826"/>
                  <a:pt x="409446" y="255826"/>
                </a:cubicBezTo>
                <a:cubicBezTo>
                  <a:pt x="316366" y="255826"/>
                  <a:pt x="257382" y="292665"/>
                  <a:pt x="221362" y="328686"/>
                </a:cubicBezTo>
                <a:cubicBezTo>
                  <a:pt x="206388" y="343655"/>
                  <a:pt x="193390" y="360478"/>
                  <a:pt x="182681" y="378746"/>
                </a:cubicBezTo>
                <a:cubicBezTo>
                  <a:pt x="178888" y="385230"/>
                  <a:pt x="175471" y="391926"/>
                  <a:pt x="172448" y="398803"/>
                </a:cubicBezTo>
                <a:lnTo>
                  <a:pt x="172120" y="399663"/>
                </a:lnTo>
                <a:lnTo>
                  <a:pt x="172120" y="399744"/>
                </a:lnTo>
                <a:cubicBezTo>
                  <a:pt x="166119" y="415561"/>
                  <a:pt x="148455" y="423538"/>
                  <a:pt x="132621" y="417591"/>
                </a:cubicBezTo>
                <a:cubicBezTo>
                  <a:pt x="108143" y="408422"/>
                  <a:pt x="114692" y="377927"/>
                  <a:pt x="114774" y="377723"/>
                </a:cubicBezTo>
                <a:lnTo>
                  <a:pt x="115020" y="377109"/>
                </a:lnTo>
                <a:cubicBezTo>
                  <a:pt x="116087" y="374330"/>
                  <a:pt x="117275" y="371599"/>
                  <a:pt x="118581" y="368922"/>
                </a:cubicBezTo>
                <a:cubicBezTo>
                  <a:pt x="121037" y="363642"/>
                  <a:pt x="124639" y="356397"/>
                  <a:pt x="129633" y="347801"/>
                </a:cubicBezTo>
                <a:cubicBezTo>
                  <a:pt x="143001" y="324992"/>
                  <a:pt x="159233" y="303987"/>
                  <a:pt x="177933" y="285298"/>
                </a:cubicBezTo>
                <a:cubicBezTo>
                  <a:pt x="223859" y="239454"/>
                  <a:pt x="297905" y="194428"/>
                  <a:pt x="409446" y="194428"/>
                </a:cubicBezTo>
                <a:close/>
                <a:moveTo>
                  <a:pt x="562819" y="0"/>
                </a:moveTo>
                <a:lnTo>
                  <a:pt x="706082" y="0"/>
                </a:lnTo>
                <a:lnTo>
                  <a:pt x="712959" y="205"/>
                </a:lnTo>
                <a:cubicBezTo>
                  <a:pt x="769629" y="3663"/>
                  <a:pt x="814851" y="48781"/>
                  <a:pt x="818441" y="105442"/>
                </a:cubicBezTo>
                <a:lnTo>
                  <a:pt x="818646" y="112564"/>
                </a:lnTo>
                <a:lnTo>
                  <a:pt x="818646" y="255909"/>
                </a:lnTo>
                <a:lnTo>
                  <a:pt x="818359" y="260084"/>
                </a:lnTo>
                <a:cubicBezTo>
                  <a:pt x="816485" y="273717"/>
                  <a:pt x="805764" y="284436"/>
                  <a:pt x="792130" y="286312"/>
                </a:cubicBezTo>
                <a:cubicBezTo>
                  <a:pt x="775335" y="288623"/>
                  <a:pt x="759847" y="276880"/>
                  <a:pt x="757534" y="260084"/>
                </a:cubicBezTo>
                <a:lnTo>
                  <a:pt x="757247" y="255909"/>
                </a:lnTo>
                <a:lnTo>
                  <a:pt x="757247" y="112564"/>
                </a:lnTo>
                <a:lnTo>
                  <a:pt x="757002" y="107324"/>
                </a:lnTo>
                <a:cubicBezTo>
                  <a:pt x="754529" y="83194"/>
                  <a:pt x="735451" y="64118"/>
                  <a:pt x="711321" y="61644"/>
                </a:cubicBezTo>
                <a:lnTo>
                  <a:pt x="706082" y="61398"/>
                </a:lnTo>
                <a:lnTo>
                  <a:pt x="562819" y="61398"/>
                </a:lnTo>
                <a:lnTo>
                  <a:pt x="558644" y="61112"/>
                </a:lnTo>
                <a:cubicBezTo>
                  <a:pt x="545009" y="59236"/>
                  <a:pt x="534293" y="48517"/>
                  <a:pt x="532415" y="34884"/>
                </a:cubicBezTo>
                <a:cubicBezTo>
                  <a:pt x="530106" y="18087"/>
                  <a:pt x="541849" y="2598"/>
                  <a:pt x="558644" y="287"/>
                </a:cubicBezTo>
                <a:close/>
                <a:moveTo>
                  <a:pt x="112564" y="0"/>
                </a:moveTo>
                <a:lnTo>
                  <a:pt x="255827" y="0"/>
                </a:lnTo>
                <a:cubicBezTo>
                  <a:pt x="272781" y="0"/>
                  <a:pt x="286526" y="13745"/>
                  <a:pt x="286526" y="30699"/>
                </a:cubicBezTo>
                <a:cubicBezTo>
                  <a:pt x="286525" y="46040"/>
                  <a:pt x="275200" y="59026"/>
                  <a:pt x="260002" y="61112"/>
                </a:cubicBezTo>
                <a:lnTo>
                  <a:pt x="255827" y="61398"/>
                </a:lnTo>
                <a:lnTo>
                  <a:pt x="112564" y="61398"/>
                </a:lnTo>
                <a:cubicBezTo>
                  <a:pt x="86341" y="61407"/>
                  <a:pt x="64370" y="81240"/>
                  <a:pt x="61685" y="107324"/>
                </a:cubicBezTo>
                <a:lnTo>
                  <a:pt x="61398" y="112564"/>
                </a:lnTo>
                <a:lnTo>
                  <a:pt x="61398" y="255909"/>
                </a:lnTo>
                <a:cubicBezTo>
                  <a:pt x="61394" y="271243"/>
                  <a:pt x="50075" y="284222"/>
                  <a:pt x="34884" y="286312"/>
                </a:cubicBezTo>
                <a:cubicBezTo>
                  <a:pt x="18087" y="288623"/>
                  <a:pt x="2598" y="276880"/>
                  <a:pt x="287" y="260084"/>
                </a:cubicBezTo>
                <a:lnTo>
                  <a:pt x="0" y="255909"/>
                </a:lnTo>
                <a:lnTo>
                  <a:pt x="0" y="112564"/>
                </a:lnTo>
                <a:cubicBezTo>
                  <a:pt x="-2" y="53050"/>
                  <a:pt x="46324" y="3819"/>
                  <a:pt x="105728" y="205"/>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4" name="Freeform 23">
            <a:extLst>
              <a:ext uri="{FF2B5EF4-FFF2-40B4-BE49-F238E27FC236}">
                <a16:creationId xmlns:a16="http://schemas.microsoft.com/office/drawing/2014/main" id="{55F3948E-E7F8-D5C6-766C-023A886C18CC}"/>
              </a:ext>
            </a:extLst>
          </p:cNvPr>
          <p:cNvSpPr/>
          <p:nvPr/>
        </p:nvSpPr>
        <p:spPr>
          <a:xfrm>
            <a:off x="9616123" y="5270880"/>
            <a:ext cx="480742" cy="480790"/>
          </a:xfrm>
          <a:custGeom>
            <a:avLst/>
            <a:gdLst>
              <a:gd name="connsiteX0" fmla="*/ 783763 w 818646"/>
              <a:gd name="connsiteY0" fmla="*/ 532415 h 818728"/>
              <a:gd name="connsiteX1" fmla="*/ 818359 w 818646"/>
              <a:gd name="connsiteY1" fmla="*/ 558644 h 818728"/>
              <a:gd name="connsiteX2" fmla="*/ 818646 w 818646"/>
              <a:gd name="connsiteY2" fmla="*/ 562819 h 818728"/>
              <a:gd name="connsiteX3" fmla="*/ 818646 w 818646"/>
              <a:gd name="connsiteY3" fmla="*/ 706164 h 818728"/>
              <a:gd name="connsiteX4" fmla="*/ 712959 w 818646"/>
              <a:gd name="connsiteY4" fmla="*/ 818523 h 818728"/>
              <a:gd name="connsiteX5" fmla="*/ 706082 w 818646"/>
              <a:gd name="connsiteY5" fmla="*/ 818728 h 818728"/>
              <a:gd name="connsiteX6" fmla="*/ 562819 w 818646"/>
              <a:gd name="connsiteY6" fmla="*/ 818728 h 818728"/>
              <a:gd name="connsiteX7" fmla="*/ 532415 w 818646"/>
              <a:gd name="connsiteY7" fmla="*/ 792212 h 818728"/>
              <a:gd name="connsiteX8" fmla="*/ 558644 w 818646"/>
              <a:gd name="connsiteY8" fmla="*/ 757616 h 818728"/>
              <a:gd name="connsiteX9" fmla="*/ 562819 w 818646"/>
              <a:gd name="connsiteY9" fmla="*/ 757329 h 818728"/>
              <a:gd name="connsiteX10" fmla="*/ 706082 w 818646"/>
              <a:gd name="connsiteY10" fmla="*/ 757329 h 818728"/>
              <a:gd name="connsiteX11" fmla="*/ 757002 w 818646"/>
              <a:gd name="connsiteY11" fmla="*/ 711403 h 818728"/>
              <a:gd name="connsiteX12" fmla="*/ 757247 w 818646"/>
              <a:gd name="connsiteY12" fmla="*/ 706164 h 818728"/>
              <a:gd name="connsiteX13" fmla="*/ 757247 w 818646"/>
              <a:gd name="connsiteY13" fmla="*/ 562819 h 818728"/>
              <a:gd name="connsiteX14" fmla="*/ 783763 w 818646"/>
              <a:gd name="connsiteY14" fmla="*/ 532415 h 818728"/>
              <a:gd name="connsiteX15" fmla="*/ 26515 w 818646"/>
              <a:gd name="connsiteY15" fmla="*/ 532415 h 818728"/>
              <a:gd name="connsiteX16" fmla="*/ 61112 w 818646"/>
              <a:gd name="connsiteY16" fmla="*/ 558644 h 818728"/>
              <a:gd name="connsiteX17" fmla="*/ 61398 w 818646"/>
              <a:gd name="connsiteY17" fmla="*/ 562819 h 818728"/>
              <a:gd name="connsiteX18" fmla="*/ 61398 w 818646"/>
              <a:gd name="connsiteY18" fmla="*/ 706164 h 818728"/>
              <a:gd name="connsiteX19" fmla="*/ 61685 w 818646"/>
              <a:gd name="connsiteY19" fmla="*/ 711403 h 818728"/>
              <a:gd name="connsiteX20" fmla="*/ 107324 w 818646"/>
              <a:gd name="connsiteY20" fmla="*/ 757084 h 818728"/>
              <a:gd name="connsiteX21" fmla="*/ 112564 w 818646"/>
              <a:gd name="connsiteY21" fmla="*/ 757329 h 818728"/>
              <a:gd name="connsiteX22" fmla="*/ 255827 w 818646"/>
              <a:gd name="connsiteY22" fmla="*/ 757329 h 818728"/>
              <a:gd name="connsiteX23" fmla="*/ 260002 w 818646"/>
              <a:gd name="connsiteY23" fmla="*/ 757616 h 818728"/>
              <a:gd name="connsiteX24" fmla="*/ 286402 w 818646"/>
              <a:gd name="connsiteY24" fmla="*/ 784017 h 818728"/>
              <a:gd name="connsiteX25" fmla="*/ 260002 w 818646"/>
              <a:gd name="connsiteY25" fmla="*/ 818482 h 818728"/>
              <a:gd name="connsiteX26" fmla="*/ 255827 w 818646"/>
              <a:gd name="connsiteY26" fmla="*/ 818728 h 818728"/>
              <a:gd name="connsiteX27" fmla="*/ 112564 w 818646"/>
              <a:gd name="connsiteY27" fmla="*/ 818728 h 818728"/>
              <a:gd name="connsiteX28" fmla="*/ 105728 w 818646"/>
              <a:gd name="connsiteY28" fmla="*/ 818523 h 818728"/>
              <a:gd name="connsiteX29" fmla="*/ 205 w 818646"/>
              <a:gd name="connsiteY29" fmla="*/ 713327 h 818728"/>
              <a:gd name="connsiteX30" fmla="*/ 0 w 818646"/>
              <a:gd name="connsiteY30" fmla="*/ 706164 h 818728"/>
              <a:gd name="connsiteX31" fmla="*/ 0 w 818646"/>
              <a:gd name="connsiteY31" fmla="*/ 562819 h 818728"/>
              <a:gd name="connsiteX32" fmla="*/ 287 w 818646"/>
              <a:gd name="connsiteY32" fmla="*/ 558644 h 818728"/>
              <a:gd name="connsiteX33" fmla="*/ 26515 w 818646"/>
              <a:gd name="connsiteY33" fmla="*/ 532415 h 818728"/>
              <a:gd name="connsiteX34" fmla="*/ 409446 w 818646"/>
              <a:gd name="connsiteY34" fmla="*/ 327458 h 818728"/>
              <a:gd name="connsiteX35" fmla="*/ 552709 w 818646"/>
              <a:gd name="connsiteY35" fmla="*/ 470721 h 818728"/>
              <a:gd name="connsiteX36" fmla="*/ 409446 w 818646"/>
              <a:gd name="connsiteY36" fmla="*/ 613984 h 818728"/>
              <a:gd name="connsiteX37" fmla="*/ 266183 w 818646"/>
              <a:gd name="connsiteY37" fmla="*/ 470721 h 818728"/>
              <a:gd name="connsiteX38" fmla="*/ 409446 w 818646"/>
              <a:gd name="connsiteY38" fmla="*/ 327458 h 818728"/>
              <a:gd name="connsiteX39" fmla="*/ 409446 w 818646"/>
              <a:gd name="connsiteY39" fmla="*/ 194428 h 818728"/>
              <a:gd name="connsiteX40" fmla="*/ 640918 w 818646"/>
              <a:gd name="connsiteY40" fmla="*/ 285298 h 818728"/>
              <a:gd name="connsiteX41" fmla="*/ 689218 w 818646"/>
              <a:gd name="connsiteY41" fmla="*/ 347801 h 818728"/>
              <a:gd name="connsiteX42" fmla="*/ 703872 w 818646"/>
              <a:gd name="connsiteY42" fmla="*/ 377109 h 818728"/>
              <a:gd name="connsiteX43" fmla="*/ 704117 w 818646"/>
              <a:gd name="connsiteY43" fmla="*/ 377723 h 818728"/>
              <a:gd name="connsiteX44" fmla="*/ 704199 w 818646"/>
              <a:gd name="connsiteY44" fmla="*/ 377927 h 818728"/>
              <a:gd name="connsiteX45" fmla="*/ 704199 w 818646"/>
              <a:gd name="connsiteY45" fmla="*/ 378009 h 818728"/>
              <a:gd name="connsiteX46" fmla="*/ 704240 w 818646"/>
              <a:gd name="connsiteY46" fmla="*/ 378091 h 818728"/>
              <a:gd name="connsiteX47" fmla="*/ 686271 w 818646"/>
              <a:gd name="connsiteY47" fmla="*/ 417591 h 818728"/>
              <a:gd name="connsiteX48" fmla="*/ 646771 w 818646"/>
              <a:gd name="connsiteY48" fmla="*/ 399663 h 818728"/>
              <a:gd name="connsiteX49" fmla="*/ 646444 w 818646"/>
              <a:gd name="connsiteY49" fmla="*/ 398844 h 818728"/>
              <a:gd name="connsiteX50" fmla="*/ 644643 w 818646"/>
              <a:gd name="connsiteY50" fmla="*/ 394751 h 818728"/>
              <a:gd name="connsiteX51" fmla="*/ 636211 w 818646"/>
              <a:gd name="connsiteY51" fmla="*/ 378746 h 818728"/>
              <a:gd name="connsiteX52" fmla="*/ 597530 w 818646"/>
              <a:gd name="connsiteY52" fmla="*/ 328686 h 818728"/>
              <a:gd name="connsiteX53" fmla="*/ 409446 w 818646"/>
              <a:gd name="connsiteY53" fmla="*/ 255826 h 818728"/>
              <a:gd name="connsiteX54" fmla="*/ 221362 w 818646"/>
              <a:gd name="connsiteY54" fmla="*/ 328686 h 818728"/>
              <a:gd name="connsiteX55" fmla="*/ 182681 w 818646"/>
              <a:gd name="connsiteY55" fmla="*/ 378746 h 818728"/>
              <a:gd name="connsiteX56" fmla="*/ 172448 w 818646"/>
              <a:gd name="connsiteY56" fmla="*/ 398803 h 818728"/>
              <a:gd name="connsiteX57" fmla="*/ 172120 w 818646"/>
              <a:gd name="connsiteY57" fmla="*/ 399663 h 818728"/>
              <a:gd name="connsiteX58" fmla="*/ 172120 w 818646"/>
              <a:gd name="connsiteY58" fmla="*/ 399744 h 818728"/>
              <a:gd name="connsiteX59" fmla="*/ 132621 w 818646"/>
              <a:gd name="connsiteY59" fmla="*/ 417591 h 818728"/>
              <a:gd name="connsiteX60" fmla="*/ 114774 w 818646"/>
              <a:gd name="connsiteY60" fmla="*/ 377723 h 818728"/>
              <a:gd name="connsiteX61" fmla="*/ 115020 w 818646"/>
              <a:gd name="connsiteY61" fmla="*/ 377109 h 818728"/>
              <a:gd name="connsiteX62" fmla="*/ 118581 w 818646"/>
              <a:gd name="connsiteY62" fmla="*/ 368922 h 818728"/>
              <a:gd name="connsiteX63" fmla="*/ 129633 w 818646"/>
              <a:gd name="connsiteY63" fmla="*/ 347801 h 818728"/>
              <a:gd name="connsiteX64" fmla="*/ 177933 w 818646"/>
              <a:gd name="connsiteY64" fmla="*/ 285298 h 818728"/>
              <a:gd name="connsiteX65" fmla="*/ 409446 w 818646"/>
              <a:gd name="connsiteY65" fmla="*/ 194428 h 818728"/>
              <a:gd name="connsiteX66" fmla="*/ 562819 w 818646"/>
              <a:gd name="connsiteY66" fmla="*/ 0 h 818728"/>
              <a:gd name="connsiteX67" fmla="*/ 706082 w 818646"/>
              <a:gd name="connsiteY67" fmla="*/ 0 h 818728"/>
              <a:gd name="connsiteX68" fmla="*/ 712959 w 818646"/>
              <a:gd name="connsiteY68" fmla="*/ 205 h 818728"/>
              <a:gd name="connsiteX69" fmla="*/ 818441 w 818646"/>
              <a:gd name="connsiteY69" fmla="*/ 105442 h 818728"/>
              <a:gd name="connsiteX70" fmla="*/ 818646 w 818646"/>
              <a:gd name="connsiteY70" fmla="*/ 112564 h 818728"/>
              <a:gd name="connsiteX71" fmla="*/ 818646 w 818646"/>
              <a:gd name="connsiteY71" fmla="*/ 255909 h 818728"/>
              <a:gd name="connsiteX72" fmla="*/ 818359 w 818646"/>
              <a:gd name="connsiteY72" fmla="*/ 260084 h 818728"/>
              <a:gd name="connsiteX73" fmla="*/ 792130 w 818646"/>
              <a:gd name="connsiteY73" fmla="*/ 286312 h 818728"/>
              <a:gd name="connsiteX74" fmla="*/ 757534 w 818646"/>
              <a:gd name="connsiteY74" fmla="*/ 260084 h 818728"/>
              <a:gd name="connsiteX75" fmla="*/ 757247 w 818646"/>
              <a:gd name="connsiteY75" fmla="*/ 255909 h 818728"/>
              <a:gd name="connsiteX76" fmla="*/ 757247 w 818646"/>
              <a:gd name="connsiteY76" fmla="*/ 112564 h 818728"/>
              <a:gd name="connsiteX77" fmla="*/ 757002 w 818646"/>
              <a:gd name="connsiteY77" fmla="*/ 107324 h 818728"/>
              <a:gd name="connsiteX78" fmla="*/ 711321 w 818646"/>
              <a:gd name="connsiteY78" fmla="*/ 61644 h 818728"/>
              <a:gd name="connsiteX79" fmla="*/ 706082 w 818646"/>
              <a:gd name="connsiteY79" fmla="*/ 61398 h 818728"/>
              <a:gd name="connsiteX80" fmla="*/ 562819 w 818646"/>
              <a:gd name="connsiteY80" fmla="*/ 61398 h 818728"/>
              <a:gd name="connsiteX81" fmla="*/ 558644 w 818646"/>
              <a:gd name="connsiteY81" fmla="*/ 61112 h 818728"/>
              <a:gd name="connsiteX82" fmla="*/ 532415 w 818646"/>
              <a:gd name="connsiteY82" fmla="*/ 34884 h 818728"/>
              <a:gd name="connsiteX83" fmla="*/ 558644 w 818646"/>
              <a:gd name="connsiteY83" fmla="*/ 287 h 818728"/>
              <a:gd name="connsiteX84" fmla="*/ 112564 w 818646"/>
              <a:gd name="connsiteY84" fmla="*/ 0 h 818728"/>
              <a:gd name="connsiteX85" fmla="*/ 255827 w 818646"/>
              <a:gd name="connsiteY85" fmla="*/ 0 h 818728"/>
              <a:gd name="connsiteX86" fmla="*/ 286526 w 818646"/>
              <a:gd name="connsiteY86" fmla="*/ 30699 h 818728"/>
              <a:gd name="connsiteX87" fmla="*/ 260002 w 818646"/>
              <a:gd name="connsiteY87" fmla="*/ 61112 h 818728"/>
              <a:gd name="connsiteX88" fmla="*/ 255827 w 818646"/>
              <a:gd name="connsiteY88" fmla="*/ 61398 h 818728"/>
              <a:gd name="connsiteX89" fmla="*/ 112564 w 818646"/>
              <a:gd name="connsiteY89" fmla="*/ 61398 h 818728"/>
              <a:gd name="connsiteX90" fmla="*/ 61685 w 818646"/>
              <a:gd name="connsiteY90" fmla="*/ 107324 h 818728"/>
              <a:gd name="connsiteX91" fmla="*/ 61398 w 818646"/>
              <a:gd name="connsiteY91" fmla="*/ 112564 h 818728"/>
              <a:gd name="connsiteX92" fmla="*/ 61398 w 818646"/>
              <a:gd name="connsiteY92" fmla="*/ 255909 h 818728"/>
              <a:gd name="connsiteX93" fmla="*/ 34884 w 818646"/>
              <a:gd name="connsiteY93" fmla="*/ 286312 h 818728"/>
              <a:gd name="connsiteX94" fmla="*/ 287 w 818646"/>
              <a:gd name="connsiteY94" fmla="*/ 260084 h 818728"/>
              <a:gd name="connsiteX95" fmla="*/ 0 w 818646"/>
              <a:gd name="connsiteY95" fmla="*/ 255909 h 818728"/>
              <a:gd name="connsiteX96" fmla="*/ 0 w 818646"/>
              <a:gd name="connsiteY96" fmla="*/ 112564 h 818728"/>
              <a:gd name="connsiteX97" fmla="*/ 105728 w 818646"/>
              <a:gd name="connsiteY97" fmla="*/ 205 h 81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18646" h="818728">
                <a:moveTo>
                  <a:pt x="783763" y="532415"/>
                </a:moveTo>
                <a:cubicBezTo>
                  <a:pt x="800558" y="530106"/>
                  <a:pt x="816047" y="541849"/>
                  <a:pt x="818359" y="558644"/>
                </a:cubicBezTo>
                <a:lnTo>
                  <a:pt x="818646" y="562819"/>
                </a:lnTo>
                <a:lnTo>
                  <a:pt x="818646" y="706164"/>
                </a:lnTo>
                <a:cubicBezTo>
                  <a:pt x="818650" y="765663"/>
                  <a:pt x="772347" y="814888"/>
                  <a:pt x="712959" y="818523"/>
                </a:cubicBezTo>
                <a:lnTo>
                  <a:pt x="706082" y="818728"/>
                </a:lnTo>
                <a:lnTo>
                  <a:pt x="562819" y="818728"/>
                </a:lnTo>
                <a:cubicBezTo>
                  <a:pt x="547486" y="818724"/>
                  <a:pt x="534506" y="807406"/>
                  <a:pt x="532415" y="792212"/>
                </a:cubicBezTo>
                <a:cubicBezTo>
                  <a:pt x="530106" y="775417"/>
                  <a:pt x="541849" y="759929"/>
                  <a:pt x="558644" y="757616"/>
                </a:cubicBezTo>
                <a:lnTo>
                  <a:pt x="562819" y="757329"/>
                </a:lnTo>
                <a:lnTo>
                  <a:pt x="706082" y="757329"/>
                </a:lnTo>
                <a:cubicBezTo>
                  <a:pt x="732320" y="757342"/>
                  <a:pt x="754317" y="737502"/>
                  <a:pt x="757002" y="711403"/>
                </a:cubicBezTo>
                <a:lnTo>
                  <a:pt x="757247" y="706164"/>
                </a:lnTo>
                <a:lnTo>
                  <a:pt x="757247" y="562819"/>
                </a:lnTo>
                <a:cubicBezTo>
                  <a:pt x="757252" y="547486"/>
                  <a:pt x="768569" y="534506"/>
                  <a:pt x="783763" y="532415"/>
                </a:cubicBezTo>
                <a:close/>
                <a:moveTo>
                  <a:pt x="26515" y="532415"/>
                </a:moveTo>
                <a:cubicBezTo>
                  <a:pt x="43311" y="530106"/>
                  <a:pt x="58801" y="541849"/>
                  <a:pt x="61112" y="558644"/>
                </a:cubicBezTo>
                <a:lnTo>
                  <a:pt x="61398" y="562819"/>
                </a:lnTo>
                <a:lnTo>
                  <a:pt x="61398" y="706164"/>
                </a:lnTo>
                <a:lnTo>
                  <a:pt x="61685" y="711403"/>
                </a:lnTo>
                <a:cubicBezTo>
                  <a:pt x="64155" y="735521"/>
                  <a:pt x="83210" y="754591"/>
                  <a:pt x="107324" y="757084"/>
                </a:cubicBezTo>
                <a:lnTo>
                  <a:pt x="112564" y="757329"/>
                </a:lnTo>
                <a:lnTo>
                  <a:pt x="255827" y="757329"/>
                </a:lnTo>
                <a:lnTo>
                  <a:pt x="260002" y="757616"/>
                </a:lnTo>
                <a:cubicBezTo>
                  <a:pt x="273757" y="759437"/>
                  <a:pt x="284579" y="770260"/>
                  <a:pt x="286402" y="784017"/>
                </a:cubicBezTo>
                <a:cubicBezTo>
                  <a:pt x="288630" y="800824"/>
                  <a:pt x="276810" y="816255"/>
                  <a:pt x="260002" y="818482"/>
                </a:cubicBezTo>
                <a:lnTo>
                  <a:pt x="255827" y="818728"/>
                </a:lnTo>
                <a:lnTo>
                  <a:pt x="112564" y="818728"/>
                </a:lnTo>
                <a:lnTo>
                  <a:pt x="105728" y="818523"/>
                </a:lnTo>
                <a:cubicBezTo>
                  <a:pt x="49058" y="815089"/>
                  <a:pt x="3817" y="769986"/>
                  <a:pt x="205" y="713327"/>
                </a:cubicBezTo>
                <a:lnTo>
                  <a:pt x="0" y="706164"/>
                </a:lnTo>
                <a:lnTo>
                  <a:pt x="0" y="562819"/>
                </a:lnTo>
                <a:lnTo>
                  <a:pt x="287" y="558644"/>
                </a:lnTo>
                <a:cubicBezTo>
                  <a:pt x="2162" y="545009"/>
                  <a:pt x="12881" y="534293"/>
                  <a:pt x="26515" y="532415"/>
                </a:cubicBezTo>
                <a:close/>
                <a:moveTo>
                  <a:pt x="409446" y="327458"/>
                </a:moveTo>
                <a:cubicBezTo>
                  <a:pt x="488568" y="327458"/>
                  <a:pt x="552709" y="391599"/>
                  <a:pt x="552709" y="470721"/>
                </a:cubicBezTo>
                <a:cubicBezTo>
                  <a:pt x="552709" y="549843"/>
                  <a:pt x="488568" y="613984"/>
                  <a:pt x="409446" y="613984"/>
                </a:cubicBezTo>
                <a:cubicBezTo>
                  <a:pt x="330324" y="613984"/>
                  <a:pt x="266183" y="549843"/>
                  <a:pt x="266183" y="470721"/>
                </a:cubicBezTo>
                <a:cubicBezTo>
                  <a:pt x="266183" y="391599"/>
                  <a:pt x="330324" y="327458"/>
                  <a:pt x="409446" y="327458"/>
                </a:cubicBezTo>
                <a:close/>
                <a:moveTo>
                  <a:pt x="409446" y="194428"/>
                </a:moveTo>
                <a:cubicBezTo>
                  <a:pt x="521027" y="194428"/>
                  <a:pt x="595074" y="239454"/>
                  <a:pt x="640918" y="285298"/>
                </a:cubicBezTo>
                <a:cubicBezTo>
                  <a:pt x="659616" y="303987"/>
                  <a:pt x="675849" y="324992"/>
                  <a:pt x="689218" y="347801"/>
                </a:cubicBezTo>
                <a:cubicBezTo>
                  <a:pt x="694719" y="357248"/>
                  <a:pt x="699615" y="367039"/>
                  <a:pt x="703872" y="377109"/>
                </a:cubicBezTo>
                <a:lnTo>
                  <a:pt x="704117" y="377723"/>
                </a:lnTo>
                <a:lnTo>
                  <a:pt x="704199" y="377927"/>
                </a:lnTo>
                <a:lnTo>
                  <a:pt x="704199" y="378009"/>
                </a:lnTo>
                <a:lnTo>
                  <a:pt x="704240" y="378091"/>
                </a:lnTo>
                <a:cubicBezTo>
                  <a:pt x="710175" y="393961"/>
                  <a:pt x="702136" y="411639"/>
                  <a:pt x="686271" y="417591"/>
                </a:cubicBezTo>
                <a:cubicBezTo>
                  <a:pt x="670422" y="423342"/>
                  <a:pt x="652878" y="415381"/>
                  <a:pt x="646771" y="399663"/>
                </a:cubicBezTo>
                <a:lnTo>
                  <a:pt x="646444" y="398844"/>
                </a:lnTo>
                <a:cubicBezTo>
                  <a:pt x="646444" y="398844"/>
                  <a:pt x="645502" y="396593"/>
                  <a:pt x="644643" y="394751"/>
                </a:cubicBezTo>
                <a:cubicBezTo>
                  <a:pt x="642080" y="389290"/>
                  <a:pt x="639268" y="383949"/>
                  <a:pt x="636211" y="378746"/>
                </a:cubicBezTo>
                <a:cubicBezTo>
                  <a:pt x="625503" y="360482"/>
                  <a:pt x="612503" y="343659"/>
                  <a:pt x="597530" y="328686"/>
                </a:cubicBezTo>
                <a:cubicBezTo>
                  <a:pt x="561509" y="292665"/>
                  <a:pt x="502567" y="255826"/>
                  <a:pt x="409446" y="255826"/>
                </a:cubicBezTo>
                <a:cubicBezTo>
                  <a:pt x="316366" y="255826"/>
                  <a:pt x="257382" y="292665"/>
                  <a:pt x="221362" y="328686"/>
                </a:cubicBezTo>
                <a:cubicBezTo>
                  <a:pt x="206388" y="343655"/>
                  <a:pt x="193390" y="360478"/>
                  <a:pt x="182681" y="378746"/>
                </a:cubicBezTo>
                <a:cubicBezTo>
                  <a:pt x="178888" y="385230"/>
                  <a:pt x="175471" y="391926"/>
                  <a:pt x="172448" y="398803"/>
                </a:cubicBezTo>
                <a:lnTo>
                  <a:pt x="172120" y="399663"/>
                </a:lnTo>
                <a:lnTo>
                  <a:pt x="172120" y="399744"/>
                </a:lnTo>
                <a:cubicBezTo>
                  <a:pt x="166119" y="415561"/>
                  <a:pt x="148455" y="423538"/>
                  <a:pt x="132621" y="417591"/>
                </a:cubicBezTo>
                <a:cubicBezTo>
                  <a:pt x="108143" y="408422"/>
                  <a:pt x="114692" y="377927"/>
                  <a:pt x="114774" y="377723"/>
                </a:cubicBezTo>
                <a:lnTo>
                  <a:pt x="115020" y="377109"/>
                </a:lnTo>
                <a:cubicBezTo>
                  <a:pt x="116087" y="374330"/>
                  <a:pt x="117275" y="371599"/>
                  <a:pt x="118581" y="368922"/>
                </a:cubicBezTo>
                <a:cubicBezTo>
                  <a:pt x="121037" y="363642"/>
                  <a:pt x="124639" y="356397"/>
                  <a:pt x="129633" y="347801"/>
                </a:cubicBezTo>
                <a:cubicBezTo>
                  <a:pt x="143001" y="324992"/>
                  <a:pt x="159233" y="303987"/>
                  <a:pt x="177933" y="285298"/>
                </a:cubicBezTo>
                <a:cubicBezTo>
                  <a:pt x="223859" y="239454"/>
                  <a:pt x="297905" y="194428"/>
                  <a:pt x="409446" y="194428"/>
                </a:cubicBezTo>
                <a:close/>
                <a:moveTo>
                  <a:pt x="562819" y="0"/>
                </a:moveTo>
                <a:lnTo>
                  <a:pt x="706082" y="0"/>
                </a:lnTo>
                <a:lnTo>
                  <a:pt x="712959" y="205"/>
                </a:lnTo>
                <a:cubicBezTo>
                  <a:pt x="769629" y="3663"/>
                  <a:pt x="814851" y="48781"/>
                  <a:pt x="818441" y="105442"/>
                </a:cubicBezTo>
                <a:lnTo>
                  <a:pt x="818646" y="112564"/>
                </a:lnTo>
                <a:lnTo>
                  <a:pt x="818646" y="255909"/>
                </a:lnTo>
                <a:lnTo>
                  <a:pt x="818359" y="260084"/>
                </a:lnTo>
                <a:cubicBezTo>
                  <a:pt x="816485" y="273717"/>
                  <a:pt x="805764" y="284436"/>
                  <a:pt x="792130" y="286312"/>
                </a:cubicBezTo>
                <a:cubicBezTo>
                  <a:pt x="775335" y="288623"/>
                  <a:pt x="759847" y="276880"/>
                  <a:pt x="757534" y="260084"/>
                </a:cubicBezTo>
                <a:lnTo>
                  <a:pt x="757247" y="255909"/>
                </a:lnTo>
                <a:lnTo>
                  <a:pt x="757247" y="112564"/>
                </a:lnTo>
                <a:lnTo>
                  <a:pt x="757002" y="107324"/>
                </a:lnTo>
                <a:cubicBezTo>
                  <a:pt x="754529" y="83194"/>
                  <a:pt x="735451" y="64118"/>
                  <a:pt x="711321" y="61644"/>
                </a:cubicBezTo>
                <a:lnTo>
                  <a:pt x="706082" y="61398"/>
                </a:lnTo>
                <a:lnTo>
                  <a:pt x="562819" y="61398"/>
                </a:lnTo>
                <a:lnTo>
                  <a:pt x="558644" y="61112"/>
                </a:lnTo>
                <a:cubicBezTo>
                  <a:pt x="545009" y="59236"/>
                  <a:pt x="534293" y="48517"/>
                  <a:pt x="532415" y="34884"/>
                </a:cubicBezTo>
                <a:cubicBezTo>
                  <a:pt x="530106" y="18087"/>
                  <a:pt x="541849" y="2598"/>
                  <a:pt x="558644" y="287"/>
                </a:cubicBezTo>
                <a:close/>
                <a:moveTo>
                  <a:pt x="112564" y="0"/>
                </a:moveTo>
                <a:lnTo>
                  <a:pt x="255827" y="0"/>
                </a:lnTo>
                <a:cubicBezTo>
                  <a:pt x="272781" y="0"/>
                  <a:pt x="286526" y="13745"/>
                  <a:pt x="286526" y="30699"/>
                </a:cubicBezTo>
                <a:cubicBezTo>
                  <a:pt x="286525" y="46040"/>
                  <a:pt x="275200" y="59026"/>
                  <a:pt x="260002" y="61112"/>
                </a:cubicBezTo>
                <a:lnTo>
                  <a:pt x="255827" y="61398"/>
                </a:lnTo>
                <a:lnTo>
                  <a:pt x="112564" y="61398"/>
                </a:lnTo>
                <a:cubicBezTo>
                  <a:pt x="86341" y="61407"/>
                  <a:pt x="64370" y="81240"/>
                  <a:pt x="61685" y="107324"/>
                </a:cubicBezTo>
                <a:lnTo>
                  <a:pt x="61398" y="112564"/>
                </a:lnTo>
                <a:lnTo>
                  <a:pt x="61398" y="255909"/>
                </a:lnTo>
                <a:cubicBezTo>
                  <a:pt x="61394" y="271243"/>
                  <a:pt x="50075" y="284222"/>
                  <a:pt x="34884" y="286312"/>
                </a:cubicBezTo>
                <a:cubicBezTo>
                  <a:pt x="18087" y="288623"/>
                  <a:pt x="2598" y="276880"/>
                  <a:pt x="287" y="260084"/>
                </a:cubicBezTo>
                <a:lnTo>
                  <a:pt x="0" y="255909"/>
                </a:lnTo>
                <a:lnTo>
                  <a:pt x="0" y="112564"/>
                </a:lnTo>
                <a:cubicBezTo>
                  <a:pt x="-2" y="53050"/>
                  <a:pt x="46324" y="3819"/>
                  <a:pt x="105728" y="205"/>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5" name="Freeform 24">
            <a:extLst>
              <a:ext uri="{FF2B5EF4-FFF2-40B4-BE49-F238E27FC236}">
                <a16:creationId xmlns:a16="http://schemas.microsoft.com/office/drawing/2014/main" id="{312A624C-DF20-0A18-9BF7-D66A725C4990}"/>
              </a:ext>
            </a:extLst>
          </p:cNvPr>
          <p:cNvSpPr/>
          <p:nvPr/>
        </p:nvSpPr>
        <p:spPr>
          <a:xfrm>
            <a:off x="10788709" y="5270880"/>
            <a:ext cx="480742" cy="480790"/>
          </a:xfrm>
          <a:custGeom>
            <a:avLst/>
            <a:gdLst>
              <a:gd name="connsiteX0" fmla="*/ 783763 w 818646"/>
              <a:gd name="connsiteY0" fmla="*/ 532415 h 818728"/>
              <a:gd name="connsiteX1" fmla="*/ 818359 w 818646"/>
              <a:gd name="connsiteY1" fmla="*/ 558644 h 818728"/>
              <a:gd name="connsiteX2" fmla="*/ 818646 w 818646"/>
              <a:gd name="connsiteY2" fmla="*/ 562819 h 818728"/>
              <a:gd name="connsiteX3" fmla="*/ 818646 w 818646"/>
              <a:gd name="connsiteY3" fmla="*/ 706164 h 818728"/>
              <a:gd name="connsiteX4" fmla="*/ 712959 w 818646"/>
              <a:gd name="connsiteY4" fmla="*/ 818523 h 818728"/>
              <a:gd name="connsiteX5" fmla="*/ 706082 w 818646"/>
              <a:gd name="connsiteY5" fmla="*/ 818728 h 818728"/>
              <a:gd name="connsiteX6" fmla="*/ 562819 w 818646"/>
              <a:gd name="connsiteY6" fmla="*/ 818728 h 818728"/>
              <a:gd name="connsiteX7" fmla="*/ 532415 w 818646"/>
              <a:gd name="connsiteY7" fmla="*/ 792212 h 818728"/>
              <a:gd name="connsiteX8" fmla="*/ 558644 w 818646"/>
              <a:gd name="connsiteY8" fmla="*/ 757616 h 818728"/>
              <a:gd name="connsiteX9" fmla="*/ 562819 w 818646"/>
              <a:gd name="connsiteY9" fmla="*/ 757329 h 818728"/>
              <a:gd name="connsiteX10" fmla="*/ 706082 w 818646"/>
              <a:gd name="connsiteY10" fmla="*/ 757329 h 818728"/>
              <a:gd name="connsiteX11" fmla="*/ 757002 w 818646"/>
              <a:gd name="connsiteY11" fmla="*/ 711403 h 818728"/>
              <a:gd name="connsiteX12" fmla="*/ 757247 w 818646"/>
              <a:gd name="connsiteY12" fmla="*/ 706164 h 818728"/>
              <a:gd name="connsiteX13" fmla="*/ 757247 w 818646"/>
              <a:gd name="connsiteY13" fmla="*/ 562819 h 818728"/>
              <a:gd name="connsiteX14" fmla="*/ 783763 w 818646"/>
              <a:gd name="connsiteY14" fmla="*/ 532415 h 818728"/>
              <a:gd name="connsiteX15" fmla="*/ 26515 w 818646"/>
              <a:gd name="connsiteY15" fmla="*/ 532415 h 818728"/>
              <a:gd name="connsiteX16" fmla="*/ 61112 w 818646"/>
              <a:gd name="connsiteY16" fmla="*/ 558644 h 818728"/>
              <a:gd name="connsiteX17" fmla="*/ 61398 w 818646"/>
              <a:gd name="connsiteY17" fmla="*/ 562819 h 818728"/>
              <a:gd name="connsiteX18" fmla="*/ 61398 w 818646"/>
              <a:gd name="connsiteY18" fmla="*/ 706164 h 818728"/>
              <a:gd name="connsiteX19" fmla="*/ 61685 w 818646"/>
              <a:gd name="connsiteY19" fmla="*/ 711403 h 818728"/>
              <a:gd name="connsiteX20" fmla="*/ 107324 w 818646"/>
              <a:gd name="connsiteY20" fmla="*/ 757084 h 818728"/>
              <a:gd name="connsiteX21" fmla="*/ 112564 w 818646"/>
              <a:gd name="connsiteY21" fmla="*/ 757329 h 818728"/>
              <a:gd name="connsiteX22" fmla="*/ 255827 w 818646"/>
              <a:gd name="connsiteY22" fmla="*/ 757329 h 818728"/>
              <a:gd name="connsiteX23" fmla="*/ 260002 w 818646"/>
              <a:gd name="connsiteY23" fmla="*/ 757616 h 818728"/>
              <a:gd name="connsiteX24" fmla="*/ 286402 w 818646"/>
              <a:gd name="connsiteY24" fmla="*/ 784017 h 818728"/>
              <a:gd name="connsiteX25" fmla="*/ 260002 w 818646"/>
              <a:gd name="connsiteY25" fmla="*/ 818482 h 818728"/>
              <a:gd name="connsiteX26" fmla="*/ 255827 w 818646"/>
              <a:gd name="connsiteY26" fmla="*/ 818728 h 818728"/>
              <a:gd name="connsiteX27" fmla="*/ 112564 w 818646"/>
              <a:gd name="connsiteY27" fmla="*/ 818728 h 818728"/>
              <a:gd name="connsiteX28" fmla="*/ 105728 w 818646"/>
              <a:gd name="connsiteY28" fmla="*/ 818523 h 818728"/>
              <a:gd name="connsiteX29" fmla="*/ 205 w 818646"/>
              <a:gd name="connsiteY29" fmla="*/ 713327 h 818728"/>
              <a:gd name="connsiteX30" fmla="*/ 0 w 818646"/>
              <a:gd name="connsiteY30" fmla="*/ 706164 h 818728"/>
              <a:gd name="connsiteX31" fmla="*/ 0 w 818646"/>
              <a:gd name="connsiteY31" fmla="*/ 562819 h 818728"/>
              <a:gd name="connsiteX32" fmla="*/ 287 w 818646"/>
              <a:gd name="connsiteY32" fmla="*/ 558644 h 818728"/>
              <a:gd name="connsiteX33" fmla="*/ 26515 w 818646"/>
              <a:gd name="connsiteY33" fmla="*/ 532415 h 818728"/>
              <a:gd name="connsiteX34" fmla="*/ 409446 w 818646"/>
              <a:gd name="connsiteY34" fmla="*/ 327458 h 818728"/>
              <a:gd name="connsiteX35" fmla="*/ 552709 w 818646"/>
              <a:gd name="connsiteY35" fmla="*/ 470721 h 818728"/>
              <a:gd name="connsiteX36" fmla="*/ 409446 w 818646"/>
              <a:gd name="connsiteY36" fmla="*/ 613984 h 818728"/>
              <a:gd name="connsiteX37" fmla="*/ 266183 w 818646"/>
              <a:gd name="connsiteY37" fmla="*/ 470721 h 818728"/>
              <a:gd name="connsiteX38" fmla="*/ 409446 w 818646"/>
              <a:gd name="connsiteY38" fmla="*/ 327458 h 818728"/>
              <a:gd name="connsiteX39" fmla="*/ 409446 w 818646"/>
              <a:gd name="connsiteY39" fmla="*/ 194428 h 818728"/>
              <a:gd name="connsiteX40" fmla="*/ 640918 w 818646"/>
              <a:gd name="connsiteY40" fmla="*/ 285298 h 818728"/>
              <a:gd name="connsiteX41" fmla="*/ 689218 w 818646"/>
              <a:gd name="connsiteY41" fmla="*/ 347801 h 818728"/>
              <a:gd name="connsiteX42" fmla="*/ 703872 w 818646"/>
              <a:gd name="connsiteY42" fmla="*/ 377109 h 818728"/>
              <a:gd name="connsiteX43" fmla="*/ 704117 w 818646"/>
              <a:gd name="connsiteY43" fmla="*/ 377723 h 818728"/>
              <a:gd name="connsiteX44" fmla="*/ 704199 w 818646"/>
              <a:gd name="connsiteY44" fmla="*/ 377927 h 818728"/>
              <a:gd name="connsiteX45" fmla="*/ 704199 w 818646"/>
              <a:gd name="connsiteY45" fmla="*/ 378009 h 818728"/>
              <a:gd name="connsiteX46" fmla="*/ 704240 w 818646"/>
              <a:gd name="connsiteY46" fmla="*/ 378091 h 818728"/>
              <a:gd name="connsiteX47" fmla="*/ 686271 w 818646"/>
              <a:gd name="connsiteY47" fmla="*/ 417591 h 818728"/>
              <a:gd name="connsiteX48" fmla="*/ 646771 w 818646"/>
              <a:gd name="connsiteY48" fmla="*/ 399663 h 818728"/>
              <a:gd name="connsiteX49" fmla="*/ 646444 w 818646"/>
              <a:gd name="connsiteY49" fmla="*/ 398844 h 818728"/>
              <a:gd name="connsiteX50" fmla="*/ 644643 w 818646"/>
              <a:gd name="connsiteY50" fmla="*/ 394751 h 818728"/>
              <a:gd name="connsiteX51" fmla="*/ 636211 w 818646"/>
              <a:gd name="connsiteY51" fmla="*/ 378746 h 818728"/>
              <a:gd name="connsiteX52" fmla="*/ 597530 w 818646"/>
              <a:gd name="connsiteY52" fmla="*/ 328686 h 818728"/>
              <a:gd name="connsiteX53" fmla="*/ 409446 w 818646"/>
              <a:gd name="connsiteY53" fmla="*/ 255826 h 818728"/>
              <a:gd name="connsiteX54" fmla="*/ 221362 w 818646"/>
              <a:gd name="connsiteY54" fmla="*/ 328686 h 818728"/>
              <a:gd name="connsiteX55" fmla="*/ 182681 w 818646"/>
              <a:gd name="connsiteY55" fmla="*/ 378746 h 818728"/>
              <a:gd name="connsiteX56" fmla="*/ 172448 w 818646"/>
              <a:gd name="connsiteY56" fmla="*/ 398803 h 818728"/>
              <a:gd name="connsiteX57" fmla="*/ 172120 w 818646"/>
              <a:gd name="connsiteY57" fmla="*/ 399663 h 818728"/>
              <a:gd name="connsiteX58" fmla="*/ 172120 w 818646"/>
              <a:gd name="connsiteY58" fmla="*/ 399744 h 818728"/>
              <a:gd name="connsiteX59" fmla="*/ 132621 w 818646"/>
              <a:gd name="connsiteY59" fmla="*/ 417591 h 818728"/>
              <a:gd name="connsiteX60" fmla="*/ 114774 w 818646"/>
              <a:gd name="connsiteY60" fmla="*/ 377723 h 818728"/>
              <a:gd name="connsiteX61" fmla="*/ 115020 w 818646"/>
              <a:gd name="connsiteY61" fmla="*/ 377109 h 818728"/>
              <a:gd name="connsiteX62" fmla="*/ 118581 w 818646"/>
              <a:gd name="connsiteY62" fmla="*/ 368922 h 818728"/>
              <a:gd name="connsiteX63" fmla="*/ 129633 w 818646"/>
              <a:gd name="connsiteY63" fmla="*/ 347801 h 818728"/>
              <a:gd name="connsiteX64" fmla="*/ 177933 w 818646"/>
              <a:gd name="connsiteY64" fmla="*/ 285298 h 818728"/>
              <a:gd name="connsiteX65" fmla="*/ 409446 w 818646"/>
              <a:gd name="connsiteY65" fmla="*/ 194428 h 818728"/>
              <a:gd name="connsiteX66" fmla="*/ 562819 w 818646"/>
              <a:gd name="connsiteY66" fmla="*/ 0 h 818728"/>
              <a:gd name="connsiteX67" fmla="*/ 706082 w 818646"/>
              <a:gd name="connsiteY67" fmla="*/ 0 h 818728"/>
              <a:gd name="connsiteX68" fmla="*/ 712959 w 818646"/>
              <a:gd name="connsiteY68" fmla="*/ 205 h 818728"/>
              <a:gd name="connsiteX69" fmla="*/ 818441 w 818646"/>
              <a:gd name="connsiteY69" fmla="*/ 105442 h 818728"/>
              <a:gd name="connsiteX70" fmla="*/ 818646 w 818646"/>
              <a:gd name="connsiteY70" fmla="*/ 112564 h 818728"/>
              <a:gd name="connsiteX71" fmla="*/ 818646 w 818646"/>
              <a:gd name="connsiteY71" fmla="*/ 255909 h 818728"/>
              <a:gd name="connsiteX72" fmla="*/ 818359 w 818646"/>
              <a:gd name="connsiteY72" fmla="*/ 260084 h 818728"/>
              <a:gd name="connsiteX73" fmla="*/ 792130 w 818646"/>
              <a:gd name="connsiteY73" fmla="*/ 286312 h 818728"/>
              <a:gd name="connsiteX74" fmla="*/ 757534 w 818646"/>
              <a:gd name="connsiteY74" fmla="*/ 260084 h 818728"/>
              <a:gd name="connsiteX75" fmla="*/ 757247 w 818646"/>
              <a:gd name="connsiteY75" fmla="*/ 255909 h 818728"/>
              <a:gd name="connsiteX76" fmla="*/ 757247 w 818646"/>
              <a:gd name="connsiteY76" fmla="*/ 112564 h 818728"/>
              <a:gd name="connsiteX77" fmla="*/ 757002 w 818646"/>
              <a:gd name="connsiteY77" fmla="*/ 107324 h 818728"/>
              <a:gd name="connsiteX78" fmla="*/ 711321 w 818646"/>
              <a:gd name="connsiteY78" fmla="*/ 61644 h 818728"/>
              <a:gd name="connsiteX79" fmla="*/ 706082 w 818646"/>
              <a:gd name="connsiteY79" fmla="*/ 61398 h 818728"/>
              <a:gd name="connsiteX80" fmla="*/ 562819 w 818646"/>
              <a:gd name="connsiteY80" fmla="*/ 61398 h 818728"/>
              <a:gd name="connsiteX81" fmla="*/ 558644 w 818646"/>
              <a:gd name="connsiteY81" fmla="*/ 61112 h 818728"/>
              <a:gd name="connsiteX82" fmla="*/ 532415 w 818646"/>
              <a:gd name="connsiteY82" fmla="*/ 34884 h 818728"/>
              <a:gd name="connsiteX83" fmla="*/ 558644 w 818646"/>
              <a:gd name="connsiteY83" fmla="*/ 287 h 818728"/>
              <a:gd name="connsiteX84" fmla="*/ 112564 w 818646"/>
              <a:gd name="connsiteY84" fmla="*/ 0 h 818728"/>
              <a:gd name="connsiteX85" fmla="*/ 255827 w 818646"/>
              <a:gd name="connsiteY85" fmla="*/ 0 h 818728"/>
              <a:gd name="connsiteX86" fmla="*/ 286526 w 818646"/>
              <a:gd name="connsiteY86" fmla="*/ 30699 h 818728"/>
              <a:gd name="connsiteX87" fmla="*/ 260002 w 818646"/>
              <a:gd name="connsiteY87" fmla="*/ 61112 h 818728"/>
              <a:gd name="connsiteX88" fmla="*/ 255827 w 818646"/>
              <a:gd name="connsiteY88" fmla="*/ 61398 h 818728"/>
              <a:gd name="connsiteX89" fmla="*/ 112564 w 818646"/>
              <a:gd name="connsiteY89" fmla="*/ 61398 h 818728"/>
              <a:gd name="connsiteX90" fmla="*/ 61685 w 818646"/>
              <a:gd name="connsiteY90" fmla="*/ 107324 h 818728"/>
              <a:gd name="connsiteX91" fmla="*/ 61398 w 818646"/>
              <a:gd name="connsiteY91" fmla="*/ 112564 h 818728"/>
              <a:gd name="connsiteX92" fmla="*/ 61398 w 818646"/>
              <a:gd name="connsiteY92" fmla="*/ 255909 h 818728"/>
              <a:gd name="connsiteX93" fmla="*/ 34884 w 818646"/>
              <a:gd name="connsiteY93" fmla="*/ 286312 h 818728"/>
              <a:gd name="connsiteX94" fmla="*/ 287 w 818646"/>
              <a:gd name="connsiteY94" fmla="*/ 260084 h 818728"/>
              <a:gd name="connsiteX95" fmla="*/ 0 w 818646"/>
              <a:gd name="connsiteY95" fmla="*/ 255909 h 818728"/>
              <a:gd name="connsiteX96" fmla="*/ 0 w 818646"/>
              <a:gd name="connsiteY96" fmla="*/ 112564 h 818728"/>
              <a:gd name="connsiteX97" fmla="*/ 105728 w 818646"/>
              <a:gd name="connsiteY97" fmla="*/ 205 h 81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18646" h="818728">
                <a:moveTo>
                  <a:pt x="783763" y="532415"/>
                </a:moveTo>
                <a:cubicBezTo>
                  <a:pt x="800558" y="530106"/>
                  <a:pt x="816047" y="541849"/>
                  <a:pt x="818359" y="558644"/>
                </a:cubicBezTo>
                <a:lnTo>
                  <a:pt x="818646" y="562819"/>
                </a:lnTo>
                <a:lnTo>
                  <a:pt x="818646" y="706164"/>
                </a:lnTo>
                <a:cubicBezTo>
                  <a:pt x="818650" y="765663"/>
                  <a:pt x="772347" y="814888"/>
                  <a:pt x="712959" y="818523"/>
                </a:cubicBezTo>
                <a:lnTo>
                  <a:pt x="706082" y="818728"/>
                </a:lnTo>
                <a:lnTo>
                  <a:pt x="562819" y="818728"/>
                </a:lnTo>
                <a:cubicBezTo>
                  <a:pt x="547486" y="818724"/>
                  <a:pt x="534506" y="807406"/>
                  <a:pt x="532415" y="792212"/>
                </a:cubicBezTo>
                <a:cubicBezTo>
                  <a:pt x="530106" y="775417"/>
                  <a:pt x="541849" y="759929"/>
                  <a:pt x="558644" y="757616"/>
                </a:cubicBezTo>
                <a:lnTo>
                  <a:pt x="562819" y="757329"/>
                </a:lnTo>
                <a:lnTo>
                  <a:pt x="706082" y="757329"/>
                </a:lnTo>
                <a:cubicBezTo>
                  <a:pt x="732320" y="757342"/>
                  <a:pt x="754317" y="737502"/>
                  <a:pt x="757002" y="711403"/>
                </a:cubicBezTo>
                <a:lnTo>
                  <a:pt x="757247" y="706164"/>
                </a:lnTo>
                <a:lnTo>
                  <a:pt x="757247" y="562819"/>
                </a:lnTo>
                <a:cubicBezTo>
                  <a:pt x="757252" y="547486"/>
                  <a:pt x="768569" y="534506"/>
                  <a:pt x="783763" y="532415"/>
                </a:cubicBezTo>
                <a:close/>
                <a:moveTo>
                  <a:pt x="26515" y="532415"/>
                </a:moveTo>
                <a:cubicBezTo>
                  <a:pt x="43311" y="530106"/>
                  <a:pt x="58801" y="541849"/>
                  <a:pt x="61112" y="558644"/>
                </a:cubicBezTo>
                <a:lnTo>
                  <a:pt x="61398" y="562819"/>
                </a:lnTo>
                <a:lnTo>
                  <a:pt x="61398" y="706164"/>
                </a:lnTo>
                <a:lnTo>
                  <a:pt x="61685" y="711403"/>
                </a:lnTo>
                <a:cubicBezTo>
                  <a:pt x="64155" y="735521"/>
                  <a:pt x="83210" y="754591"/>
                  <a:pt x="107324" y="757084"/>
                </a:cubicBezTo>
                <a:lnTo>
                  <a:pt x="112564" y="757329"/>
                </a:lnTo>
                <a:lnTo>
                  <a:pt x="255827" y="757329"/>
                </a:lnTo>
                <a:lnTo>
                  <a:pt x="260002" y="757616"/>
                </a:lnTo>
                <a:cubicBezTo>
                  <a:pt x="273757" y="759437"/>
                  <a:pt x="284579" y="770260"/>
                  <a:pt x="286402" y="784017"/>
                </a:cubicBezTo>
                <a:cubicBezTo>
                  <a:pt x="288630" y="800824"/>
                  <a:pt x="276810" y="816255"/>
                  <a:pt x="260002" y="818482"/>
                </a:cubicBezTo>
                <a:lnTo>
                  <a:pt x="255827" y="818728"/>
                </a:lnTo>
                <a:lnTo>
                  <a:pt x="112564" y="818728"/>
                </a:lnTo>
                <a:lnTo>
                  <a:pt x="105728" y="818523"/>
                </a:lnTo>
                <a:cubicBezTo>
                  <a:pt x="49058" y="815089"/>
                  <a:pt x="3817" y="769986"/>
                  <a:pt x="205" y="713327"/>
                </a:cubicBezTo>
                <a:lnTo>
                  <a:pt x="0" y="706164"/>
                </a:lnTo>
                <a:lnTo>
                  <a:pt x="0" y="562819"/>
                </a:lnTo>
                <a:lnTo>
                  <a:pt x="287" y="558644"/>
                </a:lnTo>
                <a:cubicBezTo>
                  <a:pt x="2162" y="545009"/>
                  <a:pt x="12881" y="534293"/>
                  <a:pt x="26515" y="532415"/>
                </a:cubicBezTo>
                <a:close/>
                <a:moveTo>
                  <a:pt x="409446" y="327458"/>
                </a:moveTo>
                <a:cubicBezTo>
                  <a:pt x="488568" y="327458"/>
                  <a:pt x="552709" y="391599"/>
                  <a:pt x="552709" y="470721"/>
                </a:cubicBezTo>
                <a:cubicBezTo>
                  <a:pt x="552709" y="549843"/>
                  <a:pt x="488568" y="613984"/>
                  <a:pt x="409446" y="613984"/>
                </a:cubicBezTo>
                <a:cubicBezTo>
                  <a:pt x="330324" y="613984"/>
                  <a:pt x="266183" y="549843"/>
                  <a:pt x="266183" y="470721"/>
                </a:cubicBezTo>
                <a:cubicBezTo>
                  <a:pt x="266183" y="391599"/>
                  <a:pt x="330324" y="327458"/>
                  <a:pt x="409446" y="327458"/>
                </a:cubicBezTo>
                <a:close/>
                <a:moveTo>
                  <a:pt x="409446" y="194428"/>
                </a:moveTo>
                <a:cubicBezTo>
                  <a:pt x="521027" y="194428"/>
                  <a:pt x="595074" y="239454"/>
                  <a:pt x="640918" y="285298"/>
                </a:cubicBezTo>
                <a:cubicBezTo>
                  <a:pt x="659616" y="303987"/>
                  <a:pt x="675849" y="324992"/>
                  <a:pt x="689218" y="347801"/>
                </a:cubicBezTo>
                <a:cubicBezTo>
                  <a:pt x="694719" y="357248"/>
                  <a:pt x="699615" y="367039"/>
                  <a:pt x="703872" y="377109"/>
                </a:cubicBezTo>
                <a:lnTo>
                  <a:pt x="704117" y="377723"/>
                </a:lnTo>
                <a:lnTo>
                  <a:pt x="704199" y="377927"/>
                </a:lnTo>
                <a:lnTo>
                  <a:pt x="704199" y="378009"/>
                </a:lnTo>
                <a:lnTo>
                  <a:pt x="704240" y="378091"/>
                </a:lnTo>
                <a:cubicBezTo>
                  <a:pt x="710175" y="393961"/>
                  <a:pt x="702136" y="411639"/>
                  <a:pt x="686271" y="417591"/>
                </a:cubicBezTo>
                <a:cubicBezTo>
                  <a:pt x="670422" y="423342"/>
                  <a:pt x="652878" y="415381"/>
                  <a:pt x="646771" y="399663"/>
                </a:cubicBezTo>
                <a:lnTo>
                  <a:pt x="646444" y="398844"/>
                </a:lnTo>
                <a:cubicBezTo>
                  <a:pt x="646444" y="398844"/>
                  <a:pt x="645502" y="396593"/>
                  <a:pt x="644643" y="394751"/>
                </a:cubicBezTo>
                <a:cubicBezTo>
                  <a:pt x="642080" y="389290"/>
                  <a:pt x="639268" y="383949"/>
                  <a:pt x="636211" y="378746"/>
                </a:cubicBezTo>
                <a:cubicBezTo>
                  <a:pt x="625503" y="360482"/>
                  <a:pt x="612503" y="343659"/>
                  <a:pt x="597530" y="328686"/>
                </a:cubicBezTo>
                <a:cubicBezTo>
                  <a:pt x="561509" y="292665"/>
                  <a:pt x="502567" y="255826"/>
                  <a:pt x="409446" y="255826"/>
                </a:cubicBezTo>
                <a:cubicBezTo>
                  <a:pt x="316366" y="255826"/>
                  <a:pt x="257382" y="292665"/>
                  <a:pt x="221362" y="328686"/>
                </a:cubicBezTo>
                <a:cubicBezTo>
                  <a:pt x="206388" y="343655"/>
                  <a:pt x="193390" y="360478"/>
                  <a:pt x="182681" y="378746"/>
                </a:cubicBezTo>
                <a:cubicBezTo>
                  <a:pt x="178888" y="385230"/>
                  <a:pt x="175471" y="391926"/>
                  <a:pt x="172448" y="398803"/>
                </a:cubicBezTo>
                <a:lnTo>
                  <a:pt x="172120" y="399663"/>
                </a:lnTo>
                <a:lnTo>
                  <a:pt x="172120" y="399744"/>
                </a:lnTo>
                <a:cubicBezTo>
                  <a:pt x="166119" y="415561"/>
                  <a:pt x="148455" y="423538"/>
                  <a:pt x="132621" y="417591"/>
                </a:cubicBezTo>
                <a:cubicBezTo>
                  <a:pt x="108143" y="408422"/>
                  <a:pt x="114692" y="377927"/>
                  <a:pt x="114774" y="377723"/>
                </a:cubicBezTo>
                <a:lnTo>
                  <a:pt x="115020" y="377109"/>
                </a:lnTo>
                <a:cubicBezTo>
                  <a:pt x="116087" y="374330"/>
                  <a:pt x="117275" y="371599"/>
                  <a:pt x="118581" y="368922"/>
                </a:cubicBezTo>
                <a:cubicBezTo>
                  <a:pt x="121037" y="363642"/>
                  <a:pt x="124639" y="356397"/>
                  <a:pt x="129633" y="347801"/>
                </a:cubicBezTo>
                <a:cubicBezTo>
                  <a:pt x="143001" y="324992"/>
                  <a:pt x="159233" y="303987"/>
                  <a:pt x="177933" y="285298"/>
                </a:cubicBezTo>
                <a:cubicBezTo>
                  <a:pt x="223859" y="239454"/>
                  <a:pt x="297905" y="194428"/>
                  <a:pt x="409446" y="194428"/>
                </a:cubicBezTo>
                <a:close/>
                <a:moveTo>
                  <a:pt x="562819" y="0"/>
                </a:moveTo>
                <a:lnTo>
                  <a:pt x="706082" y="0"/>
                </a:lnTo>
                <a:lnTo>
                  <a:pt x="712959" y="205"/>
                </a:lnTo>
                <a:cubicBezTo>
                  <a:pt x="769629" y="3663"/>
                  <a:pt x="814851" y="48781"/>
                  <a:pt x="818441" y="105442"/>
                </a:cubicBezTo>
                <a:lnTo>
                  <a:pt x="818646" y="112564"/>
                </a:lnTo>
                <a:lnTo>
                  <a:pt x="818646" y="255909"/>
                </a:lnTo>
                <a:lnTo>
                  <a:pt x="818359" y="260084"/>
                </a:lnTo>
                <a:cubicBezTo>
                  <a:pt x="816485" y="273717"/>
                  <a:pt x="805764" y="284436"/>
                  <a:pt x="792130" y="286312"/>
                </a:cubicBezTo>
                <a:cubicBezTo>
                  <a:pt x="775335" y="288623"/>
                  <a:pt x="759847" y="276880"/>
                  <a:pt x="757534" y="260084"/>
                </a:cubicBezTo>
                <a:lnTo>
                  <a:pt x="757247" y="255909"/>
                </a:lnTo>
                <a:lnTo>
                  <a:pt x="757247" y="112564"/>
                </a:lnTo>
                <a:lnTo>
                  <a:pt x="757002" y="107324"/>
                </a:lnTo>
                <a:cubicBezTo>
                  <a:pt x="754529" y="83194"/>
                  <a:pt x="735451" y="64118"/>
                  <a:pt x="711321" y="61644"/>
                </a:cubicBezTo>
                <a:lnTo>
                  <a:pt x="706082" y="61398"/>
                </a:lnTo>
                <a:lnTo>
                  <a:pt x="562819" y="61398"/>
                </a:lnTo>
                <a:lnTo>
                  <a:pt x="558644" y="61112"/>
                </a:lnTo>
                <a:cubicBezTo>
                  <a:pt x="545009" y="59236"/>
                  <a:pt x="534293" y="48517"/>
                  <a:pt x="532415" y="34884"/>
                </a:cubicBezTo>
                <a:cubicBezTo>
                  <a:pt x="530106" y="18087"/>
                  <a:pt x="541849" y="2598"/>
                  <a:pt x="558644" y="287"/>
                </a:cubicBezTo>
                <a:close/>
                <a:moveTo>
                  <a:pt x="112564" y="0"/>
                </a:moveTo>
                <a:lnTo>
                  <a:pt x="255827" y="0"/>
                </a:lnTo>
                <a:cubicBezTo>
                  <a:pt x="272781" y="0"/>
                  <a:pt x="286526" y="13745"/>
                  <a:pt x="286526" y="30699"/>
                </a:cubicBezTo>
                <a:cubicBezTo>
                  <a:pt x="286525" y="46040"/>
                  <a:pt x="275200" y="59026"/>
                  <a:pt x="260002" y="61112"/>
                </a:cubicBezTo>
                <a:lnTo>
                  <a:pt x="255827" y="61398"/>
                </a:lnTo>
                <a:lnTo>
                  <a:pt x="112564" y="61398"/>
                </a:lnTo>
                <a:cubicBezTo>
                  <a:pt x="86341" y="61407"/>
                  <a:pt x="64370" y="81240"/>
                  <a:pt x="61685" y="107324"/>
                </a:cubicBezTo>
                <a:lnTo>
                  <a:pt x="61398" y="112564"/>
                </a:lnTo>
                <a:lnTo>
                  <a:pt x="61398" y="255909"/>
                </a:lnTo>
                <a:cubicBezTo>
                  <a:pt x="61394" y="271243"/>
                  <a:pt x="50075" y="284222"/>
                  <a:pt x="34884" y="286312"/>
                </a:cubicBezTo>
                <a:cubicBezTo>
                  <a:pt x="18087" y="288623"/>
                  <a:pt x="2598" y="276880"/>
                  <a:pt x="287" y="260084"/>
                </a:cubicBezTo>
                <a:lnTo>
                  <a:pt x="0" y="255909"/>
                </a:lnTo>
                <a:lnTo>
                  <a:pt x="0" y="112564"/>
                </a:lnTo>
                <a:cubicBezTo>
                  <a:pt x="-2" y="53050"/>
                  <a:pt x="46324" y="3819"/>
                  <a:pt x="105728" y="205"/>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29770575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Miscellaneous</a:t>
            </a:r>
          </a:p>
        </p:txBody>
      </p:sp>
      <p:sp>
        <p:nvSpPr>
          <p:cNvPr id="3" name="TextBox 2">
            <a:extLst>
              <a:ext uri="{FF2B5EF4-FFF2-40B4-BE49-F238E27FC236}">
                <a16:creationId xmlns:a16="http://schemas.microsoft.com/office/drawing/2014/main" id="{419020FF-33E3-A4FE-F383-E3EC1773D8FE}"/>
              </a:ext>
            </a:extLst>
          </p:cNvPr>
          <p:cNvSpPr txBox="1"/>
          <p:nvPr/>
        </p:nvSpPr>
        <p:spPr>
          <a:xfrm>
            <a:off x="584200" y="1073426"/>
            <a:ext cx="938975"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Computer</a:t>
            </a:r>
          </a:p>
        </p:txBody>
      </p:sp>
      <p:sp>
        <p:nvSpPr>
          <p:cNvPr id="4" name="TextBox 3">
            <a:extLst>
              <a:ext uri="{FF2B5EF4-FFF2-40B4-BE49-F238E27FC236}">
                <a16:creationId xmlns:a16="http://schemas.microsoft.com/office/drawing/2014/main" id="{875275FE-2AC0-1A7D-9776-8A098C054089}"/>
              </a:ext>
            </a:extLst>
          </p:cNvPr>
          <p:cNvSpPr txBox="1"/>
          <p:nvPr/>
        </p:nvSpPr>
        <p:spPr>
          <a:xfrm>
            <a:off x="4374321" y="1073426"/>
            <a:ext cx="1332096"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Mobile Device</a:t>
            </a:r>
          </a:p>
        </p:txBody>
      </p:sp>
      <p:sp>
        <p:nvSpPr>
          <p:cNvPr id="5" name="TextBox 4">
            <a:extLst>
              <a:ext uri="{FF2B5EF4-FFF2-40B4-BE49-F238E27FC236}">
                <a16:creationId xmlns:a16="http://schemas.microsoft.com/office/drawing/2014/main" id="{23F9231C-31E7-B3AC-8020-6CBF6DE5FFBF}"/>
              </a:ext>
            </a:extLst>
          </p:cNvPr>
          <p:cNvSpPr txBox="1"/>
          <p:nvPr/>
        </p:nvSpPr>
        <p:spPr>
          <a:xfrm>
            <a:off x="8137939" y="1073426"/>
            <a:ext cx="604012"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Avatar</a:t>
            </a:r>
          </a:p>
        </p:txBody>
      </p:sp>
      <p:sp>
        <p:nvSpPr>
          <p:cNvPr id="12" name="Graphic 6">
            <a:extLst>
              <a:ext uri="{FF2B5EF4-FFF2-40B4-BE49-F238E27FC236}">
                <a16:creationId xmlns:a16="http://schemas.microsoft.com/office/drawing/2014/main" id="{2DBEAFB7-A83E-3000-682A-A2108D2DBA97}"/>
              </a:ext>
            </a:extLst>
          </p:cNvPr>
          <p:cNvSpPr/>
          <p:nvPr/>
        </p:nvSpPr>
        <p:spPr>
          <a:xfrm>
            <a:off x="1771234" y="2799801"/>
            <a:ext cx="1085522" cy="705400"/>
          </a:xfrm>
          <a:custGeom>
            <a:avLst/>
            <a:gdLst>
              <a:gd name="connsiteX0" fmla="*/ 34048 w 900244"/>
              <a:gd name="connsiteY0" fmla="*/ 517500 h 585001"/>
              <a:gd name="connsiteX1" fmla="*/ 866548 w 900244"/>
              <a:gd name="connsiteY1" fmla="*/ 517500 h 585001"/>
              <a:gd name="connsiteX2" fmla="*/ 900244 w 900244"/>
              <a:gd name="connsiteY2" fmla="*/ 551304 h 585001"/>
              <a:gd name="connsiteX3" fmla="*/ 871093 w 900244"/>
              <a:gd name="connsiteY3" fmla="*/ 584685 h 585001"/>
              <a:gd name="connsiteX4" fmla="*/ 866548 w 900244"/>
              <a:gd name="connsiteY4" fmla="*/ 585000 h 585001"/>
              <a:gd name="connsiteX5" fmla="*/ 34093 w 900244"/>
              <a:gd name="connsiteY5" fmla="*/ 585000 h 585001"/>
              <a:gd name="connsiteX6" fmla="*/ 2 w 900244"/>
              <a:gd name="connsiteY6" fmla="*/ 551597 h 585001"/>
              <a:gd name="connsiteX7" fmla="*/ 29503 w 900244"/>
              <a:gd name="connsiteY7" fmla="*/ 517770 h 585001"/>
              <a:gd name="connsiteX8" fmla="*/ 34093 w 900244"/>
              <a:gd name="connsiteY8" fmla="*/ 517500 h 585001"/>
              <a:gd name="connsiteX9" fmla="*/ 866503 w 900244"/>
              <a:gd name="connsiteY9" fmla="*/ 517500 h 585001"/>
              <a:gd name="connsiteX10" fmla="*/ 34093 w 900244"/>
              <a:gd name="connsiteY10" fmla="*/ 517500 h 585001"/>
              <a:gd name="connsiteX11" fmla="*/ 731548 w 900244"/>
              <a:gd name="connsiteY11" fmla="*/ 0 h 585001"/>
              <a:gd name="connsiteX12" fmla="*/ 810298 w 900244"/>
              <a:gd name="connsiteY12" fmla="*/ 78750 h 585001"/>
              <a:gd name="connsiteX13" fmla="*/ 810298 w 900244"/>
              <a:gd name="connsiteY13" fmla="*/ 416250 h 585001"/>
              <a:gd name="connsiteX14" fmla="*/ 731548 w 900244"/>
              <a:gd name="connsiteY14" fmla="*/ 495000 h 585001"/>
              <a:gd name="connsiteX15" fmla="*/ 169048 w 900244"/>
              <a:gd name="connsiteY15" fmla="*/ 495000 h 585001"/>
              <a:gd name="connsiteX16" fmla="*/ 90298 w 900244"/>
              <a:gd name="connsiteY16" fmla="*/ 416250 h 585001"/>
              <a:gd name="connsiteX17" fmla="*/ 90298 w 900244"/>
              <a:gd name="connsiteY17" fmla="*/ 78750 h 585001"/>
              <a:gd name="connsiteX18" fmla="*/ 169048 w 900244"/>
              <a:gd name="connsiteY18" fmla="*/ 0 h 585001"/>
              <a:gd name="connsiteX19" fmla="*/ 731548 w 900244"/>
              <a:gd name="connsiteY19" fmla="*/ 0 h 58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0244" h="585001">
                <a:moveTo>
                  <a:pt x="34048" y="517500"/>
                </a:moveTo>
                <a:lnTo>
                  <a:pt x="866548" y="517500"/>
                </a:lnTo>
                <a:cubicBezTo>
                  <a:pt x="885187" y="517532"/>
                  <a:pt x="900276" y="532665"/>
                  <a:pt x="900244" y="551304"/>
                </a:cubicBezTo>
                <a:cubicBezTo>
                  <a:pt x="900217" y="568148"/>
                  <a:pt x="887779" y="582390"/>
                  <a:pt x="871093" y="584685"/>
                </a:cubicBezTo>
                <a:lnTo>
                  <a:pt x="866548" y="585000"/>
                </a:lnTo>
                <a:lnTo>
                  <a:pt x="34093" y="585000"/>
                </a:lnTo>
                <a:cubicBezTo>
                  <a:pt x="15455" y="585189"/>
                  <a:pt x="191" y="570236"/>
                  <a:pt x="2" y="551597"/>
                </a:cubicBezTo>
                <a:cubicBezTo>
                  <a:pt x="-172" y="534470"/>
                  <a:pt x="12511" y="519926"/>
                  <a:pt x="29503" y="517770"/>
                </a:cubicBezTo>
                <a:lnTo>
                  <a:pt x="34093" y="517500"/>
                </a:lnTo>
                <a:lnTo>
                  <a:pt x="866503" y="517500"/>
                </a:lnTo>
                <a:lnTo>
                  <a:pt x="34093" y="517500"/>
                </a:lnTo>
                <a:close/>
                <a:moveTo>
                  <a:pt x="731548" y="0"/>
                </a:moveTo>
                <a:cubicBezTo>
                  <a:pt x="775018" y="0"/>
                  <a:pt x="810298" y="35280"/>
                  <a:pt x="810298" y="78750"/>
                </a:cubicBezTo>
                <a:lnTo>
                  <a:pt x="810298" y="416250"/>
                </a:lnTo>
                <a:cubicBezTo>
                  <a:pt x="810298" y="459743"/>
                  <a:pt x="775041" y="495000"/>
                  <a:pt x="731548" y="495000"/>
                </a:cubicBezTo>
                <a:lnTo>
                  <a:pt x="169048" y="495000"/>
                </a:lnTo>
                <a:cubicBezTo>
                  <a:pt x="125556" y="495000"/>
                  <a:pt x="90298" y="459743"/>
                  <a:pt x="90298" y="416250"/>
                </a:cubicBezTo>
                <a:lnTo>
                  <a:pt x="90298" y="78750"/>
                </a:lnTo>
                <a:cubicBezTo>
                  <a:pt x="90298" y="35280"/>
                  <a:pt x="125533" y="0"/>
                  <a:pt x="169048" y="0"/>
                </a:cubicBezTo>
                <a:lnTo>
                  <a:pt x="731548" y="0"/>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8">
            <a:extLst>
              <a:ext uri="{FF2B5EF4-FFF2-40B4-BE49-F238E27FC236}">
                <a16:creationId xmlns:a16="http://schemas.microsoft.com/office/drawing/2014/main" id="{BB4DFEA8-5B0D-567A-CAFD-D6167948B47F}"/>
              </a:ext>
            </a:extLst>
          </p:cNvPr>
          <p:cNvSpPr/>
          <p:nvPr/>
        </p:nvSpPr>
        <p:spPr>
          <a:xfrm>
            <a:off x="5822619" y="2725000"/>
            <a:ext cx="540000" cy="900000"/>
          </a:xfrm>
          <a:custGeom>
            <a:avLst/>
            <a:gdLst>
              <a:gd name="connsiteX0" fmla="*/ 438750 w 540000"/>
              <a:gd name="connsiteY0" fmla="*/ 0 h 900000"/>
              <a:gd name="connsiteX1" fmla="*/ 540000 w 540000"/>
              <a:gd name="connsiteY1" fmla="*/ 101250 h 900000"/>
              <a:gd name="connsiteX2" fmla="*/ 540000 w 540000"/>
              <a:gd name="connsiteY2" fmla="*/ 798750 h 900000"/>
              <a:gd name="connsiteX3" fmla="*/ 438750 w 540000"/>
              <a:gd name="connsiteY3" fmla="*/ 900000 h 900000"/>
              <a:gd name="connsiteX4" fmla="*/ 101250 w 540000"/>
              <a:gd name="connsiteY4" fmla="*/ 900000 h 900000"/>
              <a:gd name="connsiteX5" fmla="*/ 0 w 540000"/>
              <a:gd name="connsiteY5" fmla="*/ 798750 h 900000"/>
              <a:gd name="connsiteX6" fmla="*/ 0 w 540000"/>
              <a:gd name="connsiteY6" fmla="*/ 101250 h 900000"/>
              <a:gd name="connsiteX7" fmla="*/ 101250 w 540000"/>
              <a:gd name="connsiteY7" fmla="*/ 0 h 900000"/>
              <a:gd name="connsiteX8" fmla="*/ 438750 w 540000"/>
              <a:gd name="connsiteY8" fmla="*/ 0 h 900000"/>
              <a:gd name="connsiteX9" fmla="*/ 326250 w 540000"/>
              <a:gd name="connsiteY9" fmla="*/ 720000 h 900000"/>
              <a:gd name="connsiteX10" fmla="*/ 213750 w 540000"/>
              <a:gd name="connsiteY10" fmla="*/ 720000 h 900000"/>
              <a:gd name="connsiteX11" fmla="*/ 180000 w 540000"/>
              <a:gd name="connsiteY11" fmla="*/ 753750 h 900000"/>
              <a:gd name="connsiteX12" fmla="*/ 213750 w 540000"/>
              <a:gd name="connsiteY12" fmla="*/ 787500 h 900000"/>
              <a:gd name="connsiteX13" fmla="*/ 326250 w 540000"/>
              <a:gd name="connsiteY13" fmla="*/ 787500 h 900000"/>
              <a:gd name="connsiteX14" fmla="*/ 360000 w 540000"/>
              <a:gd name="connsiteY14" fmla="*/ 753750 h 900000"/>
              <a:gd name="connsiteX15" fmla="*/ 326250 w 540000"/>
              <a:gd name="connsiteY15" fmla="*/ 720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000" h="900000">
                <a:moveTo>
                  <a:pt x="438750" y="0"/>
                </a:moveTo>
                <a:cubicBezTo>
                  <a:pt x="494667" y="0"/>
                  <a:pt x="540000" y="45331"/>
                  <a:pt x="540000" y="101250"/>
                </a:cubicBezTo>
                <a:lnTo>
                  <a:pt x="540000" y="798750"/>
                </a:lnTo>
                <a:cubicBezTo>
                  <a:pt x="540000" y="854667"/>
                  <a:pt x="494667" y="900000"/>
                  <a:pt x="438750" y="900000"/>
                </a:cubicBezTo>
                <a:lnTo>
                  <a:pt x="101250" y="900000"/>
                </a:lnTo>
                <a:cubicBezTo>
                  <a:pt x="45331" y="900000"/>
                  <a:pt x="0" y="854667"/>
                  <a:pt x="0" y="798750"/>
                </a:cubicBezTo>
                <a:lnTo>
                  <a:pt x="0" y="101250"/>
                </a:lnTo>
                <a:cubicBezTo>
                  <a:pt x="0" y="45331"/>
                  <a:pt x="45331" y="0"/>
                  <a:pt x="101250" y="0"/>
                </a:cubicBezTo>
                <a:lnTo>
                  <a:pt x="438750" y="0"/>
                </a:lnTo>
                <a:close/>
                <a:moveTo>
                  <a:pt x="326250" y="720000"/>
                </a:moveTo>
                <a:lnTo>
                  <a:pt x="213750" y="720000"/>
                </a:lnTo>
                <a:cubicBezTo>
                  <a:pt x="195111" y="720000"/>
                  <a:pt x="180000" y="735111"/>
                  <a:pt x="180000" y="753750"/>
                </a:cubicBezTo>
                <a:cubicBezTo>
                  <a:pt x="180000" y="772389"/>
                  <a:pt x="195111" y="787500"/>
                  <a:pt x="213750" y="787500"/>
                </a:cubicBezTo>
                <a:lnTo>
                  <a:pt x="326250" y="787500"/>
                </a:lnTo>
                <a:cubicBezTo>
                  <a:pt x="344889" y="787500"/>
                  <a:pt x="360000" y="772389"/>
                  <a:pt x="360000" y="753750"/>
                </a:cubicBezTo>
                <a:cubicBezTo>
                  <a:pt x="360000" y="735111"/>
                  <a:pt x="344889" y="720000"/>
                  <a:pt x="326250" y="720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Graphic 10">
            <a:extLst>
              <a:ext uri="{FF2B5EF4-FFF2-40B4-BE49-F238E27FC236}">
                <a16:creationId xmlns:a16="http://schemas.microsoft.com/office/drawing/2014/main" id="{E7AAEE69-8AF5-CAA5-7ED0-97F0832D0005}"/>
              </a:ext>
            </a:extLst>
          </p:cNvPr>
          <p:cNvSpPr/>
          <p:nvPr/>
        </p:nvSpPr>
        <p:spPr>
          <a:xfrm>
            <a:off x="9429371" y="2815000"/>
            <a:ext cx="899775" cy="720224"/>
          </a:xfrm>
          <a:custGeom>
            <a:avLst/>
            <a:gdLst>
              <a:gd name="connsiteX0" fmla="*/ 798525 w 899775"/>
              <a:gd name="connsiteY0" fmla="*/ 0 h 720224"/>
              <a:gd name="connsiteX1" fmla="*/ 899775 w 899775"/>
              <a:gd name="connsiteY1" fmla="*/ 101250 h 720224"/>
              <a:gd name="connsiteX2" fmla="*/ 899775 w 899775"/>
              <a:gd name="connsiteY2" fmla="*/ 618975 h 720224"/>
              <a:gd name="connsiteX3" fmla="*/ 798525 w 899775"/>
              <a:gd name="connsiteY3" fmla="*/ 720225 h 720224"/>
              <a:gd name="connsiteX4" fmla="*/ 101250 w 899775"/>
              <a:gd name="connsiteY4" fmla="*/ 720225 h 720224"/>
              <a:gd name="connsiteX5" fmla="*/ 0 w 899775"/>
              <a:gd name="connsiteY5" fmla="*/ 618975 h 720224"/>
              <a:gd name="connsiteX6" fmla="*/ 0 w 899775"/>
              <a:gd name="connsiteY6" fmla="*/ 101250 h 720224"/>
              <a:gd name="connsiteX7" fmla="*/ 101250 w 899775"/>
              <a:gd name="connsiteY7" fmla="*/ 0 h 720224"/>
              <a:gd name="connsiteX8" fmla="*/ 798525 w 899775"/>
              <a:gd name="connsiteY8" fmla="*/ 0 h 720224"/>
              <a:gd name="connsiteX9" fmla="*/ 798525 w 899775"/>
              <a:gd name="connsiteY9" fmla="*/ 67500 h 720224"/>
              <a:gd name="connsiteX10" fmla="*/ 101250 w 899775"/>
              <a:gd name="connsiteY10" fmla="*/ 67500 h 720224"/>
              <a:gd name="connsiteX11" fmla="*/ 67500 w 899775"/>
              <a:gd name="connsiteY11" fmla="*/ 101250 h 720224"/>
              <a:gd name="connsiteX12" fmla="*/ 67500 w 899775"/>
              <a:gd name="connsiteY12" fmla="*/ 618975 h 720224"/>
              <a:gd name="connsiteX13" fmla="*/ 101250 w 899775"/>
              <a:gd name="connsiteY13" fmla="*/ 652725 h 720224"/>
              <a:gd name="connsiteX14" fmla="*/ 224955 w 899775"/>
              <a:gd name="connsiteY14" fmla="*/ 652680 h 720224"/>
              <a:gd name="connsiteX15" fmla="*/ 225000 w 899775"/>
              <a:gd name="connsiteY15" fmla="*/ 528750 h 720224"/>
              <a:gd name="connsiteX16" fmla="*/ 297270 w 899775"/>
              <a:gd name="connsiteY16" fmla="*/ 450270 h 720224"/>
              <a:gd name="connsiteX17" fmla="*/ 303750 w 899775"/>
              <a:gd name="connsiteY17" fmla="*/ 450000 h 720224"/>
              <a:gd name="connsiteX18" fmla="*/ 596025 w 899775"/>
              <a:gd name="connsiteY18" fmla="*/ 450000 h 720224"/>
              <a:gd name="connsiteX19" fmla="*/ 674505 w 899775"/>
              <a:gd name="connsiteY19" fmla="*/ 522315 h 720224"/>
              <a:gd name="connsiteX20" fmla="*/ 674775 w 899775"/>
              <a:gd name="connsiteY20" fmla="*/ 528750 h 720224"/>
              <a:gd name="connsiteX21" fmla="*/ 674730 w 899775"/>
              <a:gd name="connsiteY21" fmla="*/ 652680 h 720224"/>
              <a:gd name="connsiteX22" fmla="*/ 798525 w 899775"/>
              <a:gd name="connsiteY22" fmla="*/ 652680 h 720224"/>
              <a:gd name="connsiteX23" fmla="*/ 832275 w 899775"/>
              <a:gd name="connsiteY23" fmla="*/ 618930 h 720224"/>
              <a:gd name="connsiteX24" fmla="*/ 832275 w 899775"/>
              <a:gd name="connsiteY24" fmla="*/ 101250 h 720224"/>
              <a:gd name="connsiteX25" fmla="*/ 798525 w 899775"/>
              <a:gd name="connsiteY25" fmla="*/ 67500 h 720224"/>
              <a:gd name="connsiteX26" fmla="*/ 450000 w 899775"/>
              <a:gd name="connsiteY26" fmla="*/ 135000 h 720224"/>
              <a:gd name="connsiteX27" fmla="*/ 585000 w 899775"/>
              <a:gd name="connsiteY27" fmla="*/ 270000 h 720224"/>
              <a:gd name="connsiteX28" fmla="*/ 450000 w 899775"/>
              <a:gd name="connsiteY28" fmla="*/ 405000 h 720224"/>
              <a:gd name="connsiteX29" fmla="*/ 315000 w 899775"/>
              <a:gd name="connsiteY29" fmla="*/ 270000 h 720224"/>
              <a:gd name="connsiteX30" fmla="*/ 450000 w 899775"/>
              <a:gd name="connsiteY30" fmla="*/ 135000 h 72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9775" h="720224">
                <a:moveTo>
                  <a:pt x="798525" y="0"/>
                </a:moveTo>
                <a:cubicBezTo>
                  <a:pt x="854442" y="0"/>
                  <a:pt x="899775" y="45331"/>
                  <a:pt x="899775" y="101250"/>
                </a:cubicBezTo>
                <a:lnTo>
                  <a:pt x="899775" y="618975"/>
                </a:lnTo>
                <a:cubicBezTo>
                  <a:pt x="899775" y="674892"/>
                  <a:pt x="854442" y="720225"/>
                  <a:pt x="798525" y="720225"/>
                </a:cubicBezTo>
                <a:lnTo>
                  <a:pt x="101250" y="720225"/>
                </a:lnTo>
                <a:cubicBezTo>
                  <a:pt x="45331" y="720225"/>
                  <a:pt x="0" y="674892"/>
                  <a:pt x="0" y="618975"/>
                </a:cubicBezTo>
                <a:lnTo>
                  <a:pt x="0" y="101250"/>
                </a:lnTo>
                <a:cubicBezTo>
                  <a:pt x="0" y="45331"/>
                  <a:pt x="45331" y="0"/>
                  <a:pt x="101250" y="0"/>
                </a:cubicBezTo>
                <a:lnTo>
                  <a:pt x="798525" y="0"/>
                </a:lnTo>
                <a:close/>
                <a:moveTo>
                  <a:pt x="798525" y="67500"/>
                </a:moveTo>
                <a:lnTo>
                  <a:pt x="101250" y="67500"/>
                </a:lnTo>
                <a:cubicBezTo>
                  <a:pt x="82611" y="67500"/>
                  <a:pt x="67500" y="82611"/>
                  <a:pt x="67500" y="101250"/>
                </a:cubicBezTo>
                <a:lnTo>
                  <a:pt x="67500" y="618975"/>
                </a:lnTo>
                <a:cubicBezTo>
                  <a:pt x="67500" y="637605"/>
                  <a:pt x="82620" y="652725"/>
                  <a:pt x="101250" y="652725"/>
                </a:cubicBezTo>
                <a:lnTo>
                  <a:pt x="224955" y="652680"/>
                </a:lnTo>
                <a:lnTo>
                  <a:pt x="225000" y="528750"/>
                </a:lnTo>
                <a:cubicBezTo>
                  <a:pt x="225001" y="487773"/>
                  <a:pt x="256430" y="453641"/>
                  <a:pt x="297270" y="450270"/>
                </a:cubicBezTo>
                <a:lnTo>
                  <a:pt x="303750" y="450000"/>
                </a:lnTo>
                <a:lnTo>
                  <a:pt x="596025" y="450000"/>
                </a:lnTo>
                <a:cubicBezTo>
                  <a:pt x="637020" y="450005"/>
                  <a:pt x="671157" y="481455"/>
                  <a:pt x="674505" y="522315"/>
                </a:cubicBezTo>
                <a:lnTo>
                  <a:pt x="674775" y="528750"/>
                </a:lnTo>
                <a:lnTo>
                  <a:pt x="674730" y="652680"/>
                </a:lnTo>
                <a:lnTo>
                  <a:pt x="798525" y="652680"/>
                </a:lnTo>
                <a:cubicBezTo>
                  <a:pt x="817164" y="652680"/>
                  <a:pt x="832275" y="637569"/>
                  <a:pt x="832275" y="618930"/>
                </a:cubicBezTo>
                <a:lnTo>
                  <a:pt x="832275" y="101250"/>
                </a:lnTo>
                <a:cubicBezTo>
                  <a:pt x="832275" y="82611"/>
                  <a:pt x="817164" y="67500"/>
                  <a:pt x="798525" y="67500"/>
                </a:cubicBezTo>
                <a:close/>
                <a:moveTo>
                  <a:pt x="450000" y="135000"/>
                </a:moveTo>
                <a:cubicBezTo>
                  <a:pt x="524561" y="135000"/>
                  <a:pt x="585000" y="195442"/>
                  <a:pt x="585000" y="270000"/>
                </a:cubicBezTo>
                <a:cubicBezTo>
                  <a:pt x="585000" y="344561"/>
                  <a:pt x="524561" y="405000"/>
                  <a:pt x="450000" y="405000"/>
                </a:cubicBezTo>
                <a:cubicBezTo>
                  <a:pt x="375439" y="405000"/>
                  <a:pt x="315000" y="344561"/>
                  <a:pt x="315000" y="270000"/>
                </a:cubicBezTo>
                <a:cubicBezTo>
                  <a:pt x="315000" y="195442"/>
                  <a:pt x="375439" y="135000"/>
                  <a:pt x="450000" y="135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6">
            <a:extLst>
              <a:ext uri="{FF2B5EF4-FFF2-40B4-BE49-F238E27FC236}">
                <a16:creationId xmlns:a16="http://schemas.microsoft.com/office/drawing/2014/main" id="{7A8FF87C-3BF4-6BE2-5D90-DD80AD3A8C74}"/>
              </a:ext>
            </a:extLst>
          </p:cNvPr>
          <p:cNvSpPr/>
          <p:nvPr/>
        </p:nvSpPr>
        <p:spPr>
          <a:xfrm>
            <a:off x="883675" y="5331552"/>
            <a:ext cx="547225" cy="355601"/>
          </a:xfrm>
          <a:custGeom>
            <a:avLst/>
            <a:gdLst>
              <a:gd name="connsiteX0" fmla="*/ 34048 w 900244"/>
              <a:gd name="connsiteY0" fmla="*/ 517500 h 585001"/>
              <a:gd name="connsiteX1" fmla="*/ 866548 w 900244"/>
              <a:gd name="connsiteY1" fmla="*/ 517500 h 585001"/>
              <a:gd name="connsiteX2" fmla="*/ 900244 w 900244"/>
              <a:gd name="connsiteY2" fmla="*/ 551304 h 585001"/>
              <a:gd name="connsiteX3" fmla="*/ 871093 w 900244"/>
              <a:gd name="connsiteY3" fmla="*/ 584685 h 585001"/>
              <a:gd name="connsiteX4" fmla="*/ 866548 w 900244"/>
              <a:gd name="connsiteY4" fmla="*/ 585000 h 585001"/>
              <a:gd name="connsiteX5" fmla="*/ 34093 w 900244"/>
              <a:gd name="connsiteY5" fmla="*/ 585000 h 585001"/>
              <a:gd name="connsiteX6" fmla="*/ 2 w 900244"/>
              <a:gd name="connsiteY6" fmla="*/ 551597 h 585001"/>
              <a:gd name="connsiteX7" fmla="*/ 29503 w 900244"/>
              <a:gd name="connsiteY7" fmla="*/ 517770 h 585001"/>
              <a:gd name="connsiteX8" fmla="*/ 34093 w 900244"/>
              <a:gd name="connsiteY8" fmla="*/ 517500 h 585001"/>
              <a:gd name="connsiteX9" fmla="*/ 866503 w 900244"/>
              <a:gd name="connsiteY9" fmla="*/ 517500 h 585001"/>
              <a:gd name="connsiteX10" fmla="*/ 34093 w 900244"/>
              <a:gd name="connsiteY10" fmla="*/ 517500 h 585001"/>
              <a:gd name="connsiteX11" fmla="*/ 731548 w 900244"/>
              <a:gd name="connsiteY11" fmla="*/ 0 h 585001"/>
              <a:gd name="connsiteX12" fmla="*/ 810298 w 900244"/>
              <a:gd name="connsiteY12" fmla="*/ 78750 h 585001"/>
              <a:gd name="connsiteX13" fmla="*/ 810298 w 900244"/>
              <a:gd name="connsiteY13" fmla="*/ 416250 h 585001"/>
              <a:gd name="connsiteX14" fmla="*/ 731548 w 900244"/>
              <a:gd name="connsiteY14" fmla="*/ 495000 h 585001"/>
              <a:gd name="connsiteX15" fmla="*/ 169048 w 900244"/>
              <a:gd name="connsiteY15" fmla="*/ 495000 h 585001"/>
              <a:gd name="connsiteX16" fmla="*/ 90298 w 900244"/>
              <a:gd name="connsiteY16" fmla="*/ 416250 h 585001"/>
              <a:gd name="connsiteX17" fmla="*/ 90298 w 900244"/>
              <a:gd name="connsiteY17" fmla="*/ 78750 h 585001"/>
              <a:gd name="connsiteX18" fmla="*/ 169048 w 900244"/>
              <a:gd name="connsiteY18" fmla="*/ 0 h 585001"/>
              <a:gd name="connsiteX19" fmla="*/ 731548 w 900244"/>
              <a:gd name="connsiteY19" fmla="*/ 0 h 58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0244" h="585001">
                <a:moveTo>
                  <a:pt x="34048" y="517500"/>
                </a:moveTo>
                <a:lnTo>
                  <a:pt x="866548" y="517500"/>
                </a:lnTo>
                <a:cubicBezTo>
                  <a:pt x="885187" y="517532"/>
                  <a:pt x="900276" y="532665"/>
                  <a:pt x="900244" y="551304"/>
                </a:cubicBezTo>
                <a:cubicBezTo>
                  <a:pt x="900217" y="568148"/>
                  <a:pt x="887779" y="582390"/>
                  <a:pt x="871093" y="584685"/>
                </a:cubicBezTo>
                <a:lnTo>
                  <a:pt x="866548" y="585000"/>
                </a:lnTo>
                <a:lnTo>
                  <a:pt x="34093" y="585000"/>
                </a:lnTo>
                <a:cubicBezTo>
                  <a:pt x="15455" y="585189"/>
                  <a:pt x="191" y="570236"/>
                  <a:pt x="2" y="551597"/>
                </a:cubicBezTo>
                <a:cubicBezTo>
                  <a:pt x="-172" y="534470"/>
                  <a:pt x="12511" y="519926"/>
                  <a:pt x="29503" y="517770"/>
                </a:cubicBezTo>
                <a:lnTo>
                  <a:pt x="34093" y="517500"/>
                </a:lnTo>
                <a:lnTo>
                  <a:pt x="866503" y="517500"/>
                </a:lnTo>
                <a:lnTo>
                  <a:pt x="34093" y="517500"/>
                </a:lnTo>
                <a:close/>
                <a:moveTo>
                  <a:pt x="731548" y="0"/>
                </a:moveTo>
                <a:cubicBezTo>
                  <a:pt x="775018" y="0"/>
                  <a:pt x="810298" y="35280"/>
                  <a:pt x="810298" y="78750"/>
                </a:cubicBezTo>
                <a:lnTo>
                  <a:pt x="810298" y="416250"/>
                </a:lnTo>
                <a:cubicBezTo>
                  <a:pt x="810298" y="459743"/>
                  <a:pt x="775041" y="495000"/>
                  <a:pt x="731548" y="495000"/>
                </a:cubicBezTo>
                <a:lnTo>
                  <a:pt x="169048" y="495000"/>
                </a:lnTo>
                <a:cubicBezTo>
                  <a:pt x="125556" y="495000"/>
                  <a:pt x="90298" y="459743"/>
                  <a:pt x="90298" y="416250"/>
                </a:cubicBezTo>
                <a:lnTo>
                  <a:pt x="90298" y="78750"/>
                </a:lnTo>
                <a:cubicBezTo>
                  <a:pt x="90298" y="35280"/>
                  <a:pt x="125533" y="0"/>
                  <a:pt x="169048" y="0"/>
                </a:cubicBezTo>
                <a:lnTo>
                  <a:pt x="731548" y="0"/>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Graphic 8">
            <a:extLst>
              <a:ext uri="{FF2B5EF4-FFF2-40B4-BE49-F238E27FC236}">
                <a16:creationId xmlns:a16="http://schemas.microsoft.com/office/drawing/2014/main" id="{DA355A24-9970-9B29-B224-4A04B410CB6F}"/>
              </a:ext>
            </a:extLst>
          </p:cNvPr>
          <p:cNvSpPr/>
          <p:nvPr/>
        </p:nvSpPr>
        <p:spPr>
          <a:xfrm>
            <a:off x="4808060" y="5282502"/>
            <a:ext cx="272221" cy="453701"/>
          </a:xfrm>
          <a:custGeom>
            <a:avLst/>
            <a:gdLst>
              <a:gd name="connsiteX0" fmla="*/ 438750 w 540000"/>
              <a:gd name="connsiteY0" fmla="*/ 0 h 900000"/>
              <a:gd name="connsiteX1" fmla="*/ 540000 w 540000"/>
              <a:gd name="connsiteY1" fmla="*/ 101250 h 900000"/>
              <a:gd name="connsiteX2" fmla="*/ 540000 w 540000"/>
              <a:gd name="connsiteY2" fmla="*/ 798750 h 900000"/>
              <a:gd name="connsiteX3" fmla="*/ 438750 w 540000"/>
              <a:gd name="connsiteY3" fmla="*/ 900000 h 900000"/>
              <a:gd name="connsiteX4" fmla="*/ 101250 w 540000"/>
              <a:gd name="connsiteY4" fmla="*/ 900000 h 900000"/>
              <a:gd name="connsiteX5" fmla="*/ 0 w 540000"/>
              <a:gd name="connsiteY5" fmla="*/ 798750 h 900000"/>
              <a:gd name="connsiteX6" fmla="*/ 0 w 540000"/>
              <a:gd name="connsiteY6" fmla="*/ 101250 h 900000"/>
              <a:gd name="connsiteX7" fmla="*/ 101250 w 540000"/>
              <a:gd name="connsiteY7" fmla="*/ 0 h 900000"/>
              <a:gd name="connsiteX8" fmla="*/ 438750 w 540000"/>
              <a:gd name="connsiteY8" fmla="*/ 0 h 900000"/>
              <a:gd name="connsiteX9" fmla="*/ 326250 w 540000"/>
              <a:gd name="connsiteY9" fmla="*/ 720000 h 900000"/>
              <a:gd name="connsiteX10" fmla="*/ 213750 w 540000"/>
              <a:gd name="connsiteY10" fmla="*/ 720000 h 900000"/>
              <a:gd name="connsiteX11" fmla="*/ 180000 w 540000"/>
              <a:gd name="connsiteY11" fmla="*/ 753750 h 900000"/>
              <a:gd name="connsiteX12" fmla="*/ 213750 w 540000"/>
              <a:gd name="connsiteY12" fmla="*/ 787500 h 900000"/>
              <a:gd name="connsiteX13" fmla="*/ 326250 w 540000"/>
              <a:gd name="connsiteY13" fmla="*/ 787500 h 900000"/>
              <a:gd name="connsiteX14" fmla="*/ 360000 w 540000"/>
              <a:gd name="connsiteY14" fmla="*/ 753750 h 900000"/>
              <a:gd name="connsiteX15" fmla="*/ 326250 w 540000"/>
              <a:gd name="connsiteY15" fmla="*/ 720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000" h="900000">
                <a:moveTo>
                  <a:pt x="438750" y="0"/>
                </a:moveTo>
                <a:cubicBezTo>
                  <a:pt x="494667" y="0"/>
                  <a:pt x="540000" y="45331"/>
                  <a:pt x="540000" y="101250"/>
                </a:cubicBezTo>
                <a:lnTo>
                  <a:pt x="540000" y="798750"/>
                </a:lnTo>
                <a:cubicBezTo>
                  <a:pt x="540000" y="854667"/>
                  <a:pt x="494667" y="900000"/>
                  <a:pt x="438750" y="900000"/>
                </a:cubicBezTo>
                <a:lnTo>
                  <a:pt x="101250" y="900000"/>
                </a:lnTo>
                <a:cubicBezTo>
                  <a:pt x="45331" y="900000"/>
                  <a:pt x="0" y="854667"/>
                  <a:pt x="0" y="798750"/>
                </a:cubicBezTo>
                <a:lnTo>
                  <a:pt x="0" y="101250"/>
                </a:lnTo>
                <a:cubicBezTo>
                  <a:pt x="0" y="45331"/>
                  <a:pt x="45331" y="0"/>
                  <a:pt x="101250" y="0"/>
                </a:cubicBezTo>
                <a:lnTo>
                  <a:pt x="438750" y="0"/>
                </a:lnTo>
                <a:close/>
                <a:moveTo>
                  <a:pt x="326250" y="720000"/>
                </a:moveTo>
                <a:lnTo>
                  <a:pt x="213750" y="720000"/>
                </a:lnTo>
                <a:cubicBezTo>
                  <a:pt x="195111" y="720000"/>
                  <a:pt x="180000" y="735111"/>
                  <a:pt x="180000" y="753750"/>
                </a:cubicBezTo>
                <a:cubicBezTo>
                  <a:pt x="180000" y="772389"/>
                  <a:pt x="195111" y="787500"/>
                  <a:pt x="213750" y="787500"/>
                </a:cubicBezTo>
                <a:lnTo>
                  <a:pt x="326250" y="787500"/>
                </a:lnTo>
                <a:cubicBezTo>
                  <a:pt x="344889" y="787500"/>
                  <a:pt x="360000" y="772389"/>
                  <a:pt x="360000" y="753750"/>
                </a:cubicBezTo>
                <a:cubicBezTo>
                  <a:pt x="360000" y="735111"/>
                  <a:pt x="344889" y="720000"/>
                  <a:pt x="326250" y="720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10">
            <a:extLst>
              <a:ext uri="{FF2B5EF4-FFF2-40B4-BE49-F238E27FC236}">
                <a16:creationId xmlns:a16="http://schemas.microsoft.com/office/drawing/2014/main" id="{202AB439-9628-3BB5-0E5A-8A1E1134BFFD}"/>
              </a:ext>
            </a:extLst>
          </p:cNvPr>
          <p:cNvSpPr/>
          <p:nvPr/>
        </p:nvSpPr>
        <p:spPr>
          <a:xfrm>
            <a:off x="8491013" y="5327815"/>
            <a:ext cx="453588" cy="363074"/>
          </a:xfrm>
          <a:custGeom>
            <a:avLst/>
            <a:gdLst>
              <a:gd name="connsiteX0" fmla="*/ 798525 w 899775"/>
              <a:gd name="connsiteY0" fmla="*/ 0 h 720224"/>
              <a:gd name="connsiteX1" fmla="*/ 899775 w 899775"/>
              <a:gd name="connsiteY1" fmla="*/ 101250 h 720224"/>
              <a:gd name="connsiteX2" fmla="*/ 899775 w 899775"/>
              <a:gd name="connsiteY2" fmla="*/ 618975 h 720224"/>
              <a:gd name="connsiteX3" fmla="*/ 798525 w 899775"/>
              <a:gd name="connsiteY3" fmla="*/ 720225 h 720224"/>
              <a:gd name="connsiteX4" fmla="*/ 101250 w 899775"/>
              <a:gd name="connsiteY4" fmla="*/ 720225 h 720224"/>
              <a:gd name="connsiteX5" fmla="*/ 0 w 899775"/>
              <a:gd name="connsiteY5" fmla="*/ 618975 h 720224"/>
              <a:gd name="connsiteX6" fmla="*/ 0 w 899775"/>
              <a:gd name="connsiteY6" fmla="*/ 101250 h 720224"/>
              <a:gd name="connsiteX7" fmla="*/ 101250 w 899775"/>
              <a:gd name="connsiteY7" fmla="*/ 0 h 720224"/>
              <a:gd name="connsiteX8" fmla="*/ 798525 w 899775"/>
              <a:gd name="connsiteY8" fmla="*/ 0 h 720224"/>
              <a:gd name="connsiteX9" fmla="*/ 798525 w 899775"/>
              <a:gd name="connsiteY9" fmla="*/ 67500 h 720224"/>
              <a:gd name="connsiteX10" fmla="*/ 101250 w 899775"/>
              <a:gd name="connsiteY10" fmla="*/ 67500 h 720224"/>
              <a:gd name="connsiteX11" fmla="*/ 67500 w 899775"/>
              <a:gd name="connsiteY11" fmla="*/ 101250 h 720224"/>
              <a:gd name="connsiteX12" fmla="*/ 67500 w 899775"/>
              <a:gd name="connsiteY12" fmla="*/ 618975 h 720224"/>
              <a:gd name="connsiteX13" fmla="*/ 101250 w 899775"/>
              <a:gd name="connsiteY13" fmla="*/ 652725 h 720224"/>
              <a:gd name="connsiteX14" fmla="*/ 224955 w 899775"/>
              <a:gd name="connsiteY14" fmla="*/ 652680 h 720224"/>
              <a:gd name="connsiteX15" fmla="*/ 225000 w 899775"/>
              <a:gd name="connsiteY15" fmla="*/ 528750 h 720224"/>
              <a:gd name="connsiteX16" fmla="*/ 297270 w 899775"/>
              <a:gd name="connsiteY16" fmla="*/ 450270 h 720224"/>
              <a:gd name="connsiteX17" fmla="*/ 303750 w 899775"/>
              <a:gd name="connsiteY17" fmla="*/ 450000 h 720224"/>
              <a:gd name="connsiteX18" fmla="*/ 596025 w 899775"/>
              <a:gd name="connsiteY18" fmla="*/ 450000 h 720224"/>
              <a:gd name="connsiteX19" fmla="*/ 674505 w 899775"/>
              <a:gd name="connsiteY19" fmla="*/ 522315 h 720224"/>
              <a:gd name="connsiteX20" fmla="*/ 674775 w 899775"/>
              <a:gd name="connsiteY20" fmla="*/ 528750 h 720224"/>
              <a:gd name="connsiteX21" fmla="*/ 674730 w 899775"/>
              <a:gd name="connsiteY21" fmla="*/ 652680 h 720224"/>
              <a:gd name="connsiteX22" fmla="*/ 798525 w 899775"/>
              <a:gd name="connsiteY22" fmla="*/ 652680 h 720224"/>
              <a:gd name="connsiteX23" fmla="*/ 832275 w 899775"/>
              <a:gd name="connsiteY23" fmla="*/ 618930 h 720224"/>
              <a:gd name="connsiteX24" fmla="*/ 832275 w 899775"/>
              <a:gd name="connsiteY24" fmla="*/ 101250 h 720224"/>
              <a:gd name="connsiteX25" fmla="*/ 798525 w 899775"/>
              <a:gd name="connsiteY25" fmla="*/ 67500 h 720224"/>
              <a:gd name="connsiteX26" fmla="*/ 450000 w 899775"/>
              <a:gd name="connsiteY26" fmla="*/ 135000 h 720224"/>
              <a:gd name="connsiteX27" fmla="*/ 585000 w 899775"/>
              <a:gd name="connsiteY27" fmla="*/ 270000 h 720224"/>
              <a:gd name="connsiteX28" fmla="*/ 450000 w 899775"/>
              <a:gd name="connsiteY28" fmla="*/ 405000 h 720224"/>
              <a:gd name="connsiteX29" fmla="*/ 315000 w 899775"/>
              <a:gd name="connsiteY29" fmla="*/ 270000 h 720224"/>
              <a:gd name="connsiteX30" fmla="*/ 450000 w 899775"/>
              <a:gd name="connsiteY30" fmla="*/ 135000 h 72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9775" h="720224">
                <a:moveTo>
                  <a:pt x="798525" y="0"/>
                </a:moveTo>
                <a:cubicBezTo>
                  <a:pt x="854442" y="0"/>
                  <a:pt x="899775" y="45331"/>
                  <a:pt x="899775" y="101250"/>
                </a:cubicBezTo>
                <a:lnTo>
                  <a:pt x="899775" y="618975"/>
                </a:lnTo>
                <a:cubicBezTo>
                  <a:pt x="899775" y="674892"/>
                  <a:pt x="854442" y="720225"/>
                  <a:pt x="798525" y="720225"/>
                </a:cubicBezTo>
                <a:lnTo>
                  <a:pt x="101250" y="720225"/>
                </a:lnTo>
                <a:cubicBezTo>
                  <a:pt x="45331" y="720225"/>
                  <a:pt x="0" y="674892"/>
                  <a:pt x="0" y="618975"/>
                </a:cubicBezTo>
                <a:lnTo>
                  <a:pt x="0" y="101250"/>
                </a:lnTo>
                <a:cubicBezTo>
                  <a:pt x="0" y="45331"/>
                  <a:pt x="45331" y="0"/>
                  <a:pt x="101250" y="0"/>
                </a:cubicBezTo>
                <a:lnTo>
                  <a:pt x="798525" y="0"/>
                </a:lnTo>
                <a:close/>
                <a:moveTo>
                  <a:pt x="798525" y="67500"/>
                </a:moveTo>
                <a:lnTo>
                  <a:pt x="101250" y="67500"/>
                </a:lnTo>
                <a:cubicBezTo>
                  <a:pt x="82611" y="67500"/>
                  <a:pt x="67500" y="82611"/>
                  <a:pt x="67500" y="101250"/>
                </a:cubicBezTo>
                <a:lnTo>
                  <a:pt x="67500" y="618975"/>
                </a:lnTo>
                <a:cubicBezTo>
                  <a:pt x="67500" y="637605"/>
                  <a:pt x="82620" y="652725"/>
                  <a:pt x="101250" y="652725"/>
                </a:cubicBezTo>
                <a:lnTo>
                  <a:pt x="224955" y="652680"/>
                </a:lnTo>
                <a:lnTo>
                  <a:pt x="225000" y="528750"/>
                </a:lnTo>
                <a:cubicBezTo>
                  <a:pt x="225001" y="487773"/>
                  <a:pt x="256430" y="453641"/>
                  <a:pt x="297270" y="450270"/>
                </a:cubicBezTo>
                <a:lnTo>
                  <a:pt x="303750" y="450000"/>
                </a:lnTo>
                <a:lnTo>
                  <a:pt x="596025" y="450000"/>
                </a:lnTo>
                <a:cubicBezTo>
                  <a:pt x="637020" y="450005"/>
                  <a:pt x="671157" y="481455"/>
                  <a:pt x="674505" y="522315"/>
                </a:cubicBezTo>
                <a:lnTo>
                  <a:pt x="674775" y="528750"/>
                </a:lnTo>
                <a:lnTo>
                  <a:pt x="674730" y="652680"/>
                </a:lnTo>
                <a:lnTo>
                  <a:pt x="798525" y="652680"/>
                </a:lnTo>
                <a:cubicBezTo>
                  <a:pt x="817164" y="652680"/>
                  <a:pt x="832275" y="637569"/>
                  <a:pt x="832275" y="618930"/>
                </a:cubicBezTo>
                <a:lnTo>
                  <a:pt x="832275" y="101250"/>
                </a:lnTo>
                <a:cubicBezTo>
                  <a:pt x="832275" y="82611"/>
                  <a:pt x="817164" y="67500"/>
                  <a:pt x="798525" y="67500"/>
                </a:cubicBezTo>
                <a:close/>
                <a:moveTo>
                  <a:pt x="450000" y="135000"/>
                </a:moveTo>
                <a:cubicBezTo>
                  <a:pt x="524561" y="135000"/>
                  <a:pt x="585000" y="195442"/>
                  <a:pt x="585000" y="270000"/>
                </a:cubicBezTo>
                <a:cubicBezTo>
                  <a:pt x="585000" y="344561"/>
                  <a:pt x="524561" y="405000"/>
                  <a:pt x="450000" y="405000"/>
                </a:cubicBezTo>
                <a:cubicBezTo>
                  <a:pt x="375439" y="405000"/>
                  <a:pt x="315000" y="344561"/>
                  <a:pt x="315000" y="270000"/>
                </a:cubicBezTo>
                <a:cubicBezTo>
                  <a:pt x="315000" y="195442"/>
                  <a:pt x="375439" y="135000"/>
                  <a:pt x="450000" y="135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6">
            <a:extLst>
              <a:ext uri="{FF2B5EF4-FFF2-40B4-BE49-F238E27FC236}">
                <a16:creationId xmlns:a16="http://schemas.microsoft.com/office/drawing/2014/main" id="{9C5F94E7-0CE5-B9FD-7259-5132244A0107}"/>
              </a:ext>
            </a:extLst>
          </p:cNvPr>
          <p:cNvSpPr/>
          <p:nvPr/>
        </p:nvSpPr>
        <p:spPr>
          <a:xfrm>
            <a:off x="2039375" y="5331552"/>
            <a:ext cx="547225" cy="355601"/>
          </a:xfrm>
          <a:custGeom>
            <a:avLst/>
            <a:gdLst>
              <a:gd name="connsiteX0" fmla="*/ 34048 w 900244"/>
              <a:gd name="connsiteY0" fmla="*/ 517500 h 585001"/>
              <a:gd name="connsiteX1" fmla="*/ 866548 w 900244"/>
              <a:gd name="connsiteY1" fmla="*/ 517500 h 585001"/>
              <a:gd name="connsiteX2" fmla="*/ 900244 w 900244"/>
              <a:gd name="connsiteY2" fmla="*/ 551304 h 585001"/>
              <a:gd name="connsiteX3" fmla="*/ 871093 w 900244"/>
              <a:gd name="connsiteY3" fmla="*/ 584685 h 585001"/>
              <a:gd name="connsiteX4" fmla="*/ 866548 w 900244"/>
              <a:gd name="connsiteY4" fmla="*/ 585000 h 585001"/>
              <a:gd name="connsiteX5" fmla="*/ 34093 w 900244"/>
              <a:gd name="connsiteY5" fmla="*/ 585000 h 585001"/>
              <a:gd name="connsiteX6" fmla="*/ 2 w 900244"/>
              <a:gd name="connsiteY6" fmla="*/ 551597 h 585001"/>
              <a:gd name="connsiteX7" fmla="*/ 29503 w 900244"/>
              <a:gd name="connsiteY7" fmla="*/ 517770 h 585001"/>
              <a:gd name="connsiteX8" fmla="*/ 34093 w 900244"/>
              <a:gd name="connsiteY8" fmla="*/ 517500 h 585001"/>
              <a:gd name="connsiteX9" fmla="*/ 866503 w 900244"/>
              <a:gd name="connsiteY9" fmla="*/ 517500 h 585001"/>
              <a:gd name="connsiteX10" fmla="*/ 34093 w 900244"/>
              <a:gd name="connsiteY10" fmla="*/ 517500 h 585001"/>
              <a:gd name="connsiteX11" fmla="*/ 731548 w 900244"/>
              <a:gd name="connsiteY11" fmla="*/ 0 h 585001"/>
              <a:gd name="connsiteX12" fmla="*/ 810298 w 900244"/>
              <a:gd name="connsiteY12" fmla="*/ 78750 h 585001"/>
              <a:gd name="connsiteX13" fmla="*/ 810298 w 900244"/>
              <a:gd name="connsiteY13" fmla="*/ 416250 h 585001"/>
              <a:gd name="connsiteX14" fmla="*/ 731548 w 900244"/>
              <a:gd name="connsiteY14" fmla="*/ 495000 h 585001"/>
              <a:gd name="connsiteX15" fmla="*/ 169048 w 900244"/>
              <a:gd name="connsiteY15" fmla="*/ 495000 h 585001"/>
              <a:gd name="connsiteX16" fmla="*/ 90298 w 900244"/>
              <a:gd name="connsiteY16" fmla="*/ 416250 h 585001"/>
              <a:gd name="connsiteX17" fmla="*/ 90298 w 900244"/>
              <a:gd name="connsiteY17" fmla="*/ 78750 h 585001"/>
              <a:gd name="connsiteX18" fmla="*/ 169048 w 900244"/>
              <a:gd name="connsiteY18" fmla="*/ 0 h 585001"/>
              <a:gd name="connsiteX19" fmla="*/ 731548 w 900244"/>
              <a:gd name="connsiteY19" fmla="*/ 0 h 58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0244" h="585001">
                <a:moveTo>
                  <a:pt x="34048" y="517500"/>
                </a:moveTo>
                <a:lnTo>
                  <a:pt x="866548" y="517500"/>
                </a:lnTo>
                <a:cubicBezTo>
                  <a:pt x="885187" y="517532"/>
                  <a:pt x="900276" y="532665"/>
                  <a:pt x="900244" y="551304"/>
                </a:cubicBezTo>
                <a:cubicBezTo>
                  <a:pt x="900217" y="568148"/>
                  <a:pt x="887779" y="582390"/>
                  <a:pt x="871093" y="584685"/>
                </a:cubicBezTo>
                <a:lnTo>
                  <a:pt x="866548" y="585000"/>
                </a:lnTo>
                <a:lnTo>
                  <a:pt x="34093" y="585000"/>
                </a:lnTo>
                <a:cubicBezTo>
                  <a:pt x="15455" y="585189"/>
                  <a:pt x="191" y="570236"/>
                  <a:pt x="2" y="551597"/>
                </a:cubicBezTo>
                <a:cubicBezTo>
                  <a:pt x="-172" y="534470"/>
                  <a:pt x="12511" y="519926"/>
                  <a:pt x="29503" y="517770"/>
                </a:cubicBezTo>
                <a:lnTo>
                  <a:pt x="34093" y="517500"/>
                </a:lnTo>
                <a:lnTo>
                  <a:pt x="866503" y="517500"/>
                </a:lnTo>
                <a:lnTo>
                  <a:pt x="34093" y="517500"/>
                </a:lnTo>
                <a:close/>
                <a:moveTo>
                  <a:pt x="731548" y="0"/>
                </a:moveTo>
                <a:cubicBezTo>
                  <a:pt x="775018" y="0"/>
                  <a:pt x="810298" y="35280"/>
                  <a:pt x="810298" y="78750"/>
                </a:cubicBezTo>
                <a:lnTo>
                  <a:pt x="810298" y="416250"/>
                </a:lnTo>
                <a:cubicBezTo>
                  <a:pt x="810298" y="459743"/>
                  <a:pt x="775041" y="495000"/>
                  <a:pt x="731548" y="495000"/>
                </a:cubicBezTo>
                <a:lnTo>
                  <a:pt x="169048" y="495000"/>
                </a:lnTo>
                <a:cubicBezTo>
                  <a:pt x="125556" y="495000"/>
                  <a:pt x="90298" y="459743"/>
                  <a:pt x="90298" y="416250"/>
                </a:cubicBezTo>
                <a:lnTo>
                  <a:pt x="90298" y="78750"/>
                </a:lnTo>
                <a:cubicBezTo>
                  <a:pt x="90298" y="35280"/>
                  <a:pt x="125533" y="0"/>
                  <a:pt x="169048" y="0"/>
                </a:cubicBezTo>
                <a:lnTo>
                  <a:pt x="731548" y="0"/>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Graphic 8">
            <a:extLst>
              <a:ext uri="{FF2B5EF4-FFF2-40B4-BE49-F238E27FC236}">
                <a16:creationId xmlns:a16="http://schemas.microsoft.com/office/drawing/2014/main" id="{6AAA97F7-9118-C2FA-D360-CE076D34755E}"/>
              </a:ext>
            </a:extLst>
          </p:cNvPr>
          <p:cNvSpPr/>
          <p:nvPr/>
        </p:nvSpPr>
        <p:spPr>
          <a:xfrm>
            <a:off x="5963760" y="5282502"/>
            <a:ext cx="272221" cy="453701"/>
          </a:xfrm>
          <a:custGeom>
            <a:avLst/>
            <a:gdLst>
              <a:gd name="connsiteX0" fmla="*/ 438750 w 540000"/>
              <a:gd name="connsiteY0" fmla="*/ 0 h 900000"/>
              <a:gd name="connsiteX1" fmla="*/ 540000 w 540000"/>
              <a:gd name="connsiteY1" fmla="*/ 101250 h 900000"/>
              <a:gd name="connsiteX2" fmla="*/ 540000 w 540000"/>
              <a:gd name="connsiteY2" fmla="*/ 798750 h 900000"/>
              <a:gd name="connsiteX3" fmla="*/ 438750 w 540000"/>
              <a:gd name="connsiteY3" fmla="*/ 900000 h 900000"/>
              <a:gd name="connsiteX4" fmla="*/ 101250 w 540000"/>
              <a:gd name="connsiteY4" fmla="*/ 900000 h 900000"/>
              <a:gd name="connsiteX5" fmla="*/ 0 w 540000"/>
              <a:gd name="connsiteY5" fmla="*/ 798750 h 900000"/>
              <a:gd name="connsiteX6" fmla="*/ 0 w 540000"/>
              <a:gd name="connsiteY6" fmla="*/ 101250 h 900000"/>
              <a:gd name="connsiteX7" fmla="*/ 101250 w 540000"/>
              <a:gd name="connsiteY7" fmla="*/ 0 h 900000"/>
              <a:gd name="connsiteX8" fmla="*/ 438750 w 540000"/>
              <a:gd name="connsiteY8" fmla="*/ 0 h 900000"/>
              <a:gd name="connsiteX9" fmla="*/ 326250 w 540000"/>
              <a:gd name="connsiteY9" fmla="*/ 720000 h 900000"/>
              <a:gd name="connsiteX10" fmla="*/ 213750 w 540000"/>
              <a:gd name="connsiteY10" fmla="*/ 720000 h 900000"/>
              <a:gd name="connsiteX11" fmla="*/ 180000 w 540000"/>
              <a:gd name="connsiteY11" fmla="*/ 753750 h 900000"/>
              <a:gd name="connsiteX12" fmla="*/ 213750 w 540000"/>
              <a:gd name="connsiteY12" fmla="*/ 787500 h 900000"/>
              <a:gd name="connsiteX13" fmla="*/ 326250 w 540000"/>
              <a:gd name="connsiteY13" fmla="*/ 787500 h 900000"/>
              <a:gd name="connsiteX14" fmla="*/ 360000 w 540000"/>
              <a:gd name="connsiteY14" fmla="*/ 753750 h 900000"/>
              <a:gd name="connsiteX15" fmla="*/ 326250 w 540000"/>
              <a:gd name="connsiteY15" fmla="*/ 720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000" h="900000">
                <a:moveTo>
                  <a:pt x="438750" y="0"/>
                </a:moveTo>
                <a:cubicBezTo>
                  <a:pt x="494667" y="0"/>
                  <a:pt x="540000" y="45331"/>
                  <a:pt x="540000" y="101250"/>
                </a:cubicBezTo>
                <a:lnTo>
                  <a:pt x="540000" y="798750"/>
                </a:lnTo>
                <a:cubicBezTo>
                  <a:pt x="540000" y="854667"/>
                  <a:pt x="494667" y="900000"/>
                  <a:pt x="438750" y="900000"/>
                </a:cubicBezTo>
                <a:lnTo>
                  <a:pt x="101250" y="900000"/>
                </a:lnTo>
                <a:cubicBezTo>
                  <a:pt x="45331" y="900000"/>
                  <a:pt x="0" y="854667"/>
                  <a:pt x="0" y="798750"/>
                </a:cubicBezTo>
                <a:lnTo>
                  <a:pt x="0" y="101250"/>
                </a:lnTo>
                <a:cubicBezTo>
                  <a:pt x="0" y="45331"/>
                  <a:pt x="45331" y="0"/>
                  <a:pt x="101250" y="0"/>
                </a:cubicBezTo>
                <a:lnTo>
                  <a:pt x="438750" y="0"/>
                </a:lnTo>
                <a:close/>
                <a:moveTo>
                  <a:pt x="326250" y="720000"/>
                </a:moveTo>
                <a:lnTo>
                  <a:pt x="213750" y="720000"/>
                </a:lnTo>
                <a:cubicBezTo>
                  <a:pt x="195111" y="720000"/>
                  <a:pt x="180000" y="735111"/>
                  <a:pt x="180000" y="753750"/>
                </a:cubicBezTo>
                <a:cubicBezTo>
                  <a:pt x="180000" y="772389"/>
                  <a:pt x="195111" y="787500"/>
                  <a:pt x="213750" y="787500"/>
                </a:cubicBezTo>
                <a:lnTo>
                  <a:pt x="326250" y="787500"/>
                </a:lnTo>
                <a:cubicBezTo>
                  <a:pt x="344889" y="787500"/>
                  <a:pt x="360000" y="772389"/>
                  <a:pt x="360000" y="753750"/>
                </a:cubicBezTo>
                <a:cubicBezTo>
                  <a:pt x="360000" y="735111"/>
                  <a:pt x="344889" y="720000"/>
                  <a:pt x="326250" y="720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Graphic 10">
            <a:extLst>
              <a:ext uri="{FF2B5EF4-FFF2-40B4-BE49-F238E27FC236}">
                <a16:creationId xmlns:a16="http://schemas.microsoft.com/office/drawing/2014/main" id="{FA89FE29-1D65-5369-891B-1AD827067BE1}"/>
              </a:ext>
            </a:extLst>
          </p:cNvPr>
          <p:cNvSpPr/>
          <p:nvPr/>
        </p:nvSpPr>
        <p:spPr>
          <a:xfrm>
            <a:off x="9646713" y="5327815"/>
            <a:ext cx="453588" cy="363074"/>
          </a:xfrm>
          <a:custGeom>
            <a:avLst/>
            <a:gdLst>
              <a:gd name="connsiteX0" fmla="*/ 798525 w 899775"/>
              <a:gd name="connsiteY0" fmla="*/ 0 h 720224"/>
              <a:gd name="connsiteX1" fmla="*/ 899775 w 899775"/>
              <a:gd name="connsiteY1" fmla="*/ 101250 h 720224"/>
              <a:gd name="connsiteX2" fmla="*/ 899775 w 899775"/>
              <a:gd name="connsiteY2" fmla="*/ 618975 h 720224"/>
              <a:gd name="connsiteX3" fmla="*/ 798525 w 899775"/>
              <a:gd name="connsiteY3" fmla="*/ 720225 h 720224"/>
              <a:gd name="connsiteX4" fmla="*/ 101250 w 899775"/>
              <a:gd name="connsiteY4" fmla="*/ 720225 h 720224"/>
              <a:gd name="connsiteX5" fmla="*/ 0 w 899775"/>
              <a:gd name="connsiteY5" fmla="*/ 618975 h 720224"/>
              <a:gd name="connsiteX6" fmla="*/ 0 w 899775"/>
              <a:gd name="connsiteY6" fmla="*/ 101250 h 720224"/>
              <a:gd name="connsiteX7" fmla="*/ 101250 w 899775"/>
              <a:gd name="connsiteY7" fmla="*/ 0 h 720224"/>
              <a:gd name="connsiteX8" fmla="*/ 798525 w 899775"/>
              <a:gd name="connsiteY8" fmla="*/ 0 h 720224"/>
              <a:gd name="connsiteX9" fmla="*/ 798525 w 899775"/>
              <a:gd name="connsiteY9" fmla="*/ 67500 h 720224"/>
              <a:gd name="connsiteX10" fmla="*/ 101250 w 899775"/>
              <a:gd name="connsiteY10" fmla="*/ 67500 h 720224"/>
              <a:gd name="connsiteX11" fmla="*/ 67500 w 899775"/>
              <a:gd name="connsiteY11" fmla="*/ 101250 h 720224"/>
              <a:gd name="connsiteX12" fmla="*/ 67500 w 899775"/>
              <a:gd name="connsiteY12" fmla="*/ 618975 h 720224"/>
              <a:gd name="connsiteX13" fmla="*/ 101250 w 899775"/>
              <a:gd name="connsiteY13" fmla="*/ 652725 h 720224"/>
              <a:gd name="connsiteX14" fmla="*/ 224955 w 899775"/>
              <a:gd name="connsiteY14" fmla="*/ 652680 h 720224"/>
              <a:gd name="connsiteX15" fmla="*/ 225000 w 899775"/>
              <a:gd name="connsiteY15" fmla="*/ 528750 h 720224"/>
              <a:gd name="connsiteX16" fmla="*/ 297270 w 899775"/>
              <a:gd name="connsiteY16" fmla="*/ 450270 h 720224"/>
              <a:gd name="connsiteX17" fmla="*/ 303750 w 899775"/>
              <a:gd name="connsiteY17" fmla="*/ 450000 h 720224"/>
              <a:gd name="connsiteX18" fmla="*/ 596025 w 899775"/>
              <a:gd name="connsiteY18" fmla="*/ 450000 h 720224"/>
              <a:gd name="connsiteX19" fmla="*/ 674505 w 899775"/>
              <a:gd name="connsiteY19" fmla="*/ 522315 h 720224"/>
              <a:gd name="connsiteX20" fmla="*/ 674775 w 899775"/>
              <a:gd name="connsiteY20" fmla="*/ 528750 h 720224"/>
              <a:gd name="connsiteX21" fmla="*/ 674730 w 899775"/>
              <a:gd name="connsiteY21" fmla="*/ 652680 h 720224"/>
              <a:gd name="connsiteX22" fmla="*/ 798525 w 899775"/>
              <a:gd name="connsiteY22" fmla="*/ 652680 h 720224"/>
              <a:gd name="connsiteX23" fmla="*/ 832275 w 899775"/>
              <a:gd name="connsiteY23" fmla="*/ 618930 h 720224"/>
              <a:gd name="connsiteX24" fmla="*/ 832275 w 899775"/>
              <a:gd name="connsiteY24" fmla="*/ 101250 h 720224"/>
              <a:gd name="connsiteX25" fmla="*/ 798525 w 899775"/>
              <a:gd name="connsiteY25" fmla="*/ 67500 h 720224"/>
              <a:gd name="connsiteX26" fmla="*/ 450000 w 899775"/>
              <a:gd name="connsiteY26" fmla="*/ 135000 h 720224"/>
              <a:gd name="connsiteX27" fmla="*/ 585000 w 899775"/>
              <a:gd name="connsiteY27" fmla="*/ 270000 h 720224"/>
              <a:gd name="connsiteX28" fmla="*/ 450000 w 899775"/>
              <a:gd name="connsiteY28" fmla="*/ 405000 h 720224"/>
              <a:gd name="connsiteX29" fmla="*/ 315000 w 899775"/>
              <a:gd name="connsiteY29" fmla="*/ 270000 h 720224"/>
              <a:gd name="connsiteX30" fmla="*/ 450000 w 899775"/>
              <a:gd name="connsiteY30" fmla="*/ 135000 h 72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9775" h="720224">
                <a:moveTo>
                  <a:pt x="798525" y="0"/>
                </a:moveTo>
                <a:cubicBezTo>
                  <a:pt x="854442" y="0"/>
                  <a:pt x="899775" y="45331"/>
                  <a:pt x="899775" y="101250"/>
                </a:cubicBezTo>
                <a:lnTo>
                  <a:pt x="899775" y="618975"/>
                </a:lnTo>
                <a:cubicBezTo>
                  <a:pt x="899775" y="674892"/>
                  <a:pt x="854442" y="720225"/>
                  <a:pt x="798525" y="720225"/>
                </a:cubicBezTo>
                <a:lnTo>
                  <a:pt x="101250" y="720225"/>
                </a:lnTo>
                <a:cubicBezTo>
                  <a:pt x="45331" y="720225"/>
                  <a:pt x="0" y="674892"/>
                  <a:pt x="0" y="618975"/>
                </a:cubicBezTo>
                <a:lnTo>
                  <a:pt x="0" y="101250"/>
                </a:lnTo>
                <a:cubicBezTo>
                  <a:pt x="0" y="45331"/>
                  <a:pt x="45331" y="0"/>
                  <a:pt x="101250" y="0"/>
                </a:cubicBezTo>
                <a:lnTo>
                  <a:pt x="798525" y="0"/>
                </a:lnTo>
                <a:close/>
                <a:moveTo>
                  <a:pt x="798525" y="67500"/>
                </a:moveTo>
                <a:lnTo>
                  <a:pt x="101250" y="67500"/>
                </a:lnTo>
                <a:cubicBezTo>
                  <a:pt x="82611" y="67500"/>
                  <a:pt x="67500" y="82611"/>
                  <a:pt x="67500" y="101250"/>
                </a:cubicBezTo>
                <a:lnTo>
                  <a:pt x="67500" y="618975"/>
                </a:lnTo>
                <a:cubicBezTo>
                  <a:pt x="67500" y="637605"/>
                  <a:pt x="82620" y="652725"/>
                  <a:pt x="101250" y="652725"/>
                </a:cubicBezTo>
                <a:lnTo>
                  <a:pt x="224955" y="652680"/>
                </a:lnTo>
                <a:lnTo>
                  <a:pt x="225000" y="528750"/>
                </a:lnTo>
                <a:cubicBezTo>
                  <a:pt x="225001" y="487773"/>
                  <a:pt x="256430" y="453641"/>
                  <a:pt x="297270" y="450270"/>
                </a:cubicBezTo>
                <a:lnTo>
                  <a:pt x="303750" y="450000"/>
                </a:lnTo>
                <a:lnTo>
                  <a:pt x="596025" y="450000"/>
                </a:lnTo>
                <a:cubicBezTo>
                  <a:pt x="637020" y="450005"/>
                  <a:pt x="671157" y="481455"/>
                  <a:pt x="674505" y="522315"/>
                </a:cubicBezTo>
                <a:lnTo>
                  <a:pt x="674775" y="528750"/>
                </a:lnTo>
                <a:lnTo>
                  <a:pt x="674730" y="652680"/>
                </a:lnTo>
                <a:lnTo>
                  <a:pt x="798525" y="652680"/>
                </a:lnTo>
                <a:cubicBezTo>
                  <a:pt x="817164" y="652680"/>
                  <a:pt x="832275" y="637569"/>
                  <a:pt x="832275" y="618930"/>
                </a:cubicBezTo>
                <a:lnTo>
                  <a:pt x="832275" y="101250"/>
                </a:lnTo>
                <a:cubicBezTo>
                  <a:pt x="832275" y="82611"/>
                  <a:pt x="817164" y="67500"/>
                  <a:pt x="798525" y="67500"/>
                </a:cubicBezTo>
                <a:close/>
                <a:moveTo>
                  <a:pt x="450000" y="135000"/>
                </a:moveTo>
                <a:cubicBezTo>
                  <a:pt x="524561" y="135000"/>
                  <a:pt x="585000" y="195442"/>
                  <a:pt x="585000" y="270000"/>
                </a:cubicBezTo>
                <a:cubicBezTo>
                  <a:pt x="585000" y="344561"/>
                  <a:pt x="524561" y="405000"/>
                  <a:pt x="450000" y="405000"/>
                </a:cubicBezTo>
                <a:cubicBezTo>
                  <a:pt x="375439" y="405000"/>
                  <a:pt x="315000" y="344561"/>
                  <a:pt x="315000" y="270000"/>
                </a:cubicBezTo>
                <a:cubicBezTo>
                  <a:pt x="315000" y="195442"/>
                  <a:pt x="375439" y="135000"/>
                  <a:pt x="450000" y="135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4" name="Graphic 6">
            <a:extLst>
              <a:ext uri="{FF2B5EF4-FFF2-40B4-BE49-F238E27FC236}">
                <a16:creationId xmlns:a16="http://schemas.microsoft.com/office/drawing/2014/main" id="{E9C39B3A-834D-2AED-E456-E5BBD2036963}"/>
              </a:ext>
            </a:extLst>
          </p:cNvPr>
          <p:cNvSpPr/>
          <p:nvPr/>
        </p:nvSpPr>
        <p:spPr>
          <a:xfrm>
            <a:off x="3207775" y="5331552"/>
            <a:ext cx="547225" cy="355601"/>
          </a:xfrm>
          <a:custGeom>
            <a:avLst/>
            <a:gdLst>
              <a:gd name="connsiteX0" fmla="*/ 34048 w 900244"/>
              <a:gd name="connsiteY0" fmla="*/ 517500 h 585001"/>
              <a:gd name="connsiteX1" fmla="*/ 866548 w 900244"/>
              <a:gd name="connsiteY1" fmla="*/ 517500 h 585001"/>
              <a:gd name="connsiteX2" fmla="*/ 900244 w 900244"/>
              <a:gd name="connsiteY2" fmla="*/ 551304 h 585001"/>
              <a:gd name="connsiteX3" fmla="*/ 871093 w 900244"/>
              <a:gd name="connsiteY3" fmla="*/ 584685 h 585001"/>
              <a:gd name="connsiteX4" fmla="*/ 866548 w 900244"/>
              <a:gd name="connsiteY4" fmla="*/ 585000 h 585001"/>
              <a:gd name="connsiteX5" fmla="*/ 34093 w 900244"/>
              <a:gd name="connsiteY5" fmla="*/ 585000 h 585001"/>
              <a:gd name="connsiteX6" fmla="*/ 2 w 900244"/>
              <a:gd name="connsiteY6" fmla="*/ 551597 h 585001"/>
              <a:gd name="connsiteX7" fmla="*/ 29503 w 900244"/>
              <a:gd name="connsiteY7" fmla="*/ 517770 h 585001"/>
              <a:gd name="connsiteX8" fmla="*/ 34093 w 900244"/>
              <a:gd name="connsiteY8" fmla="*/ 517500 h 585001"/>
              <a:gd name="connsiteX9" fmla="*/ 866503 w 900244"/>
              <a:gd name="connsiteY9" fmla="*/ 517500 h 585001"/>
              <a:gd name="connsiteX10" fmla="*/ 34093 w 900244"/>
              <a:gd name="connsiteY10" fmla="*/ 517500 h 585001"/>
              <a:gd name="connsiteX11" fmla="*/ 731548 w 900244"/>
              <a:gd name="connsiteY11" fmla="*/ 0 h 585001"/>
              <a:gd name="connsiteX12" fmla="*/ 810298 w 900244"/>
              <a:gd name="connsiteY12" fmla="*/ 78750 h 585001"/>
              <a:gd name="connsiteX13" fmla="*/ 810298 w 900244"/>
              <a:gd name="connsiteY13" fmla="*/ 416250 h 585001"/>
              <a:gd name="connsiteX14" fmla="*/ 731548 w 900244"/>
              <a:gd name="connsiteY14" fmla="*/ 495000 h 585001"/>
              <a:gd name="connsiteX15" fmla="*/ 169048 w 900244"/>
              <a:gd name="connsiteY15" fmla="*/ 495000 h 585001"/>
              <a:gd name="connsiteX16" fmla="*/ 90298 w 900244"/>
              <a:gd name="connsiteY16" fmla="*/ 416250 h 585001"/>
              <a:gd name="connsiteX17" fmla="*/ 90298 w 900244"/>
              <a:gd name="connsiteY17" fmla="*/ 78750 h 585001"/>
              <a:gd name="connsiteX18" fmla="*/ 169048 w 900244"/>
              <a:gd name="connsiteY18" fmla="*/ 0 h 585001"/>
              <a:gd name="connsiteX19" fmla="*/ 731548 w 900244"/>
              <a:gd name="connsiteY19" fmla="*/ 0 h 58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0244" h="585001">
                <a:moveTo>
                  <a:pt x="34048" y="517500"/>
                </a:moveTo>
                <a:lnTo>
                  <a:pt x="866548" y="517500"/>
                </a:lnTo>
                <a:cubicBezTo>
                  <a:pt x="885187" y="517532"/>
                  <a:pt x="900276" y="532665"/>
                  <a:pt x="900244" y="551304"/>
                </a:cubicBezTo>
                <a:cubicBezTo>
                  <a:pt x="900217" y="568148"/>
                  <a:pt x="887779" y="582390"/>
                  <a:pt x="871093" y="584685"/>
                </a:cubicBezTo>
                <a:lnTo>
                  <a:pt x="866548" y="585000"/>
                </a:lnTo>
                <a:lnTo>
                  <a:pt x="34093" y="585000"/>
                </a:lnTo>
                <a:cubicBezTo>
                  <a:pt x="15455" y="585189"/>
                  <a:pt x="191" y="570236"/>
                  <a:pt x="2" y="551597"/>
                </a:cubicBezTo>
                <a:cubicBezTo>
                  <a:pt x="-172" y="534470"/>
                  <a:pt x="12511" y="519926"/>
                  <a:pt x="29503" y="517770"/>
                </a:cubicBezTo>
                <a:lnTo>
                  <a:pt x="34093" y="517500"/>
                </a:lnTo>
                <a:lnTo>
                  <a:pt x="866503" y="517500"/>
                </a:lnTo>
                <a:lnTo>
                  <a:pt x="34093" y="517500"/>
                </a:lnTo>
                <a:close/>
                <a:moveTo>
                  <a:pt x="731548" y="0"/>
                </a:moveTo>
                <a:cubicBezTo>
                  <a:pt x="775018" y="0"/>
                  <a:pt x="810298" y="35280"/>
                  <a:pt x="810298" y="78750"/>
                </a:cubicBezTo>
                <a:lnTo>
                  <a:pt x="810298" y="416250"/>
                </a:lnTo>
                <a:cubicBezTo>
                  <a:pt x="810298" y="459743"/>
                  <a:pt x="775041" y="495000"/>
                  <a:pt x="731548" y="495000"/>
                </a:cubicBezTo>
                <a:lnTo>
                  <a:pt x="169048" y="495000"/>
                </a:lnTo>
                <a:cubicBezTo>
                  <a:pt x="125556" y="495000"/>
                  <a:pt x="90298" y="459743"/>
                  <a:pt x="90298" y="416250"/>
                </a:cubicBezTo>
                <a:lnTo>
                  <a:pt x="90298" y="78750"/>
                </a:lnTo>
                <a:cubicBezTo>
                  <a:pt x="90298" y="35280"/>
                  <a:pt x="125533" y="0"/>
                  <a:pt x="169048" y="0"/>
                </a:cubicBezTo>
                <a:lnTo>
                  <a:pt x="731548" y="0"/>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5" name="Graphic 8">
            <a:extLst>
              <a:ext uri="{FF2B5EF4-FFF2-40B4-BE49-F238E27FC236}">
                <a16:creationId xmlns:a16="http://schemas.microsoft.com/office/drawing/2014/main" id="{04802296-8C2D-680F-51FB-C85278E7A27C}"/>
              </a:ext>
            </a:extLst>
          </p:cNvPr>
          <p:cNvSpPr/>
          <p:nvPr/>
        </p:nvSpPr>
        <p:spPr>
          <a:xfrm>
            <a:off x="7132160" y="5282502"/>
            <a:ext cx="272221" cy="453701"/>
          </a:xfrm>
          <a:custGeom>
            <a:avLst/>
            <a:gdLst>
              <a:gd name="connsiteX0" fmla="*/ 438750 w 540000"/>
              <a:gd name="connsiteY0" fmla="*/ 0 h 900000"/>
              <a:gd name="connsiteX1" fmla="*/ 540000 w 540000"/>
              <a:gd name="connsiteY1" fmla="*/ 101250 h 900000"/>
              <a:gd name="connsiteX2" fmla="*/ 540000 w 540000"/>
              <a:gd name="connsiteY2" fmla="*/ 798750 h 900000"/>
              <a:gd name="connsiteX3" fmla="*/ 438750 w 540000"/>
              <a:gd name="connsiteY3" fmla="*/ 900000 h 900000"/>
              <a:gd name="connsiteX4" fmla="*/ 101250 w 540000"/>
              <a:gd name="connsiteY4" fmla="*/ 900000 h 900000"/>
              <a:gd name="connsiteX5" fmla="*/ 0 w 540000"/>
              <a:gd name="connsiteY5" fmla="*/ 798750 h 900000"/>
              <a:gd name="connsiteX6" fmla="*/ 0 w 540000"/>
              <a:gd name="connsiteY6" fmla="*/ 101250 h 900000"/>
              <a:gd name="connsiteX7" fmla="*/ 101250 w 540000"/>
              <a:gd name="connsiteY7" fmla="*/ 0 h 900000"/>
              <a:gd name="connsiteX8" fmla="*/ 438750 w 540000"/>
              <a:gd name="connsiteY8" fmla="*/ 0 h 900000"/>
              <a:gd name="connsiteX9" fmla="*/ 326250 w 540000"/>
              <a:gd name="connsiteY9" fmla="*/ 720000 h 900000"/>
              <a:gd name="connsiteX10" fmla="*/ 213750 w 540000"/>
              <a:gd name="connsiteY10" fmla="*/ 720000 h 900000"/>
              <a:gd name="connsiteX11" fmla="*/ 180000 w 540000"/>
              <a:gd name="connsiteY11" fmla="*/ 753750 h 900000"/>
              <a:gd name="connsiteX12" fmla="*/ 213750 w 540000"/>
              <a:gd name="connsiteY12" fmla="*/ 787500 h 900000"/>
              <a:gd name="connsiteX13" fmla="*/ 326250 w 540000"/>
              <a:gd name="connsiteY13" fmla="*/ 787500 h 900000"/>
              <a:gd name="connsiteX14" fmla="*/ 360000 w 540000"/>
              <a:gd name="connsiteY14" fmla="*/ 753750 h 900000"/>
              <a:gd name="connsiteX15" fmla="*/ 326250 w 540000"/>
              <a:gd name="connsiteY15" fmla="*/ 720000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000" h="900000">
                <a:moveTo>
                  <a:pt x="438750" y="0"/>
                </a:moveTo>
                <a:cubicBezTo>
                  <a:pt x="494667" y="0"/>
                  <a:pt x="540000" y="45331"/>
                  <a:pt x="540000" y="101250"/>
                </a:cubicBezTo>
                <a:lnTo>
                  <a:pt x="540000" y="798750"/>
                </a:lnTo>
                <a:cubicBezTo>
                  <a:pt x="540000" y="854667"/>
                  <a:pt x="494667" y="900000"/>
                  <a:pt x="438750" y="900000"/>
                </a:cubicBezTo>
                <a:lnTo>
                  <a:pt x="101250" y="900000"/>
                </a:lnTo>
                <a:cubicBezTo>
                  <a:pt x="45331" y="900000"/>
                  <a:pt x="0" y="854667"/>
                  <a:pt x="0" y="798750"/>
                </a:cubicBezTo>
                <a:lnTo>
                  <a:pt x="0" y="101250"/>
                </a:lnTo>
                <a:cubicBezTo>
                  <a:pt x="0" y="45331"/>
                  <a:pt x="45331" y="0"/>
                  <a:pt x="101250" y="0"/>
                </a:cubicBezTo>
                <a:lnTo>
                  <a:pt x="438750" y="0"/>
                </a:lnTo>
                <a:close/>
                <a:moveTo>
                  <a:pt x="326250" y="720000"/>
                </a:moveTo>
                <a:lnTo>
                  <a:pt x="213750" y="720000"/>
                </a:lnTo>
                <a:cubicBezTo>
                  <a:pt x="195111" y="720000"/>
                  <a:pt x="180000" y="735111"/>
                  <a:pt x="180000" y="753750"/>
                </a:cubicBezTo>
                <a:cubicBezTo>
                  <a:pt x="180000" y="772389"/>
                  <a:pt x="195111" y="787500"/>
                  <a:pt x="213750" y="787500"/>
                </a:cubicBezTo>
                <a:lnTo>
                  <a:pt x="326250" y="787500"/>
                </a:lnTo>
                <a:cubicBezTo>
                  <a:pt x="344889" y="787500"/>
                  <a:pt x="360000" y="772389"/>
                  <a:pt x="360000" y="753750"/>
                </a:cubicBezTo>
                <a:cubicBezTo>
                  <a:pt x="360000" y="735111"/>
                  <a:pt x="344889" y="720000"/>
                  <a:pt x="326250" y="720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6" name="Graphic 10">
            <a:extLst>
              <a:ext uri="{FF2B5EF4-FFF2-40B4-BE49-F238E27FC236}">
                <a16:creationId xmlns:a16="http://schemas.microsoft.com/office/drawing/2014/main" id="{7FD265C3-66F6-ED7A-9E5C-5188F29FEEF6}"/>
              </a:ext>
            </a:extLst>
          </p:cNvPr>
          <p:cNvSpPr/>
          <p:nvPr/>
        </p:nvSpPr>
        <p:spPr>
          <a:xfrm>
            <a:off x="10815113" y="5327815"/>
            <a:ext cx="453588" cy="363074"/>
          </a:xfrm>
          <a:custGeom>
            <a:avLst/>
            <a:gdLst>
              <a:gd name="connsiteX0" fmla="*/ 798525 w 899775"/>
              <a:gd name="connsiteY0" fmla="*/ 0 h 720224"/>
              <a:gd name="connsiteX1" fmla="*/ 899775 w 899775"/>
              <a:gd name="connsiteY1" fmla="*/ 101250 h 720224"/>
              <a:gd name="connsiteX2" fmla="*/ 899775 w 899775"/>
              <a:gd name="connsiteY2" fmla="*/ 618975 h 720224"/>
              <a:gd name="connsiteX3" fmla="*/ 798525 w 899775"/>
              <a:gd name="connsiteY3" fmla="*/ 720225 h 720224"/>
              <a:gd name="connsiteX4" fmla="*/ 101250 w 899775"/>
              <a:gd name="connsiteY4" fmla="*/ 720225 h 720224"/>
              <a:gd name="connsiteX5" fmla="*/ 0 w 899775"/>
              <a:gd name="connsiteY5" fmla="*/ 618975 h 720224"/>
              <a:gd name="connsiteX6" fmla="*/ 0 w 899775"/>
              <a:gd name="connsiteY6" fmla="*/ 101250 h 720224"/>
              <a:gd name="connsiteX7" fmla="*/ 101250 w 899775"/>
              <a:gd name="connsiteY7" fmla="*/ 0 h 720224"/>
              <a:gd name="connsiteX8" fmla="*/ 798525 w 899775"/>
              <a:gd name="connsiteY8" fmla="*/ 0 h 720224"/>
              <a:gd name="connsiteX9" fmla="*/ 798525 w 899775"/>
              <a:gd name="connsiteY9" fmla="*/ 67500 h 720224"/>
              <a:gd name="connsiteX10" fmla="*/ 101250 w 899775"/>
              <a:gd name="connsiteY10" fmla="*/ 67500 h 720224"/>
              <a:gd name="connsiteX11" fmla="*/ 67500 w 899775"/>
              <a:gd name="connsiteY11" fmla="*/ 101250 h 720224"/>
              <a:gd name="connsiteX12" fmla="*/ 67500 w 899775"/>
              <a:gd name="connsiteY12" fmla="*/ 618975 h 720224"/>
              <a:gd name="connsiteX13" fmla="*/ 101250 w 899775"/>
              <a:gd name="connsiteY13" fmla="*/ 652725 h 720224"/>
              <a:gd name="connsiteX14" fmla="*/ 224955 w 899775"/>
              <a:gd name="connsiteY14" fmla="*/ 652680 h 720224"/>
              <a:gd name="connsiteX15" fmla="*/ 225000 w 899775"/>
              <a:gd name="connsiteY15" fmla="*/ 528750 h 720224"/>
              <a:gd name="connsiteX16" fmla="*/ 297270 w 899775"/>
              <a:gd name="connsiteY16" fmla="*/ 450270 h 720224"/>
              <a:gd name="connsiteX17" fmla="*/ 303750 w 899775"/>
              <a:gd name="connsiteY17" fmla="*/ 450000 h 720224"/>
              <a:gd name="connsiteX18" fmla="*/ 596025 w 899775"/>
              <a:gd name="connsiteY18" fmla="*/ 450000 h 720224"/>
              <a:gd name="connsiteX19" fmla="*/ 674505 w 899775"/>
              <a:gd name="connsiteY19" fmla="*/ 522315 h 720224"/>
              <a:gd name="connsiteX20" fmla="*/ 674775 w 899775"/>
              <a:gd name="connsiteY20" fmla="*/ 528750 h 720224"/>
              <a:gd name="connsiteX21" fmla="*/ 674730 w 899775"/>
              <a:gd name="connsiteY21" fmla="*/ 652680 h 720224"/>
              <a:gd name="connsiteX22" fmla="*/ 798525 w 899775"/>
              <a:gd name="connsiteY22" fmla="*/ 652680 h 720224"/>
              <a:gd name="connsiteX23" fmla="*/ 832275 w 899775"/>
              <a:gd name="connsiteY23" fmla="*/ 618930 h 720224"/>
              <a:gd name="connsiteX24" fmla="*/ 832275 w 899775"/>
              <a:gd name="connsiteY24" fmla="*/ 101250 h 720224"/>
              <a:gd name="connsiteX25" fmla="*/ 798525 w 899775"/>
              <a:gd name="connsiteY25" fmla="*/ 67500 h 720224"/>
              <a:gd name="connsiteX26" fmla="*/ 450000 w 899775"/>
              <a:gd name="connsiteY26" fmla="*/ 135000 h 720224"/>
              <a:gd name="connsiteX27" fmla="*/ 585000 w 899775"/>
              <a:gd name="connsiteY27" fmla="*/ 270000 h 720224"/>
              <a:gd name="connsiteX28" fmla="*/ 450000 w 899775"/>
              <a:gd name="connsiteY28" fmla="*/ 405000 h 720224"/>
              <a:gd name="connsiteX29" fmla="*/ 315000 w 899775"/>
              <a:gd name="connsiteY29" fmla="*/ 270000 h 720224"/>
              <a:gd name="connsiteX30" fmla="*/ 450000 w 899775"/>
              <a:gd name="connsiteY30" fmla="*/ 135000 h 72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9775" h="720224">
                <a:moveTo>
                  <a:pt x="798525" y="0"/>
                </a:moveTo>
                <a:cubicBezTo>
                  <a:pt x="854442" y="0"/>
                  <a:pt x="899775" y="45331"/>
                  <a:pt x="899775" y="101250"/>
                </a:cubicBezTo>
                <a:lnTo>
                  <a:pt x="899775" y="618975"/>
                </a:lnTo>
                <a:cubicBezTo>
                  <a:pt x="899775" y="674892"/>
                  <a:pt x="854442" y="720225"/>
                  <a:pt x="798525" y="720225"/>
                </a:cubicBezTo>
                <a:lnTo>
                  <a:pt x="101250" y="720225"/>
                </a:lnTo>
                <a:cubicBezTo>
                  <a:pt x="45331" y="720225"/>
                  <a:pt x="0" y="674892"/>
                  <a:pt x="0" y="618975"/>
                </a:cubicBezTo>
                <a:lnTo>
                  <a:pt x="0" y="101250"/>
                </a:lnTo>
                <a:cubicBezTo>
                  <a:pt x="0" y="45331"/>
                  <a:pt x="45331" y="0"/>
                  <a:pt x="101250" y="0"/>
                </a:cubicBezTo>
                <a:lnTo>
                  <a:pt x="798525" y="0"/>
                </a:lnTo>
                <a:close/>
                <a:moveTo>
                  <a:pt x="798525" y="67500"/>
                </a:moveTo>
                <a:lnTo>
                  <a:pt x="101250" y="67500"/>
                </a:lnTo>
                <a:cubicBezTo>
                  <a:pt x="82611" y="67500"/>
                  <a:pt x="67500" y="82611"/>
                  <a:pt x="67500" y="101250"/>
                </a:cubicBezTo>
                <a:lnTo>
                  <a:pt x="67500" y="618975"/>
                </a:lnTo>
                <a:cubicBezTo>
                  <a:pt x="67500" y="637605"/>
                  <a:pt x="82620" y="652725"/>
                  <a:pt x="101250" y="652725"/>
                </a:cubicBezTo>
                <a:lnTo>
                  <a:pt x="224955" y="652680"/>
                </a:lnTo>
                <a:lnTo>
                  <a:pt x="225000" y="528750"/>
                </a:lnTo>
                <a:cubicBezTo>
                  <a:pt x="225001" y="487773"/>
                  <a:pt x="256430" y="453641"/>
                  <a:pt x="297270" y="450270"/>
                </a:cubicBezTo>
                <a:lnTo>
                  <a:pt x="303750" y="450000"/>
                </a:lnTo>
                <a:lnTo>
                  <a:pt x="596025" y="450000"/>
                </a:lnTo>
                <a:cubicBezTo>
                  <a:pt x="637020" y="450005"/>
                  <a:pt x="671157" y="481455"/>
                  <a:pt x="674505" y="522315"/>
                </a:cubicBezTo>
                <a:lnTo>
                  <a:pt x="674775" y="528750"/>
                </a:lnTo>
                <a:lnTo>
                  <a:pt x="674730" y="652680"/>
                </a:lnTo>
                <a:lnTo>
                  <a:pt x="798525" y="652680"/>
                </a:lnTo>
                <a:cubicBezTo>
                  <a:pt x="817164" y="652680"/>
                  <a:pt x="832275" y="637569"/>
                  <a:pt x="832275" y="618930"/>
                </a:cubicBezTo>
                <a:lnTo>
                  <a:pt x="832275" y="101250"/>
                </a:lnTo>
                <a:cubicBezTo>
                  <a:pt x="832275" y="82611"/>
                  <a:pt x="817164" y="67500"/>
                  <a:pt x="798525" y="67500"/>
                </a:cubicBezTo>
                <a:close/>
                <a:moveTo>
                  <a:pt x="450000" y="135000"/>
                </a:moveTo>
                <a:cubicBezTo>
                  <a:pt x="524561" y="135000"/>
                  <a:pt x="585000" y="195442"/>
                  <a:pt x="585000" y="270000"/>
                </a:cubicBezTo>
                <a:cubicBezTo>
                  <a:pt x="585000" y="344561"/>
                  <a:pt x="524561" y="405000"/>
                  <a:pt x="450000" y="405000"/>
                </a:cubicBezTo>
                <a:cubicBezTo>
                  <a:pt x="375439" y="405000"/>
                  <a:pt x="315000" y="344561"/>
                  <a:pt x="315000" y="270000"/>
                </a:cubicBezTo>
                <a:cubicBezTo>
                  <a:pt x="315000" y="195442"/>
                  <a:pt x="375439" y="135000"/>
                  <a:pt x="450000" y="135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316236468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Miscellaneous</a:t>
            </a:r>
          </a:p>
        </p:txBody>
      </p:sp>
      <p:sp>
        <p:nvSpPr>
          <p:cNvPr id="3" name="TextBox 2">
            <a:extLst>
              <a:ext uri="{FF2B5EF4-FFF2-40B4-BE49-F238E27FC236}">
                <a16:creationId xmlns:a16="http://schemas.microsoft.com/office/drawing/2014/main" id="{419020FF-33E3-A4FE-F383-E3EC1773D8FE}"/>
              </a:ext>
            </a:extLst>
          </p:cNvPr>
          <p:cNvSpPr txBox="1"/>
          <p:nvPr/>
        </p:nvSpPr>
        <p:spPr>
          <a:xfrm>
            <a:off x="584200" y="1073426"/>
            <a:ext cx="1280800"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Support/Help</a:t>
            </a:r>
          </a:p>
        </p:txBody>
      </p:sp>
      <p:sp>
        <p:nvSpPr>
          <p:cNvPr id="4" name="TextBox 3">
            <a:extLst>
              <a:ext uri="{FF2B5EF4-FFF2-40B4-BE49-F238E27FC236}">
                <a16:creationId xmlns:a16="http://schemas.microsoft.com/office/drawing/2014/main" id="{875275FE-2AC0-1A7D-9776-8A098C054089}"/>
              </a:ext>
            </a:extLst>
          </p:cNvPr>
          <p:cNvSpPr txBox="1"/>
          <p:nvPr/>
        </p:nvSpPr>
        <p:spPr>
          <a:xfrm>
            <a:off x="4374321" y="1073426"/>
            <a:ext cx="1392882"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Office Building</a:t>
            </a:r>
          </a:p>
        </p:txBody>
      </p:sp>
      <p:sp>
        <p:nvSpPr>
          <p:cNvPr id="5" name="TextBox 4">
            <a:extLst>
              <a:ext uri="{FF2B5EF4-FFF2-40B4-BE49-F238E27FC236}">
                <a16:creationId xmlns:a16="http://schemas.microsoft.com/office/drawing/2014/main" id="{23F9231C-31E7-B3AC-8020-6CBF6DE5FFBF}"/>
              </a:ext>
            </a:extLst>
          </p:cNvPr>
          <p:cNvSpPr txBox="1"/>
          <p:nvPr/>
        </p:nvSpPr>
        <p:spPr>
          <a:xfrm>
            <a:off x="8137939" y="1073426"/>
            <a:ext cx="1367362"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CPU/GPU Chip</a:t>
            </a:r>
          </a:p>
        </p:txBody>
      </p:sp>
      <p:sp>
        <p:nvSpPr>
          <p:cNvPr id="12" name="Graphic 6">
            <a:extLst>
              <a:ext uri="{FF2B5EF4-FFF2-40B4-BE49-F238E27FC236}">
                <a16:creationId xmlns:a16="http://schemas.microsoft.com/office/drawing/2014/main" id="{9504AEA1-3B04-1B1F-BB2A-B78FA8BFB93C}"/>
              </a:ext>
            </a:extLst>
          </p:cNvPr>
          <p:cNvSpPr/>
          <p:nvPr/>
        </p:nvSpPr>
        <p:spPr>
          <a:xfrm>
            <a:off x="9418706" y="2728374"/>
            <a:ext cx="900000" cy="900000"/>
          </a:xfrm>
          <a:custGeom>
            <a:avLst/>
            <a:gdLst>
              <a:gd name="connsiteX0" fmla="*/ 596250 w 900000"/>
              <a:gd name="connsiteY0" fmla="*/ 0 h 900000"/>
              <a:gd name="connsiteX1" fmla="*/ 629685 w 900000"/>
              <a:gd name="connsiteY1" fmla="*/ 29160 h 900000"/>
              <a:gd name="connsiteX2" fmla="*/ 630000 w 900000"/>
              <a:gd name="connsiteY2" fmla="*/ 33750 h 900000"/>
              <a:gd name="connsiteX3" fmla="*/ 630000 w 900000"/>
              <a:gd name="connsiteY3" fmla="*/ 138375 h 900000"/>
              <a:gd name="connsiteX4" fmla="*/ 761670 w 900000"/>
              <a:gd name="connsiteY4" fmla="*/ 270225 h 900000"/>
              <a:gd name="connsiteX5" fmla="*/ 866250 w 900000"/>
              <a:gd name="connsiteY5" fmla="*/ 270225 h 900000"/>
              <a:gd name="connsiteX6" fmla="*/ 899991 w 900000"/>
              <a:gd name="connsiteY6" fmla="*/ 303985 h 900000"/>
              <a:gd name="connsiteX7" fmla="*/ 870840 w 900000"/>
              <a:gd name="connsiteY7" fmla="*/ 337410 h 900000"/>
              <a:gd name="connsiteX8" fmla="*/ 866250 w 900000"/>
              <a:gd name="connsiteY8" fmla="*/ 337725 h 900000"/>
              <a:gd name="connsiteX9" fmla="*/ 765000 w 900000"/>
              <a:gd name="connsiteY9" fmla="*/ 337680 h 900000"/>
              <a:gd name="connsiteX10" fmla="*/ 765000 w 900000"/>
              <a:gd name="connsiteY10" fmla="*/ 416430 h 900000"/>
              <a:gd name="connsiteX11" fmla="*/ 866250 w 900000"/>
              <a:gd name="connsiteY11" fmla="*/ 416430 h 900000"/>
              <a:gd name="connsiteX12" fmla="*/ 899685 w 900000"/>
              <a:gd name="connsiteY12" fmla="*/ 445680 h 900000"/>
              <a:gd name="connsiteX13" fmla="*/ 900000 w 900000"/>
              <a:gd name="connsiteY13" fmla="*/ 450180 h 900000"/>
              <a:gd name="connsiteX14" fmla="*/ 870840 w 900000"/>
              <a:gd name="connsiteY14" fmla="*/ 483660 h 900000"/>
              <a:gd name="connsiteX15" fmla="*/ 866250 w 900000"/>
              <a:gd name="connsiteY15" fmla="*/ 483975 h 900000"/>
              <a:gd name="connsiteX16" fmla="*/ 765000 w 900000"/>
              <a:gd name="connsiteY16" fmla="*/ 483930 h 900000"/>
              <a:gd name="connsiteX17" fmla="*/ 765000 w 900000"/>
              <a:gd name="connsiteY17" fmla="*/ 562680 h 900000"/>
              <a:gd name="connsiteX18" fmla="*/ 866250 w 900000"/>
              <a:gd name="connsiteY18" fmla="*/ 562680 h 900000"/>
              <a:gd name="connsiteX19" fmla="*/ 899685 w 900000"/>
              <a:gd name="connsiteY19" fmla="*/ 591930 h 900000"/>
              <a:gd name="connsiteX20" fmla="*/ 900000 w 900000"/>
              <a:gd name="connsiteY20" fmla="*/ 596430 h 900000"/>
              <a:gd name="connsiteX21" fmla="*/ 870840 w 900000"/>
              <a:gd name="connsiteY21" fmla="*/ 629910 h 900000"/>
              <a:gd name="connsiteX22" fmla="*/ 866250 w 900000"/>
              <a:gd name="connsiteY22" fmla="*/ 630225 h 900000"/>
              <a:gd name="connsiteX23" fmla="*/ 761580 w 900000"/>
              <a:gd name="connsiteY23" fmla="*/ 630225 h 900000"/>
              <a:gd name="connsiteX24" fmla="*/ 630000 w 900000"/>
              <a:gd name="connsiteY24" fmla="*/ 761625 h 900000"/>
              <a:gd name="connsiteX25" fmla="*/ 630000 w 900000"/>
              <a:gd name="connsiteY25" fmla="*/ 866250 h 900000"/>
              <a:gd name="connsiteX26" fmla="*/ 596241 w 900000"/>
              <a:gd name="connsiteY26" fmla="*/ 899991 h 900000"/>
              <a:gd name="connsiteX27" fmla="*/ 562815 w 900000"/>
              <a:gd name="connsiteY27" fmla="*/ 870840 h 900000"/>
              <a:gd name="connsiteX28" fmla="*/ 562500 w 900000"/>
              <a:gd name="connsiteY28" fmla="*/ 866250 h 900000"/>
              <a:gd name="connsiteX29" fmla="*/ 562500 w 900000"/>
              <a:gd name="connsiteY29" fmla="*/ 764955 h 900000"/>
              <a:gd name="connsiteX30" fmla="*/ 483705 w 900000"/>
              <a:gd name="connsiteY30" fmla="*/ 764955 h 900000"/>
              <a:gd name="connsiteX31" fmla="*/ 483750 w 900000"/>
              <a:gd name="connsiteY31" fmla="*/ 866250 h 900000"/>
              <a:gd name="connsiteX32" fmla="*/ 454590 w 900000"/>
              <a:gd name="connsiteY32" fmla="*/ 899685 h 900000"/>
              <a:gd name="connsiteX33" fmla="*/ 450000 w 900000"/>
              <a:gd name="connsiteY33" fmla="*/ 900000 h 900000"/>
              <a:gd name="connsiteX34" fmla="*/ 416565 w 900000"/>
              <a:gd name="connsiteY34" fmla="*/ 870840 h 900000"/>
              <a:gd name="connsiteX35" fmla="*/ 416250 w 900000"/>
              <a:gd name="connsiteY35" fmla="*/ 866250 h 900000"/>
              <a:gd name="connsiteX36" fmla="*/ 416205 w 900000"/>
              <a:gd name="connsiteY36" fmla="*/ 764955 h 900000"/>
              <a:gd name="connsiteX37" fmla="*/ 337500 w 900000"/>
              <a:gd name="connsiteY37" fmla="*/ 764955 h 900000"/>
              <a:gd name="connsiteX38" fmla="*/ 337500 w 900000"/>
              <a:gd name="connsiteY38" fmla="*/ 866250 h 900000"/>
              <a:gd name="connsiteX39" fmla="*/ 308340 w 900000"/>
              <a:gd name="connsiteY39" fmla="*/ 899685 h 900000"/>
              <a:gd name="connsiteX40" fmla="*/ 303750 w 900000"/>
              <a:gd name="connsiteY40" fmla="*/ 900000 h 900000"/>
              <a:gd name="connsiteX41" fmla="*/ 270315 w 900000"/>
              <a:gd name="connsiteY41" fmla="*/ 870840 h 900000"/>
              <a:gd name="connsiteX42" fmla="*/ 270000 w 900000"/>
              <a:gd name="connsiteY42" fmla="*/ 866250 h 900000"/>
              <a:gd name="connsiteX43" fmla="*/ 270000 w 900000"/>
              <a:gd name="connsiteY43" fmla="*/ 761625 h 900000"/>
              <a:gd name="connsiteX44" fmla="*/ 138375 w 900000"/>
              <a:gd name="connsiteY44" fmla="*/ 630000 h 900000"/>
              <a:gd name="connsiteX45" fmla="*/ 33750 w 900000"/>
              <a:gd name="connsiteY45" fmla="*/ 630000 h 900000"/>
              <a:gd name="connsiteX46" fmla="*/ 10 w 900000"/>
              <a:gd name="connsiteY46" fmla="*/ 596241 h 900000"/>
              <a:gd name="connsiteX47" fmla="*/ 29160 w 900000"/>
              <a:gd name="connsiteY47" fmla="*/ 562815 h 900000"/>
              <a:gd name="connsiteX48" fmla="*/ 33750 w 900000"/>
              <a:gd name="connsiteY48" fmla="*/ 562500 h 900000"/>
              <a:gd name="connsiteX49" fmla="*/ 135000 w 900000"/>
              <a:gd name="connsiteY49" fmla="*/ 562455 h 900000"/>
              <a:gd name="connsiteX50" fmla="*/ 135000 w 900000"/>
              <a:gd name="connsiteY50" fmla="*/ 483705 h 900000"/>
              <a:gd name="connsiteX51" fmla="*/ 33750 w 900000"/>
              <a:gd name="connsiteY51" fmla="*/ 483750 h 900000"/>
              <a:gd name="connsiteX52" fmla="*/ 315 w 900000"/>
              <a:gd name="connsiteY52" fmla="*/ 454590 h 900000"/>
              <a:gd name="connsiteX53" fmla="*/ 0 w 900000"/>
              <a:gd name="connsiteY53" fmla="*/ 450000 h 900000"/>
              <a:gd name="connsiteX54" fmla="*/ 29160 w 900000"/>
              <a:gd name="connsiteY54" fmla="*/ 416565 h 900000"/>
              <a:gd name="connsiteX55" fmla="*/ 33750 w 900000"/>
              <a:gd name="connsiteY55" fmla="*/ 416250 h 900000"/>
              <a:gd name="connsiteX56" fmla="*/ 135000 w 900000"/>
              <a:gd name="connsiteY56" fmla="*/ 416205 h 900000"/>
              <a:gd name="connsiteX57" fmla="*/ 135000 w 900000"/>
              <a:gd name="connsiteY57" fmla="*/ 337455 h 900000"/>
              <a:gd name="connsiteX58" fmla="*/ 33750 w 900000"/>
              <a:gd name="connsiteY58" fmla="*/ 337500 h 900000"/>
              <a:gd name="connsiteX59" fmla="*/ 315 w 900000"/>
              <a:gd name="connsiteY59" fmla="*/ 308340 h 900000"/>
              <a:gd name="connsiteX60" fmla="*/ 0 w 900000"/>
              <a:gd name="connsiteY60" fmla="*/ 303750 h 900000"/>
              <a:gd name="connsiteX61" fmla="*/ 29160 w 900000"/>
              <a:gd name="connsiteY61" fmla="*/ 270315 h 900000"/>
              <a:gd name="connsiteX62" fmla="*/ 33750 w 900000"/>
              <a:gd name="connsiteY62" fmla="*/ 270000 h 900000"/>
              <a:gd name="connsiteX63" fmla="*/ 138375 w 900000"/>
              <a:gd name="connsiteY63" fmla="*/ 269955 h 900000"/>
              <a:gd name="connsiteX64" fmla="*/ 270000 w 900000"/>
              <a:gd name="connsiteY64" fmla="*/ 138375 h 900000"/>
              <a:gd name="connsiteX65" fmla="*/ 270000 w 900000"/>
              <a:gd name="connsiteY65" fmla="*/ 33750 h 900000"/>
              <a:gd name="connsiteX66" fmla="*/ 303760 w 900000"/>
              <a:gd name="connsiteY66" fmla="*/ 10 h 900000"/>
              <a:gd name="connsiteX67" fmla="*/ 337185 w 900000"/>
              <a:gd name="connsiteY67" fmla="*/ 29160 h 900000"/>
              <a:gd name="connsiteX68" fmla="*/ 337500 w 900000"/>
              <a:gd name="connsiteY68" fmla="*/ 33750 h 900000"/>
              <a:gd name="connsiteX69" fmla="*/ 337500 w 900000"/>
              <a:gd name="connsiteY69" fmla="*/ 134955 h 900000"/>
              <a:gd name="connsiteX70" fmla="*/ 416205 w 900000"/>
              <a:gd name="connsiteY70" fmla="*/ 134955 h 900000"/>
              <a:gd name="connsiteX71" fmla="*/ 416250 w 900000"/>
              <a:gd name="connsiteY71" fmla="*/ 33750 h 900000"/>
              <a:gd name="connsiteX72" fmla="*/ 445410 w 900000"/>
              <a:gd name="connsiteY72" fmla="*/ 315 h 900000"/>
              <a:gd name="connsiteX73" fmla="*/ 450000 w 900000"/>
              <a:gd name="connsiteY73" fmla="*/ 0 h 900000"/>
              <a:gd name="connsiteX74" fmla="*/ 483435 w 900000"/>
              <a:gd name="connsiteY74" fmla="*/ 29160 h 900000"/>
              <a:gd name="connsiteX75" fmla="*/ 483750 w 900000"/>
              <a:gd name="connsiteY75" fmla="*/ 33750 h 900000"/>
              <a:gd name="connsiteX76" fmla="*/ 483705 w 900000"/>
              <a:gd name="connsiteY76" fmla="*/ 134955 h 900000"/>
              <a:gd name="connsiteX77" fmla="*/ 562500 w 900000"/>
              <a:gd name="connsiteY77" fmla="*/ 134955 h 900000"/>
              <a:gd name="connsiteX78" fmla="*/ 562500 w 900000"/>
              <a:gd name="connsiteY78" fmla="*/ 33750 h 900000"/>
              <a:gd name="connsiteX79" fmla="*/ 587250 w 900000"/>
              <a:gd name="connsiteY79" fmla="*/ 1215 h 900000"/>
              <a:gd name="connsiteX80" fmla="*/ 591660 w 900000"/>
              <a:gd name="connsiteY80" fmla="*/ 315 h 900000"/>
              <a:gd name="connsiteX81" fmla="*/ 596250 w 900000"/>
              <a:gd name="connsiteY81" fmla="*/ 0 h 900000"/>
              <a:gd name="connsiteX82" fmla="*/ 450225 w 900000"/>
              <a:gd name="connsiteY82" fmla="*/ 315225 h 900000"/>
              <a:gd name="connsiteX83" fmla="*/ 315225 w 900000"/>
              <a:gd name="connsiteY83" fmla="*/ 450225 h 900000"/>
              <a:gd name="connsiteX84" fmla="*/ 450225 w 900000"/>
              <a:gd name="connsiteY84" fmla="*/ 585225 h 900000"/>
              <a:gd name="connsiteX85" fmla="*/ 585225 w 900000"/>
              <a:gd name="connsiteY85" fmla="*/ 450225 h 900000"/>
              <a:gd name="connsiteX86" fmla="*/ 450225 w 900000"/>
              <a:gd name="connsiteY86" fmla="*/ 315225 h 900000"/>
              <a:gd name="connsiteX87" fmla="*/ 450225 w 900000"/>
              <a:gd name="connsiteY87" fmla="*/ 382725 h 900000"/>
              <a:gd name="connsiteX88" fmla="*/ 517725 w 900000"/>
              <a:gd name="connsiteY88" fmla="*/ 450225 h 900000"/>
              <a:gd name="connsiteX89" fmla="*/ 450225 w 900000"/>
              <a:gd name="connsiteY89" fmla="*/ 517725 h 900000"/>
              <a:gd name="connsiteX90" fmla="*/ 382725 w 900000"/>
              <a:gd name="connsiteY90" fmla="*/ 450225 h 900000"/>
              <a:gd name="connsiteX91" fmla="*/ 450225 w 900000"/>
              <a:gd name="connsiteY91" fmla="*/ 38272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900000" h="900000">
                <a:moveTo>
                  <a:pt x="596250" y="0"/>
                </a:moveTo>
                <a:cubicBezTo>
                  <a:pt x="613116" y="1"/>
                  <a:pt x="627390" y="12452"/>
                  <a:pt x="629685" y="29160"/>
                </a:cubicBezTo>
                <a:lnTo>
                  <a:pt x="630000" y="33750"/>
                </a:lnTo>
                <a:lnTo>
                  <a:pt x="630000" y="138375"/>
                </a:lnTo>
                <a:cubicBezTo>
                  <a:pt x="696353" y="151956"/>
                  <a:pt x="748179" y="203854"/>
                  <a:pt x="761670" y="270225"/>
                </a:cubicBezTo>
                <a:lnTo>
                  <a:pt x="866250" y="270225"/>
                </a:lnTo>
                <a:cubicBezTo>
                  <a:pt x="884889" y="270231"/>
                  <a:pt x="899996" y="285346"/>
                  <a:pt x="899991" y="303985"/>
                </a:cubicBezTo>
                <a:cubicBezTo>
                  <a:pt x="899987" y="320843"/>
                  <a:pt x="887540" y="335112"/>
                  <a:pt x="870840" y="337410"/>
                </a:cubicBezTo>
                <a:lnTo>
                  <a:pt x="866250" y="337725"/>
                </a:lnTo>
                <a:lnTo>
                  <a:pt x="765000" y="337680"/>
                </a:lnTo>
                <a:lnTo>
                  <a:pt x="765000" y="416430"/>
                </a:lnTo>
                <a:lnTo>
                  <a:pt x="866250" y="416430"/>
                </a:lnTo>
                <a:cubicBezTo>
                  <a:pt x="883148" y="416439"/>
                  <a:pt x="897431" y="428936"/>
                  <a:pt x="899685" y="445680"/>
                </a:cubicBezTo>
                <a:lnTo>
                  <a:pt x="900000" y="450180"/>
                </a:lnTo>
                <a:cubicBezTo>
                  <a:pt x="900023" y="467064"/>
                  <a:pt x="887567" y="481365"/>
                  <a:pt x="870840" y="483660"/>
                </a:cubicBezTo>
                <a:lnTo>
                  <a:pt x="866250" y="483975"/>
                </a:lnTo>
                <a:lnTo>
                  <a:pt x="765000" y="483930"/>
                </a:lnTo>
                <a:lnTo>
                  <a:pt x="765000" y="562680"/>
                </a:lnTo>
                <a:lnTo>
                  <a:pt x="866250" y="562680"/>
                </a:lnTo>
                <a:cubicBezTo>
                  <a:pt x="883148" y="562689"/>
                  <a:pt x="897431" y="575186"/>
                  <a:pt x="899685" y="591930"/>
                </a:cubicBezTo>
                <a:lnTo>
                  <a:pt x="900000" y="596430"/>
                </a:lnTo>
                <a:cubicBezTo>
                  <a:pt x="900023" y="613314"/>
                  <a:pt x="887567" y="627615"/>
                  <a:pt x="870840" y="629910"/>
                </a:cubicBezTo>
                <a:lnTo>
                  <a:pt x="866250" y="630225"/>
                </a:lnTo>
                <a:lnTo>
                  <a:pt x="761580" y="630225"/>
                </a:lnTo>
                <a:cubicBezTo>
                  <a:pt x="747932" y="696389"/>
                  <a:pt x="696186" y="748066"/>
                  <a:pt x="630000" y="761625"/>
                </a:cubicBezTo>
                <a:lnTo>
                  <a:pt x="630000" y="866250"/>
                </a:lnTo>
                <a:cubicBezTo>
                  <a:pt x="629996" y="884889"/>
                  <a:pt x="614880" y="899996"/>
                  <a:pt x="596241" y="899991"/>
                </a:cubicBezTo>
                <a:cubicBezTo>
                  <a:pt x="579380" y="899987"/>
                  <a:pt x="565115" y="887540"/>
                  <a:pt x="562815" y="870840"/>
                </a:cubicBezTo>
                <a:lnTo>
                  <a:pt x="562500" y="866250"/>
                </a:lnTo>
                <a:lnTo>
                  <a:pt x="562500" y="764955"/>
                </a:lnTo>
                <a:lnTo>
                  <a:pt x="483705" y="764955"/>
                </a:lnTo>
                <a:lnTo>
                  <a:pt x="483750" y="866250"/>
                </a:lnTo>
                <a:cubicBezTo>
                  <a:pt x="483750" y="883116"/>
                  <a:pt x="471299" y="897390"/>
                  <a:pt x="454590" y="899685"/>
                </a:cubicBezTo>
                <a:lnTo>
                  <a:pt x="450000" y="900000"/>
                </a:lnTo>
                <a:cubicBezTo>
                  <a:pt x="433134" y="900000"/>
                  <a:pt x="418860" y="887549"/>
                  <a:pt x="416565" y="870840"/>
                </a:cubicBezTo>
                <a:lnTo>
                  <a:pt x="416250" y="866250"/>
                </a:lnTo>
                <a:lnTo>
                  <a:pt x="416205" y="764955"/>
                </a:lnTo>
                <a:lnTo>
                  <a:pt x="337500" y="764955"/>
                </a:lnTo>
                <a:lnTo>
                  <a:pt x="337500" y="866250"/>
                </a:lnTo>
                <a:cubicBezTo>
                  <a:pt x="337499" y="883116"/>
                  <a:pt x="325049" y="897390"/>
                  <a:pt x="308340" y="899685"/>
                </a:cubicBezTo>
                <a:lnTo>
                  <a:pt x="303750" y="900000"/>
                </a:lnTo>
                <a:cubicBezTo>
                  <a:pt x="286884" y="900000"/>
                  <a:pt x="272609" y="887549"/>
                  <a:pt x="270315" y="870840"/>
                </a:cubicBezTo>
                <a:lnTo>
                  <a:pt x="270000" y="866250"/>
                </a:lnTo>
                <a:lnTo>
                  <a:pt x="270000" y="761625"/>
                </a:lnTo>
                <a:cubicBezTo>
                  <a:pt x="203729" y="748062"/>
                  <a:pt x="151939" y="696272"/>
                  <a:pt x="138375" y="630000"/>
                </a:cubicBezTo>
                <a:lnTo>
                  <a:pt x="33750" y="630000"/>
                </a:lnTo>
                <a:cubicBezTo>
                  <a:pt x="15111" y="629996"/>
                  <a:pt x="4" y="614880"/>
                  <a:pt x="10" y="596241"/>
                </a:cubicBezTo>
                <a:cubicBezTo>
                  <a:pt x="15" y="579380"/>
                  <a:pt x="12459" y="565115"/>
                  <a:pt x="29160" y="562815"/>
                </a:cubicBezTo>
                <a:lnTo>
                  <a:pt x="33750" y="562500"/>
                </a:lnTo>
                <a:lnTo>
                  <a:pt x="135000" y="562455"/>
                </a:lnTo>
                <a:lnTo>
                  <a:pt x="135000" y="483705"/>
                </a:lnTo>
                <a:lnTo>
                  <a:pt x="33750" y="483750"/>
                </a:lnTo>
                <a:cubicBezTo>
                  <a:pt x="16884" y="483750"/>
                  <a:pt x="2609" y="471299"/>
                  <a:pt x="315" y="454590"/>
                </a:cubicBezTo>
                <a:lnTo>
                  <a:pt x="0" y="450000"/>
                </a:lnTo>
                <a:cubicBezTo>
                  <a:pt x="1" y="433134"/>
                  <a:pt x="12452" y="418860"/>
                  <a:pt x="29160" y="416565"/>
                </a:cubicBezTo>
                <a:lnTo>
                  <a:pt x="33750" y="416250"/>
                </a:lnTo>
                <a:lnTo>
                  <a:pt x="135000" y="416205"/>
                </a:lnTo>
                <a:lnTo>
                  <a:pt x="135000" y="337455"/>
                </a:lnTo>
                <a:lnTo>
                  <a:pt x="33750" y="337500"/>
                </a:lnTo>
                <a:cubicBezTo>
                  <a:pt x="16884" y="337499"/>
                  <a:pt x="2609" y="325049"/>
                  <a:pt x="315" y="308340"/>
                </a:cubicBezTo>
                <a:lnTo>
                  <a:pt x="0" y="303750"/>
                </a:lnTo>
                <a:cubicBezTo>
                  <a:pt x="1" y="286884"/>
                  <a:pt x="12452" y="272609"/>
                  <a:pt x="29160" y="270315"/>
                </a:cubicBezTo>
                <a:lnTo>
                  <a:pt x="33750" y="270000"/>
                </a:lnTo>
                <a:lnTo>
                  <a:pt x="138375" y="269955"/>
                </a:lnTo>
                <a:cubicBezTo>
                  <a:pt x="151955" y="203701"/>
                  <a:pt x="203742" y="151933"/>
                  <a:pt x="270000" y="138375"/>
                </a:cubicBezTo>
                <a:lnTo>
                  <a:pt x="270000" y="33750"/>
                </a:lnTo>
                <a:cubicBezTo>
                  <a:pt x="270006" y="15111"/>
                  <a:pt x="285121" y="4"/>
                  <a:pt x="303760" y="10"/>
                </a:cubicBezTo>
                <a:cubicBezTo>
                  <a:pt x="320618" y="15"/>
                  <a:pt x="334887" y="12459"/>
                  <a:pt x="337185" y="29160"/>
                </a:cubicBezTo>
                <a:lnTo>
                  <a:pt x="337500" y="33750"/>
                </a:lnTo>
                <a:lnTo>
                  <a:pt x="337500" y="134955"/>
                </a:lnTo>
                <a:lnTo>
                  <a:pt x="416205" y="134955"/>
                </a:lnTo>
                <a:lnTo>
                  <a:pt x="416250" y="33750"/>
                </a:lnTo>
                <a:cubicBezTo>
                  <a:pt x="416250" y="16884"/>
                  <a:pt x="428702" y="2609"/>
                  <a:pt x="445410" y="315"/>
                </a:cubicBezTo>
                <a:lnTo>
                  <a:pt x="450000" y="0"/>
                </a:lnTo>
                <a:cubicBezTo>
                  <a:pt x="466866" y="1"/>
                  <a:pt x="481140" y="12452"/>
                  <a:pt x="483435" y="29160"/>
                </a:cubicBezTo>
                <a:lnTo>
                  <a:pt x="483750" y="33750"/>
                </a:lnTo>
                <a:lnTo>
                  <a:pt x="483705" y="134955"/>
                </a:lnTo>
                <a:lnTo>
                  <a:pt x="562500" y="134955"/>
                </a:lnTo>
                <a:lnTo>
                  <a:pt x="562500" y="33750"/>
                </a:lnTo>
                <a:cubicBezTo>
                  <a:pt x="562496" y="18574"/>
                  <a:pt x="572625" y="5262"/>
                  <a:pt x="587250" y="1215"/>
                </a:cubicBezTo>
                <a:lnTo>
                  <a:pt x="591660" y="315"/>
                </a:lnTo>
                <a:lnTo>
                  <a:pt x="596250" y="0"/>
                </a:lnTo>
                <a:close/>
                <a:moveTo>
                  <a:pt x="450225" y="315225"/>
                </a:moveTo>
                <a:cubicBezTo>
                  <a:pt x="375665" y="315225"/>
                  <a:pt x="315225" y="375665"/>
                  <a:pt x="315225" y="450225"/>
                </a:cubicBezTo>
                <a:cubicBezTo>
                  <a:pt x="315225" y="524786"/>
                  <a:pt x="375665" y="585225"/>
                  <a:pt x="450225" y="585225"/>
                </a:cubicBezTo>
                <a:cubicBezTo>
                  <a:pt x="524786" y="585225"/>
                  <a:pt x="585225" y="524786"/>
                  <a:pt x="585225" y="450225"/>
                </a:cubicBezTo>
                <a:cubicBezTo>
                  <a:pt x="585225" y="375665"/>
                  <a:pt x="524786" y="315225"/>
                  <a:pt x="450225" y="315225"/>
                </a:cubicBezTo>
                <a:close/>
                <a:moveTo>
                  <a:pt x="450225" y="382725"/>
                </a:moveTo>
                <a:cubicBezTo>
                  <a:pt x="487503" y="382725"/>
                  <a:pt x="517725" y="412947"/>
                  <a:pt x="517725" y="450225"/>
                </a:cubicBezTo>
                <a:cubicBezTo>
                  <a:pt x="517725" y="487503"/>
                  <a:pt x="487503" y="517725"/>
                  <a:pt x="450225" y="517725"/>
                </a:cubicBezTo>
                <a:cubicBezTo>
                  <a:pt x="412947" y="517725"/>
                  <a:pt x="382725" y="487503"/>
                  <a:pt x="382725" y="450225"/>
                </a:cubicBezTo>
                <a:cubicBezTo>
                  <a:pt x="382725" y="412947"/>
                  <a:pt x="412947" y="382725"/>
                  <a:pt x="450225" y="382725"/>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Freeform 18">
            <a:extLst>
              <a:ext uri="{FF2B5EF4-FFF2-40B4-BE49-F238E27FC236}">
                <a16:creationId xmlns:a16="http://schemas.microsoft.com/office/drawing/2014/main" id="{98F10BC0-B97B-34BB-38D5-0D56E93CCC3B}"/>
              </a:ext>
            </a:extLst>
          </p:cNvPr>
          <p:cNvSpPr/>
          <p:nvPr/>
        </p:nvSpPr>
        <p:spPr>
          <a:xfrm>
            <a:off x="5755119" y="2728374"/>
            <a:ext cx="675000" cy="877500"/>
          </a:xfrm>
          <a:custGeom>
            <a:avLst/>
            <a:gdLst>
              <a:gd name="connsiteX0" fmla="*/ 371250 w 675000"/>
              <a:gd name="connsiteY0" fmla="*/ 720000 h 877500"/>
              <a:gd name="connsiteX1" fmla="*/ 472500 w 675000"/>
              <a:gd name="connsiteY1" fmla="*/ 720000 h 877500"/>
              <a:gd name="connsiteX2" fmla="*/ 472500 w 675000"/>
              <a:gd name="connsiteY2" fmla="*/ 877500 h 877500"/>
              <a:gd name="connsiteX3" fmla="*/ 371250 w 675000"/>
              <a:gd name="connsiteY3" fmla="*/ 877500 h 877500"/>
              <a:gd name="connsiteX4" fmla="*/ 202500 w 675000"/>
              <a:gd name="connsiteY4" fmla="*/ 720000 h 877500"/>
              <a:gd name="connsiteX5" fmla="*/ 303750 w 675000"/>
              <a:gd name="connsiteY5" fmla="*/ 720000 h 877500"/>
              <a:gd name="connsiteX6" fmla="*/ 303750 w 675000"/>
              <a:gd name="connsiteY6" fmla="*/ 877500 h 877500"/>
              <a:gd name="connsiteX7" fmla="*/ 202500 w 675000"/>
              <a:gd name="connsiteY7" fmla="*/ 877500 h 877500"/>
              <a:gd name="connsiteX8" fmla="*/ 495000 w 675000"/>
              <a:gd name="connsiteY8" fmla="*/ 472500 h 877500"/>
              <a:gd name="connsiteX9" fmla="*/ 450000 w 675000"/>
              <a:gd name="connsiteY9" fmla="*/ 517500 h 877500"/>
              <a:gd name="connsiteX10" fmla="*/ 495000 w 675000"/>
              <a:gd name="connsiteY10" fmla="*/ 562500 h 877500"/>
              <a:gd name="connsiteX11" fmla="*/ 540000 w 675000"/>
              <a:gd name="connsiteY11" fmla="*/ 517500 h 877500"/>
              <a:gd name="connsiteX12" fmla="*/ 495000 w 675000"/>
              <a:gd name="connsiteY12" fmla="*/ 472500 h 877500"/>
              <a:gd name="connsiteX13" fmla="*/ 337500 w 675000"/>
              <a:gd name="connsiteY13" fmla="*/ 472500 h 877500"/>
              <a:gd name="connsiteX14" fmla="*/ 292500 w 675000"/>
              <a:gd name="connsiteY14" fmla="*/ 517500 h 877500"/>
              <a:gd name="connsiteX15" fmla="*/ 337500 w 675000"/>
              <a:gd name="connsiteY15" fmla="*/ 562500 h 877500"/>
              <a:gd name="connsiteX16" fmla="*/ 382500 w 675000"/>
              <a:gd name="connsiteY16" fmla="*/ 517500 h 877500"/>
              <a:gd name="connsiteX17" fmla="*/ 337500 w 675000"/>
              <a:gd name="connsiteY17" fmla="*/ 472500 h 877500"/>
              <a:gd name="connsiteX18" fmla="*/ 180000 w 675000"/>
              <a:gd name="connsiteY18" fmla="*/ 472500 h 877500"/>
              <a:gd name="connsiteX19" fmla="*/ 135000 w 675000"/>
              <a:gd name="connsiteY19" fmla="*/ 517500 h 877500"/>
              <a:gd name="connsiteX20" fmla="*/ 180000 w 675000"/>
              <a:gd name="connsiteY20" fmla="*/ 562500 h 877500"/>
              <a:gd name="connsiteX21" fmla="*/ 225000 w 675000"/>
              <a:gd name="connsiteY21" fmla="*/ 517500 h 877500"/>
              <a:gd name="connsiteX22" fmla="*/ 180000 w 675000"/>
              <a:gd name="connsiteY22" fmla="*/ 472500 h 877500"/>
              <a:gd name="connsiteX23" fmla="*/ 337500 w 675000"/>
              <a:gd name="connsiteY23" fmla="*/ 315000 h 877500"/>
              <a:gd name="connsiteX24" fmla="*/ 292500 w 675000"/>
              <a:gd name="connsiteY24" fmla="*/ 360000 h 877500"/>
              <a:gd name="connsiteX25" fmla="*/ 337500 w 675000"/>
              <a:gd name="connsiteY25" fmla="*/ 405000 h 877500"/>
              <a:gd name="connsiteX26" fmla="*/ 382500 w 675000"/>
              <a:gd name="connsiteY26" fmla="*/ 360000 h 877500"/>
              <a:gd name="connsiteX27" fmla="*/ 337500 w 675000"/>
              <a:gd name="connsiteY27" fmla="*/ 315000 h 877500"/>
              <a:gd name="connsiteX28" fmla="*/ 180000 w 675000"/>
              <a:gd name="connsiteY28" fmla="*/ 315000 h 877500"/>
              <a:gd name="connsiteX29" fmla="*/ 135000 w 675000"/>
              <a:gd name="connsiteY29" fmla="*/ 360000 h 877500"/>
              <a:gd name="connsiteX30" fmla="*/ 180000 w 675000"/>
              <a:gd name="connsiteY30" fmla="*/ 405000 h 877500"/>
              <a:gd name="connsiteX31" fmla="*/ 225000 w 675000"/>
              <a:gd name="connsiteY31" fmla="*/ 360000 h 877500"/>
              <a:gd name="connsiteX32" fmla="*/ 180000 w 675000"/>
              <a:gd name="connsiteY32" fmla="*/ 315000 h 877500"/>
              <a:gd name="connsiteX33" fmla="*/ 337500 w 675000"/>
              <a:gd name="connsiteY33" fmla="*/ 157500 h 877500"/>
              <a:gd name="connsiteX34" fmla="*/ 292500 w 675000"/>
              <a:gd name="connsiteY34" fmla="*/ 202500 h 877500"/>
              <a:gd name="connsiteX35" fmla="*/ 337500 w 675000"/>
              <a:gd name="connsiteY35" fmla="*/ 247500 h 877500"/>
              <a:gd name="connsiteX36" fmla="*/ 382500 w 675000"/>
              <a:gd name="connsiteY36" fmla="*/ 202500 h 877500"/>
              <a:gd name="connsiteX37" fmla="*/ 337500 w 675000"/>
              <a:gd name="connsiteY37" fmla="*/ 157500 h 877500"/>
              <a:gd name="connsiteX38" fmla="*/ 180000 w 675000"/>
              <a:gd name="connsiteY38" fmla="*/ 157500 h 877500"/>
              <a:gd name="connsiteX39" fmla="*/ 135000 w 675000"/>
              <a:gd name="connsiteY39" fmla="*/ 202500 h 877500"/>
              <a:gd name="connsiteX40" fmla="*/ 180000 w 675000"/>
              <a:gd name="connsiteY40" fmla="*/ 247500 h 877500"/>
              <a:gd name="connsiteX41" fmla="*/ 225000 w 675000"/>
              <a:gd name="connsiteY41" fmla="*/ 202500 h 877500"/>
              <a:gd name="connsiteX42" fmla="*/ 180000 w 675000"/>
              <a:gd name="connsiteY42" fmla="*/ 157500 h 877500"/>
              <a:gd name="connsiteX43" fmla="*/ 101250 w 675000"/>
              <a:gd name="connsiteY43" fmla="*/ 0 h 877500"/>
              <a:gd name="connsiteX44" fmla="*/ 438750 w 675000"/>
              <a:gd name="connsiteY44" fmla="*/ 0 h 877500"/>
              <a:gd name="connsiteX45" fmla="*/ 540000 w 675000"/>
              <a:gd name="connsiteY45" fmla="*/ 101250 h 877500"/>
              <a:gd name="connsiteX46" fmla="*/ 540000 w 675000"/>
              <a:gd name="connsiteY46" fmla="*/ 337500 h 877500"/>
              <a:gd name="connsiteX47" fmla="*/ 573750 w 675000"/>
              <a:gd name="connsiteY47" fmla="*/ 337500 h 877500"/>
              <a:gd name="connsiteX48" fmla="*/ 675000 w 675000"/>
              <a:gd name="connsiteY48" fmla="*/ 438750 h 877500"/>
              <a:gd name="connsiteX49" fmla="*/ 675000 w 675000"/>
              <a:gd name="connsiteY49" fmla="*/ 843750 h 877500"/>
              <a:gd name="connsiteX50" fmla="*/ 641250 w 675000"/>
              <a:gd name="connsiteY50" fmla="*/ 877500 h 877500"/>
              <a:gd name="connsiteX51" fmla="*/ 540000 w 675000"/>
              <a:gd name="connsiteY51" fmla="*/ 877500 h 877500"/>
              <a:gd name="connsiteX52" fmla="*/ 540000 w 675000"/>
              <a:gd name="connsiteY52" fmla="*/ 686250 h 877500"/>
              <a:gd name="connsiteX53" fmla="*/ 506250 w 675000"/>
              <a:gd name="connsiteY53" fmla="*/ 652500 h 877500"/>
              <a:gd name="connsiteX54" fmla="*/ 168750 w 675000"/>
              <a:gd name="connsiteY54" fmla="*/ 652500 h 877500"/>
              <a:gd name="connsiteX55" fmla="*/ 135000 w 675000"/>
              <a:gd name="connsiteY55" fmla="*/ 686250 h 877500"/>
              <a:gd name="connsiteX56" fmla="*/ 135000 w 675000"/>
              <a:gd name="connsiteY56" fmla="*/ 877500 h 877500"/>
              <a:gd name="connsiteX57" fmla="*/ 33750 w 675000"/>
              <a:gd name="connsiteY57" fmla="*/ 877500 h 877500"/>
              <a:gd name="connsiteX58" fmla="*/ 0 w 675000"/>
              <a:gd name="connsiteY58" fmla="*/ 843750 h 877500"/>
              <a:gd name="connsiteX59" fmla="*/ 0 w 675000"/>
              <a:gd name="connsiteY59" fmla="*/ 101250 h 877500"/>
              <a:gd name="connsiteX60" fmla="*/ 101250 w 675000"/>
              <a:gd name="connsiteY60" fmla="*/ 0 h 87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75000" h="877500">
                <a:moveTo>
                  <a:pt x="371250" y="720000"/>
                </a:moveTo>
                <a:lnTo>
                  <a:pt x="472500" y="720000"/>
                </a:lnTo>
                <a:lnTo>
                  <a:pt x="472500" y="877500"/>
                </a:lnTo>
                <a:lnTo>
                  <a:pt x="371250" y="877500"/>
                </a:lnTo>
                <a:close/>
                <a:moveTo>
                  <a:pt x="202500" y="720000"/>
                </a:moveTo>
                <a:lnTo>
                  <a:pt x="303750" y="720000"/>
                </a:lnTo>
                <a:lnTo>
                  <a:pt x="303750" y="877500"/>
                </a:lnTo>
                <a:lnTo>
                  <a:pt x="202500" y="877500"/>
                </a:lnTo>
                <a:close/>
                <a:moveTo>
                  <a:pt x="495000" y="472500"/>
                </a:moveTo>
                <a:cubicBezTo>
                  <a:pt x="470146" y="472500"/>
                  <a:pt x="450000" y="492646"/>
                  <a:pt x="450000" y="517500"/>
                </a:cubicBezTo>
                <a:cubicBezTo>
                  <a:pt x="450000" y="542354"/>
                  <a:pt x="470146" y="562500"/>
                  <a:pt x="495000" y="562500"/>
                </a:cubicBezTo>
                <a:cubicBezTo>
                  <a:pt x="519853" y="562500"/>
                  <a:pt x="540000" y="542354"/>
                  <a:pt x="540000" y="517500"/>
                </a:cubicBezTo>
                <a:cubicBezTo>
                  <a:pt x="540000" y="492646"/>
                  <a:pt x="519853" y="472500"/>
                  <a:pt x="495000" y="472500"/>
                </a:cubicBezTo>
                <a:close/>
                <a:moveTo>
                  <a:pt x="337500" y="472500"/>
                </a:moveTo>
                <a:cubicBezTo>
                  <a:pt x="312646" y="472500"/>
                  <a:pt x="292500" y="492646"/>
                  <a:pt x="292500" y="517500"/>
                </a:cubicBezTo>
                <a:cubicBezTo>
                  <a:pt x="292500" y="542354"/>
                  <a:pt x="312646" y="562500"/>
                  <a:pt x="337500" y="562500"/>
                </a:cubicBezTo>
                <a:cubicBezTo>
                  <a:pt x="362354" y="562500"/>
                  <a:pt x="382500" y="542354"/>
                  <a:pt x="382500" y="517500"/>
                </a:cubicBezTo>
                <a:cubicBezTo>
                  <a:pt x="382500" y="492646"/>
                  <a:pt x="362354" y="472500"/>
                  <a:pt x="337500" y="472500"/>
                </a:cubicBezTo>
                <a:close/>
                <a:moveTo>
                  <a:pt x="180000" y="472500"/>
                </a:moveTo>
                <a:cubicBezTo>
                  <a:pt x="155147" y="472500"/>
                  <a:pt x="135000" y="492646"/>
                  <a:pt x="135000" y="517500"/>
                </a:cubicBezTo>
                <a:cubicBezTo>
                  <a:pt x="135000" y="542354"/>
                  <a:pt x="155147" y="562500"/>
                  <a:pt x="180000" y="562500"/>
                </a:cubicBezTo>
                <a:cubicBezTo>
                  <a:pt x="204853" y="562500"/>
                  <a:pt x="225000" y="542354"/>
                  <a:pt x="225000" y="517500"/>
                </a:cubicBezTo>
                <a:cubicBezTo>
                  <a:pt x="225000" y="492646"/>
                  <a:pt x="204853" y="472500"/>
                  <a:pt x="180000" y="472500"/>
                </a:cubicBezTo>
                <a:close/>
                <a:moveTo>
                  <a:pt x="337500" y="315000"/>
                </a:moveTo>
                <a:cubicBezTo>
                  <a:pt x="312646" y="315000"/>
                  <a:pt x="292500" y="335147"/>
                  <a:pt x="292500" y="360000"/>
                </a:cubicBezTo>
                <a:cubicBezTo>
                  <a:pt x="292500" y="384854"/>
                  <a:pt x="312646" y="405000"/>
                  <a:pt x="337500" y="405000"/>
                </a:cubicBezTo>
                <a:cubicBezTo>
                  <a:pt x="362354" y="405000"/>
                  <a:pt x="382500" y="384854"/>
                  <a:pt x="382500" y="360000"/>
                </a:cubicBezTo>
                <a:cubicBezTo>
                  <a:pt x="382500" y="335147"/>
                  <a:pt x="362354" y="315000"/>
                  <a:pt x="337500" y="315000"/>
                </a:cubicBezTo>
                <a:close/>
                <a:moveTo>
                  <a:pt x="180000" y="315000"/>
                </a:moveTo>
                <a:cubicBezTo>
                  <a:pt x="155147" y="315000"/>
                  <a:pt x="135000" y="335147"/>
                  <a:pt x="135000" y="360000"/>
                </a:cubicBezTo>
                <a:cubicBezTo>
                  <a:pt x="135000" y="384854"/>
                  <a:pt x="155147" y="405000"/>
                  <a:pt x="180000" y="405000"/>
                </a:cubicBezTo>
                <a:cubicBezTo>
                  <a:pt x="204853" y="405000"/>
                  <a:pt x="225000" y="384854"/>
                  <a:pt x="225000" y="360000"/>
                </a:cubicBezTo>
                <a:cubicBezTo>
                  <a:pt x="225000" y="335147"/>
                  <a:pt x="204853" y="315000"/>
                  <a:pt x="180000" y="315000"/>
                </a:cubicBezTo>
                <a:close/>
                <a:moveTo>
                  <a:pt x="337500" y="157500"/>
                </a:moveTo>
                <a:cubicBezTo>
                  <a:pt x="312646" y="157500"/>
                  <a:pt x="292500" y="177647"/>
                  <a:pt x="292500" y="202500"/>
                </a:cubicBezTo>
                <a:cubicBezTo>
                  <a:pt x="292500" y="227353"/>
                  <a:pt x="312646" y="247500"/>
                  <a:pt x="337500" y="247500"/>
                </a:cubicBezTo>
                <a:cubicBezTo>
                  <a:pt x="362354" y="247500"/>
                  <a:pt x="382500" y="227353"/>
                  <a:pt x="382500" y="202500"/>
                </a:cubicBezTo>
                <a:cubicBezTo>
                  <a:pt x="382500" y="177647"/>
                  <a:pt x="362354" y="157500"/>
                  <a:pt x="337500" y="157500"/>
                </a:cubicBezTo>
                <a:close/>
                <a:moveTo>
                  <a:pt x="180000" y="157500"/>
                </a:moveTo>
                <a:cubicBezTo>
                  <a:pt x="155147" y="157500"/>
                  <a:pt x="135000" y="177647"/>
                  <a:pt x="135000" y="202500"/>
                </a:cubicBezTo>
                <a:cubicBezTo>
                  <a:pt x="135000" y="227353"/>
                  <a:pt x="155147" y="247500"/>
                  <a:pt x="180000" y="247500"/>
                </a:cubicBezTo>
                <a:cubicBezTo>
                  <a:pt x="204853" y="247500"/>
                  <a:pt x="225000" y="227353"/>
                  <a:pt x="225000" y="202500"/>
                </a:cubicBezTo>
                <a:cubicBezTo>
                  <a:pt x="225000" y="177647"/>
                  <a:pt x="204853" y="157500"/>
                  <a:pt x="180000" y="157500"/>
                </a:cubicBezTo>
                <a:close/>
                <a:moveTo>
                  <a:pt x="101250" y="0"/>
                </a:moveTo>
                <a:lnTo>
                  <a:pt x="438750" y="0"/>
                </a:lnTo>
                <a:cubicBezTo>
                  <a:pt x="494667" y="0"/>
                  <a:pt x="540000" y="45331"/>
                  <a:pt x="540000" y="101250"/>
                </a:cubicBezTo>
                <a:lnTo>
                  <a:pt x="540000" y="337500"/>
                </a:lnTo>
                <a:lnTo>
                  <a:pt x="573750" y="337500"/>
                </a:lnTo>
                <a:cubicBezTo>
                  <a:pt x="629667" y="337500"/>
                  <a:pt x="675000" y="382833"/>
                  <a:pt x="675000" y="438750"/>
                </a:cubicBezTo>
                <a:lnTo>
                  <a:pt x="675000" y="843750"/>
                </a:lnTo>
                <a:cubicBezTo>
                  <a:pt x="675000" y="862389"/>
                  <a:pt x="659889" y="877500"/>
                  <a:pt x="641250" y="877500"/>
                </a:cubicBezTo>
                <a:lnTo>
                  <a:pt x="540000" y="877500"/>
                </a:lnTo>
                <a:lnTo>
                  <a:pt x="540000" y="686250"/>
                </a:lnTo>
                <a:cubicBezTo>
                  <a:pt x="540000" y="667611"/>
                  <a:pt x="524889" y="652500"/>
                  <a:pt x="506250" y="652500"/>
                </a:cubicBezTo>
                <a:lnTo>
                  <a:pt x="168750" y="652500"/>
                </a:lnTo>
                <a:cubicBezTo>
                  <a:pt x="150111" y="652500"/>
                  <a:pt x="135000" y="667611"/>
                  <a:pt x="135000" y="686250"/>
                </a:cubicBezTo>
                <a:lnTo>
                  <a:pt x="135000" y="877500"/>
                </a:lnTo>
                <a:lnTo>
                  <a:pt x="33750" y="877500"/>
                </a:lnTo>
                <a:cubicBezTo>
                  <a:pt x="15120" y="877500"/>
                  <a:pt x="0" y="862380"/>
                  <a:pt x="0" y="843750"/>
                </a:cubicBezTo>
                <a:lnTo>
                  <a:pt x="0" y="101250"/>
                </a:lnTo>
                <a:cubicBezTo>
                  <a:pt x="0" y="45331"/>
                  <a:pt x="45331" y="0"/>
                  <a:pt x="101250" y="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Freeform 19">
            <a:extLst>
              <a:ext uri="{FF2B5EF4-FFF2-40B4-BE49-F238E27FC236}">
                <a16:creationId xmlns:a16="http://schemas.microsoft.com/office/drawing/2014/main" id="{2C4BDDB7-7C23-E5A0-9589-B99EB4FDF388}"/>
              </a:ext>
            </a:extLst>
          </p:cNvPr>
          <p:cNvSpPr/>
          <p:nvPr/>
        </p:nvSpPr>
        <p:spPr>
          <a:xfrm>
            <a:off x="1873229" y="2773449"/>
            <a:ext cx="900278" cy="809983"/>
          </a:xfrm>
          <a:custGeom>
            <a:avLst/>
            <a:gdLst>
              <a:gd name="connsiteX0" fmla="*/ 337502 w 900278"/>
              <a:gd name="connsiteY0" fmla="*/ 449925 h 809983"/>
              <a:gd name="connsiteX1" fmla="*/ 292502 w 900278"/>
              <a:gd name="connsiteY1" fmla="*/ 494925 h 809983"/>
              <a:gd name="connsiteX2" fmla="*/ 337502 w 900278"/>
              <a:gd name="connsiteY2" fmla="*/ 539925 h 809983"/>
              <a:gd name="connsiteX3" fmla="*/ 382502 w 900278"/>
              <a:gd name="connsiteY3" fmla="*/ 494925 h 809983"/>
              <a:gd name="connsiteX4" fmla="*/ 337502 w 900278"/>
              <a:gd name="connsiteY4" fmla="*/ 449925 h 809983"/>
              <a:gd name="connsiteX5" fmla="*/ 672933 w 900278"/>
              <a:gd name="connsiteY5" fmla="*/ 153374 h 809983"/>
              <a:gd name="connsiteX6" fmla="*/ 705328 w 900278"/>
              <a:gd name="connsiteY6" fmla="*/ 166508 h 809983"/>
              <a:gd name="connsiteX7" fmla="*/ 868368 w 900278"/>
              <a:gd name="connsiteY7" fmla="*/ 615299 h 809983"/>
              <a:gd name="connsiteX8" fmla="*/ 899419 w 900278"/>
              <a:gd name="connsiteY8" fmla="*/ 756419 h 809983"/>
              <a:gd name="connsiteX9" fmla="*/ 899594 w 900278"/>
              <a:gd name="connsiteY9" fmla="*/ 772948 h 809983"/>
              <a:gd name="connsiteX10" fmla="*/ 847668 w 900278"/>
              <a:gd name="connsiteY10" fmla="*/ 809294 h 809983"/>
              <a:gd name="connsiteX11" fmla="*/ 701508 w 900278"/>
              <a:gd name="connsiteY11" fmla="*/ 780044 h 809983"/>
              <a:gd name="connsiteX12" fmla="*/ 562502 w 900278"/>
              <a:gd name="connsiteY12" fmla="*/ 809924 h 809983"/>
              <a:gd name="connsiteX13" fmla="*/ 333001 w 900278"/>
              <a:gd name="connsiteY13" fmla="*/ 719924 h 809983"/>
              <a:gd name="connsiteX14" fmla="*/ 521718 w 900278"/>
              <a:gd name="connsiteY14" fmla="*/ 672746 h 809983"/>
              <a:gd name="connsiteX15" fmla="*/ 672933 w 900278"/>
              <a:gd name="connsiteY15" fmla="*/ 153374 h 809983"/>
              <a:gd name="connsiteX16" fmla="*/ 337502 w 900278"/>
              <a:gd name="connsiteY16" fmla="*/ 134970 h 809983"/>
              <a:gd name="connsiteX17" fmla="*/ 276482 w 900278"/>
              <a:gd name="connsiteY17" fmla="*/ 148740 h 809983"/>
              <a:gd name="connsiteX18" fmla="*/ 229096 w 900278"/>
              <a:gd name="connsiteY18" fmla="*/ 197790 h 809983"/>
              <a:gd name="connsiteX19" fmla="*/ 244379 w 900278"/>
              <a:gd name="connsiteY19" fmla="*/ 243007 h 809983"/>
              <a:gd name="connsiteX20" fmla="*/ 288407 w 900278"/>
              <a:gd name="connsiteY20" fmla="*/ 229920 h 809983"/>
              <a:gd name="connsiteX21" fmla="*/ 308297 w 900278"/>
              <a:gd name="connsiteY21" fmla="*/ 208320 h 809983"/>
              <a:gd name="connsiteX22" fmla="*/ 337502 w 900278"/>
              <a:gd name="connsiteY22" fmla="*/ 202470 h 809983"/>
              <a:gd name="connsiteX23" fmla="*/ 368102 w 900278"/>
              <a:gd name="connsiteY23" fmla="*/ 213180 h 809983"/>
              <a:gd name="connsiteX24" fmla="*/ 382502 w 900278"/>
              <a:gd name="connsiteY24" fmla="*/ 247425 h 809983"/>
              <a:gd name="connsiteX25" fmla="*/ 356042 w 900278"/>
              <a:gd name="connsiteY25" fmla="*/ 278385 h 809983"/>
              <a:gd name="connsiteX26" fmla="*/ 303752 w 900278"/>
              <a:gd name="connsiteY26" fmla="*/ 371175 h 809983"/>
              <a:gd name="connsiteX27" fmla="*/ 337502 w 900278"/>
              <a:gd name="connsiteY27" fmla="*/ 404925 h 809983"/>
              <a:gd name="connsiteX28" fmla="*/ 371252 w 900278"/>
              <a:gd name="connsiteY28" fmla="*/ 371175 h 809983"/>
              <a:gd name="connsiteX29" fmla="*/ 397712 w 900278"/>
              <a:gd name="connsiteY29" fmla="*/ 331440 h 809983"/>
              <a:gd name="connsiteX30" fmla="*/ 401537 w 900278"/>
              <a:gd name="connsiteY30" fmla="*/ 328515 h 809983"/>
              <a:gd name="connsiteX31" fmla="*/ 450002 w 900278"/>
              <a:gd name="connsiteY31" fmla="*/ 247425 h 809983"/>
              <a:gd name="connsiteX32" fmla="*/ 410942 w 900278"/>
              <a:gd name="connsiteY32" fmla="*/ 160935 h 809983"/>
              <a:gd name="connsiteX33" fmla="*/ 337502 w 900278"/>
              <a:gd name="connsiteY33" fmla="*/ 134970 h 809983"/>
              <a:gd name="connsiteX34" fmla="*/ 337577 w 900278"/>
              <a:gd name="connsiteY34" fmla="*/ 0 h 809983"/>
              <a:gd name="connsiteX35" fmla="*/ 675003 w 900278"/>
              <a:gd name="connsiteY35" fmla="*/ 337573 h 809983"/>
              <a:gd name="connsiteX36" fmla="*/ 337427 w 900278"/>
              <a:gd name="connsiteY36" fmla="*/ 675001 h 809983"/>
              <a:gd name="connsiteX37" fmla="*/ 198496 w 900278"/>
              <a:gd name="connsiteY37" fmla="*/ 645045 h 809983"/>
              <a:gd name="connsiteX38" fmla="*/ 52876 w 900278"/>
              <a:gd name="connsiteY38" fmla="*/ 674385 h 809983"/>
              <a:gd name="connsiteX39" fmla="*/ 870 w 900278"/>
              <a:gd name="connsiteY39" fmla="*/ 638146 h 809983"/>
              <a:gd name="connsiteX40" fmla="*/ 990 w 900278"/>
              <a:gd name="connsiteY40" fmla="*/ 621735 h 809983"/>
              <a:gd name="connsiteX41" fmla="*/ 31635 w 900278"/>
              <a:gd name="connsiteY41" fmla="*/ 480300 h 809983"/>
              <a:gd name="connsiteX42" fmla="*/ 0 w 900278"/>
              <a:gd name="connsiteY42" fmla="*/ 337425 h 809983"/>
              <a:gd name="connsiteX43" fmla="*/ 337577 w 900278"/>
              <a:gd name="connsiteY43" fmla="*/ 0 h 80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278" h="809983">
                <a:moveTo>
                  <a:pt x="337502" y="449925"/>
                </a:moveTo>
                <a:cubicBezTo>
                  <a:pt x="312649" y="449925"/>
                  <a:pt x="292502" y="470071"/>
                  <a:pt x="292502" y="494925"/>
                </a:cubicBezTo>
                <a:cubicBezTo>
                  <a:pt x="292502" y="519778"/>
                  <a:pt x="312649" y="539925"/>
                  <a:pt x="337502" y="539925"/>
                </a:cubicBezTo>
                <a:cubicBezTo>
                  <a:pt x="362355" y="539925"/>
                  <a:pt x="382502" y="519778"/>
                  <a:pt x="382502" y="494925"/>
                </a:cubicBezTo>
                <a:cubicBezTo>
                  <a:pt x="382502" y="470071"/>
                  <a:pt x="362355" y="449925"/>
                  <a:pt x="337502" y="449925"/>
                </a:cubicBezTo>
                <a:close/>
                <a:moveTo>
                  <a:pt x="672933" y="153374"/>
                </a:moveTo>
                <a:cubicBezTo>
                  <a:pt x="683953" y="157190"/>
                  <a:pt x="694767" y="161573"/>
                  <a:pt x="705328" y="166508"/>
                </a:cubicBezTo>
                <a:cubicBezTo>
                  <a:pt x="874281" y="245417"/>
                  <a:pt x="947276" y="446347"/>
                  <a:pt x="868368" y="615299"/>
                </a:cubicBezTo>
                <a:cubicBezTo>
                  <a:pt x="879731" y="662113"/>
                  <a:pt x="890086" y="709160"/>
                  <a:pt x="899419" y="756419"/>
                </a:cubicBezTo>
                <a:cubicBezTo>
                  <a:pt x="900503" y="761869"/>
                  <a:pt x="900562" y="767476"/>
                  <a:pt x="899594" y="772948"/>
                </a:cubicBezTo>
                <a:cubicBezTo>
                  <a:pt x="895292" y="797324"/>
                  <a:pt x="872045" y="813596"/>
                  <a:pt x="847668" y="809294"/>
                </a:cubicBezTo>
                <a:cubicBezTo>
                  <a:pt x="819453" y="804344"/>
                  <a:pt x="758208" y="793094"/>
                  <a:pt x="701508" y="780044"/>
                </a:cubicBezTo>
                <a:cubicBezTo>
                  <a:pt x="659072" y="799259"/>
                  <a:pt x="612002" y="809924"/>
                  <a:pt x="562502" y="809924"/>
                </a:cubicBezTo>
                <a:cubicBezTo>
                  <a:pt x="477366" y="810050"/>
                  <a:pt x="395353" y="777889"/>
                  <a:pt x="333001" y="719924"/>
                </a:cubicBezTo>
                <a:cubicBezTo>
                  <a:pt x="398922" y="720725"/>
                  <a:pt x="463929" y="704471"/>
                  <a:pt x="521718" y="672746"/>
                </a:cubicBezTo>
                <a:cubicBezTo>
                  <a:pt x="706894" y="571082"/>
                  <a:pt x="774597" y="338554"/>
                  <a:pt x="672933" y="153374"/>
                </a:cubicBezTo>
                <a:close/>
                <a:moveTo>
                  <a:pt x="337502" y="134970"/>
                </a:moveTo>
                <a:cubicBezTo>
                  <a:pt x="317027" y="134970"/>
                  <a:pt x="296012" y="138300"/>
                  <a:pt x="276482" y="148740"/>
                </a:cubicBezTo>
                <a:cubicBezTo>
                  <a:pt x="256591" y="159360"/>
                  <a:pt x="240931" y="175875"/>
                  <a:pt x="229096" y="197790"/>
                </a:cubicBezTo>
                <a:cubicBezTo>
                  <a:pt x="220830" y="214497"/>
                  <a:pt x="227673" y="234741"/>
                  <a:pt x="244379" y="243007"/>
                </a:cubicBezTo>
                <a:cubicBezTo>
                  <a:pt x="260218" y="250844"/>
                  <a:pt x="279420" y="245136"/>
                  <a:pt x="288407" y="229920"/>
                </a:cubicBezTo>
                <a:cubicBezTo>
                  <a:pt x="295022" y="217770"/>
                  <a:pt x="301817" y="211740"/>
                  <a:pt x="308297" y="208320"/>
                </a:cubicBezTo>
                <a:cubicBezTo>
                  <a:pt x="315047" y="204675"/>
                  <a:pt x="324227" y="202470"/>
                  <a:pt x="337502" y="202470"/>
                </a:cubicBezTo>
                <a:cubicBezTo>
                  <a:pt x="347582" y="202470"/>
                  <a:pt x="359417" y="206025"/>
                  <a:pt x="368102" y="213180"/>
                </a:cubicBezTo>
                <a:cubicBezTo>
                  <a:pt x="375797" y="219480"/>
                  <a:pt x="382502" y="229560"/>
                  <a:pt x="382502" y="247425"/>
                </a:cubicBezTo>
                <a:cubicBezTo>
                  <a:pt x="382502" y="256200"/>
                  <a:pt x="379127" y="260250"/>
                  <a:pt x="356042" y="278385"/>
                </a:cubicBezTo>
                <a:cubicBezTo>
                  <a:pt x="335792" y="294315"/>
                  <a:pt x="303752" y="320145"/>
                  <a:pt x="303752" y="371175"/>
                </a:cubicBezTo>
                <a:cubicBezTo>
                  <a:pt x="303752" y="389814"/>
                  <a:pt x="318862" y="404925"/>
                  <a:pt x="337502" y="404925"/>
                </a:cubicBezTo>
                <a:cubicBezTo>
                  <a:pt x="356141" y="404925"/>
                  <a:pt x="371252" y="389814"/>
                  <a:pt x="371252" y="371175"/>
                </a:cubicBezTo>
                <a:cubicBezTo>
                  <a:pt x="371252" y="354525"/>
                  <a:pt x="378632" y="346470"/>
                  <a:pt x="397712" y="331440"/>
                </a:cubicBezTo>
                <a:lnTo>
                  <a:pt x="401537" y="328515"/>
                </a:lnTo>
                <a:cubicBezTo>
                  <a:pt x="418952" y="315105"/>
                  <a:pt x="450002" y="291300"/>
                  <a:pt x="450002" y="247425"/>
                </a:cubicBezTo>
                <a:cubicBezTo>
                  <a:pt x="450002" y="209265"/>
                  <a:pt x="434207" y="180015"/>
                  <a:pt x="410942" y="160935"/>
                </a:cubicBezTo>
                <a:cubicBezTo>
                  <a:pt x="390121" y="144190"/>
                  <a:pt x="364218" y="135033"/>
                  <a:pt x="337502" y="134970"/>
                </a:cubicBezTo>
                <a:close/>
                <a:moveTo>
                  <a:pt x="337577" y="0"/>
                </a:moveTo>
                <a:cubicBezTo>
                  <a:pt x="523974" y="41"/>
                  <a:pt x="675044" y="151179"/>
                  <a:pt x="675003" y="337573"/>
                </a:cubicBezTo>
                <a:cubicBezTo>
                  <a:pt x="674963" y="523972"/>
                  <a:pt x="523825" y="675042"/>
                  <a:pt x="337427" y="675001"/>
                </a:cubicBezTo>
                <a:cubicBezTo>
                  <a:pt x="289515" y="674988"/>
                  <a:pt x="242155" y="664777"/>
                  <a:pt x="198496" y="645045"/>
                </a:cubicBezTo>
                <a:cubicBezTo>
                  <a:pt x="141886" y="658095"/>
                  <a:pt x="80911" y="669345"/>
                  <a:pt x="52876" y="674385"/>
                </a:cubicBezTo>
                <a:cubicBezTo>
                  <a:pt x="28508" y="678741"/>
                  <a:pt x="5224" y="662514"/>
                  <a:pt x="870" y="638146"/>
                </a:cubicBezTo>
                <a:cubicBezTo>
                  <a:pt x="-100" y="632715"/>
                  <a:pt x="-60" y="627153"/>
                  <a:pt x="990" y="621735"/>
                </a:cubicBezTo>
                <a:cubicBezTo>
                  <a:pt x="6300" y="594285"/>
                  <a:pt x="18090" y="535425"/>
                  <a:pt x="31635" y="480300"/>
                </a:cubicBezTo>
                <a:cubicBezTo>
                  <a:pt x="10732" y="435574"/>
                  <a:pt x="-69" y="386794"/>
                  <a:pt x="0" y="337425"/>
                </a:cubicBezTo>
                <a:cubicBezTo>
                  <a:pt x="42" y="151029"/>
                  <a:pt x="151180" y="-41"/>
                  <a:pt x="337577" y="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6">
            <a:extLst>
              <a:ext uri="{FF2B5EF4-FFF2-40B4-BE49-F238E27FC236}">
                <a16:creationId xmlns:a16="http://schemas.microsoft.com/office/drawing/2014/main" id="{3BDAE505-5771-E3FA-74F9-0F6B53518985}"/>
              </a:ext>
            </a:extLst>
          </p:cNvPr>
          <p:cNvSpPr/>
          <p:nvPr/>
        </p:nvSpPr>
        <p:spPr>
          <a:xfrm>
            <a:off x="8488483" y="5272982"/>
            <a:ext cx="453823" cy="453823"/>
          </a:xfrm>
          <a:custGeom>
            <a:avLst/>
            <a:gdLst>
              <a:gd name="connsiteX0" fmla="*/ 596250 w 900000"/>
              <a:gd name="connsiteY0" fmla="*/ 0 h 900000"/>
              <a:gd name="connsiteX1" fmla="*/ 629685 w 900000"/>
              <a:gd name="connsiteY1" fmla="*/ 29160 h 900000"/>
              <a:gd name="connsiteX2" fmla="*/ 630000 w 900000"/>
              <a:gd name="connsiteY2" fmla="*/ 33750 h 900000"/>
              <a:gd name="connsiteX3" fmla="*/ 630000 w 900000"/>
              <a:gd name="connsiteY3" fmla="*/ 138375 h 900000"/>
              <a:gd name="connsiteX4" fmla="*/ 761670 w 900000"/>
              <a:gd name="connsiteY4" fmla="*/ 270225 h 900000"/>
              <a:gd name="connsiteX5" fmla="*/ 866250 w 900000"/>
              <a:gd name="connsiteY5" fmla="*/ 270225 h 900000"/>
              <a:gd name="connsiteX6" fmla="*/ 899991 w 900000"/>
              <a:gd name="connsiteY6" fmla="*/ 303985 h 900000"/>
              <a:gd name="connsiteX7" fmla="*/ 870840 w 900000"/>
              <a:gd name="connsiteY7" fmla="*/ 337410 h 900000"/>
              <a:gd name="connsiteX8" fmla="*/ 866250 w 900000"/>
              <a:gd name="connsiteY8" fmla="*/ 337725 h 900000"/>
              <a:gd name="connsiteX9" fmla="*/ 765000 w 900000"/>
              <a:gd name="connsiteY9" fmla="*/ 337680 h 900000"/>
              <a:gd name="connsiteX10" fmla="*/ 765000 w 900000"/>
              <a:gd name="connsiteY10" fmla="*/ 416430 h 900000"/>
              <a:gd name="connsiteX11" fmla="*/ 866250 w 900000"/>
              <a:gd name="connsiteY11" fmla="*/ 416430 h 900000"/>
              <a:gd name="connsiteX12" fmla="*/ 899685 w 900000"/>
              <a:gd name="connsiteY12" fmla="*/ 445680 h 900000"/>
              <a:gd name="connsiteX13" fmla="*/ 900000 w 900000"/>
              <a:gd name="connsiteY13" fmla="*/ 450180 h 900000"/>
              <a:gd name="connsiteX14" fmla="*/ 870840 w 900000"/>
              <a:gd name="connsiteY14" fmla="*/ 483660 h 900000"/>
              <a:gd name="connsiteX15" fmla="*/ 866250 w 900000"/>
              <a:gd name="connsiteY15" fmla="*/ 483975 h 900000"/>
              <a:gd name="connsiteX16" fmla="*/ 765000 w 900000"/>
              <a:gd name="connsiteY16" fmla="*/ 483930 h 900000"/>
              <a:gd name="connsiteX17" fmla="*/ 765000 w 900000"/>
              <a:gd name="connsiteY17" fmla="*/ 562680 h 900000"/>
              <a:gd name="connsiteX18" fmla="*/ 866250 w 900000"/>
              <a:gd name="connsiteY18" fmla="*/ 562680 h 900000"/>
              <a:gd name="connsiteX19" fmla="*/ 899685 w 900000"/>
              <a:gd name="connsiteY19" fmla="*/ 591930 h 900000"/>
              <a:gd name="connsiteX20" fmla="*/ 900000 w 900000"/>
              <a:gd name="connsiteY20" fmla="*/ 596430 h 900000"/>
              <a:gd name="connsiteX21" fmla="*/ 870840 w 900000"/>
              <a:gd name="connsiteY21" fmla="*/ 629910 h 900000"/>
              <a:gd name="connsiteX22" fmla="*/ 866250 w 900000"/>
              <a:gd name="connsiteY22" fmla="*/ 630225 h 900000"/>
              <a:gd name="connsiteX23" fmla="*/ 761580 w 900000"/>
              <a:gd name="connsiteY23" fmla="*/ 630225 h 900000"/>
              <a:gd name="connsiteX24" fmla="*/ 630000 w 900000"/>
              <a:gd name="connsiteY24" fmla="*/ 761625 h 900000"/>
              <a:gd name="connsiteX25" fmla="*/ 630000 w 900000"/>
              <a:gd name="connsiteY25" fmla="*/ 866250 h 900000"/>
              <a:gd name="connsiteX26" fmla="*/ 596241 w 900000"/>
              <a:gd name="connsiteY26" fmla="*/ 899991 h 900000"/>
              <a:gd name="connsiteX27" fmla="*/ 562815 w 900000"/>
              <a:gd name="connsiteY27" fmla="*/ 870840 h 900000"/>
              <a:gd name="connsiteX28" fmla="*/ 562500 w 900000"/>
              <a:gd name="connsiteY28" fmla="*/ 866250 h 900000"/>
              <a:gd name="connsiteX29" fmla="*/ 562500 w 900000"/>
              <a:gd name="connsiteY29" fmla="*/ 764955 h 900000"/>
              <a:gd name="connsiteX30" fmla="*/ 483705 w 900000"/>
              <a:gd name="connsiteY30" fmla="*/ 764955 h 900000"/>
              <a:gd name="connsiteX31" fmla="*/ 483750 w 900000"/>
              <a:gd name="connsiteY31" fmla="*/ 866250 h 900000"/>
              <a:gd name="connsiteX32" fmla="*/ 454590 w 900000"/>
              <a:gd name="connsiteY32" fmla="*/ 899685 h 900000"/>
              <a:gd name="connsiteX33" fmla="*/ 450000 w 900000"/>
              <a:gd name="connsiteY33" fmla="*/ 900000 h 900000"/>
              <a:gd name="connsiteX34" fmla="*/ 416565 w 900000"/>
              <a:gd name="connsiteY34" fmla="*/ 870840 h 900000"/>
              <a:gd name="connsiteX35" fmla="*/ 416250 w 900000"/>
              <a:gd name="connsiteY35" fmla="*/ 866250 h 900000"/>
              <a:gd name="connsiteX36" fmla="*/ 416205 w 900000"/>
              <a:gd name="connsiteY36" fmla="*/ 764955 h 900000"/>
              <a:gd name="connsiteX37" fmla="*/ 337500 w 900000"/>
              <a:gd name="connsiteY37" fmla="*/ 764955 h 900000"/>
              <a:gd name="connsiteX38" fmla="*/ 337500 w 900000"/>
              <a:gd name="connsiteY38" fmla="*/ 866250 h 900000"/>
              <a:gd name="connsiteX39" fmla="*/ 308340 w 900000"/>
              <a:gd name="connsiteY39" fmla="*/ 899685 h 900000"/>
              <a:gd name="connsiteX40" fmla="*/ 303750 w 900000"/>
              <a:gd name="connsiteY40" fmla="*/ 900000 h 900000"/>
              <a:gd name="connsiteX41" fmla="*/ 270315 w 900000"/>
              <a:gd name="connsiteY41" fmla="*/ 870840 h 900000"/>
              <a:gd name="connsiteX42" fmla="*/ 270000 w 900000"/>
              <a:gd name="connsiteY42" fmla="*/ 866250 h 900000"/>
              <a:gd name="connsiteX43" fmla="*/ 270000 w 900000"/>
              <a:gd name="connsiteY43" fmla="*/ 761625 h 900000"/>
              <a:gd name="connsiteX44" fmla="*/ 138375 w 900000"/>
              <a:gd name="connsiteY44" fmla="*/ 630000 h 900000"/>
              <a:gd name="connsiteX45" fmla="*/ 33750 w 900000"/>
              <a:gd name="connsiteY45" fmla="*/ 630000 h 900000"/>
              <a:gd name="connsiteX46" fmla="*/ 10 w 900000"/>
              <a:gd name="connsiteY46" fmla="*/ 596241 h 900000"/>
              <a:gd name="connsiteX47" fmla="*/ 29160 w 900000"/>
              <a:gd name="connsiteY47" fmla="*/ 562815 h 900000"/>
              <a:gd name="connsiteX48" fmla="*/ 33750 w 900000"/>
              <a:gd name="connsiteY48" fmla="*/ 562500 h 900000"/>
              <a:gd name="connsiteX49" fmla="*/ 135000 w 900000"/>
              <a:gd name="connsiteY49" fmla="*/ 562455 h 900000"/>
              <a:gd name="connsiteX50" fmla="*/ 135000 w 900000"/>
              <a:gd name="connsiteY50" fmla="*/ 483705 h 900000"/>
              <a:gd name="connsiteX51" fmla="*/ 33750 w 900000"/>
              <a:gd name="connsiteY51" fmla="*/ 483750 h 900000"/>
              <a:gd name="connsiteX52" fmla="*/ 315 w 900000"/>
              <a:gd name="connsiteY52" fmla="*/ 454590 h 900000"/>
              <a:gd name="connsiteX53" fmla="*/ 0 w 900000"/>
              <a:gd name="connsiteY53" fmla="*/ 450000 h 900000"/>
              <a:gd name="connsiteX54" fmla="*/ 29160 w 900000"/>
              <a:gd name="connsiteY54" fmla="*/ 416565 h 900000"/>
              <a:gd name="connsiteX55" fmla="*/ 33750 w 900000"/>
              <a:gd name="connsiteY55" fmla="*/ 416250 h 900000"/>
              <a:gd name="connsiteX56" fmla="*/ 135000 w 900000"/>
              <a:gd name="connsiteY56" fmla="*/ 416205 h 900000"/>
              <a:gd name="connsiteX57" fmla="*/ 135000 w 900000"/>
              <a:gd name="connsiteY57" fmla="*/ 337455 h 900000"/>
              <a:gd name="connsiteX58" fmla="*/ 33750 w 900000"/>
              <a:gd name="connsiteY58" fmla="*/ 337500 h 900000"/>
              <a:gd name="connsiteX59" fmla="*/ 315 w 900000"/>
              <a:gd name="connsiteY59" fmla="*/ 308340 h 900000"/>
              <a:gd name="connsiteX60" fmla="*/ 0 w 900000"/>
              <a:gd name="connsiteY60" fmla="*/ 303750 h 900000"/>
              <a:gd name="connsiteX61" fmla="*/ 29160 w 900000"/>
              <a:gd name="connsiteY61" fmla="*/ 270315 h 900000"/>
              <a:gd name="connsiteX62" fmla="*/ 33750 w 900000"/>
              <a:gd name="connsiteY62" fmla="*/ 270000 h 900000"/>
              <a:gd name="connsiteX63" fmla="*/ 138375 w 900000"/>
              <a:gd name="connsiteY63" fmla="*/ 269955 h 900000"/>
              <a:gd name="connsiteX64" fmla="*/ 270000 w 900000"/>
              <a:gd name="connsiteY64" fmla="*/ 138375 h 900000"/>
              <a:gd name="connsiteX65" fmla="*/ 270000 w 900000"/>
              <a:gd name="connsiteY65" fmla="*/ 33750 h 900000"/>
              <a:gd name="connsiteX66" fmla="*/ 303760 w 900000"/>
              <a:gd name="connsiteY66" fmla="*/ 10 h 900000"/>
              <a:gd name="connsiteX67" fmla="*/ 337185 w 900000"/>
              <a:gd name="connsiteY67" fmla="*/ 29160 h 900000"/>
              <a:gd name="connsiteX68" fmla="*/ 337500 w 900000"/>
              <a:gd name="connsiteY68" fmla="*/ 33750 h 900000"/>
              <a:gd name="connsiteX69" fmla="*/ 337500 w 900000"/>
              <a:gd name="connsiteY69" fmla="*/ 134955 h 900000"/>
              <a:gd name="connsiteX70" fmla="*/ 416205 w 900000"/>
              <a:gd name="connsiteY70" fmla="*/ 134955 h 900000"/>
              <a:gd name="connsiteX71" fmla="*/ 416250 w 900000"/>
              <a:gd name="connsiteY71" fmla="*/ 33750 h 900000"/>
              <a:gd name="connsiteX72" fmla="*/ 445410 w 900000"/>
              <a:gd name="connsiteY72" fmla="*/ 315 h 900000"/>
              <a:gd name="connsiteX73" fmla="*/ 450000 w 900000"/>
              <a:gd name="connsiteY73" fmla="*/ 0 h 900000"/>
              <a:gd name="connsiteX74" fmla="*/ 483435 w 900000"/>
              <a:gd name="connsiteY74" fmla="*/ 29160 h 900000"/>
              <a:gd name="connsiteX75" fmla="*/ 483750 w 900000"/>
              <a:gd name="connsiteY75" fmla="*/ 33750 h 900000"/>
              <a:gd name="connsiteX76" fmla="*/ 483705 w 900000"/>
              <a:gd name="connsiteY76" fmla="*/ 134955 h 900000"/>
              <a:gd name="connsiteX77" fmla="*/ 562500 w 900000"/>
              <a:gd name="connsiteY77" fmla="*/ 134955 h 900000"/>
              <a:gd name="connsiteX78" fmla="*/ 562500 w 900000"/>
              <a:gd name="connsiteY78" fmla="*/ 33750 h 900000"/>
              <a:gd name="connsiteX79" fmla="*/ 587250 w 900000"/>
              <a:gd name="connsiteY79" fmla="*/ 1215 h 900000"/>
              <a:gd name="connsiteX80" fmla="*/ 591660 w 900000"/>
              <a:gd name="connsiteY80" fmla="*/ 315 h 900000"/>
              <a:gd name="connsiteX81" fmla="*/ 596250 w 900000"/>
              <a:gd name="connsiteY81" fmla="*/ 0 h 900000"/>
              <a:gd name="connsiteX82" fmla="*/ 450225 w 900000"/>
              <a:gd name="connsiteY82" fmla="*/ 315225 h 900000"/>
              <a:gd name="connsiteX83" fmla="*/ 315225 w 900000"/>
              <a:gd name="connsiteY83" fmla="*/ 450225 h 900000"/>
              <a:gd name="connsiteX84" fmla="*/ 450225 w 900000"/>
              <a:gd name="connsiteY84" fmla="*/ 585225 h 900000"/>
              <a:gd name="connsiteX85" fmla="*/ 585225 w 900000"/>
              <a:gd name="connsiteY85" fmla="*/ 450225 h 900000"/>
              <a:gd name="connsiteX86" fmla="*/ 450225 w 900000"/>
              <a:gd name="connsiteY86" fmla="*/ 315225 h 900000"/>
              <a:gd name="connsiteX87" fmla="*/ 450225 w 900000"/>
              <a:gd name="connsiteY87" fmla="*/ 382725 h 900000"/>
              <a:gd name="connsiteX88" fmla="*/ 517725 w 900000"/>
              <a:gd name="connsiteY88" fmla="*/ 450225 h 900000"/>
              <a:gd name="connsiteX89" fmla="*/ 450225 w 900000"/>
              <a:gd name="connsiteY89" fmla="*/ 517725 h 900000"/>
              <a:gd name="connsiteX90" fmla="*/ 382725 w 900000"/>
              <a:gd name="connsiteY90" fmla="*/ 450225 h 900000"/>
              <a:gd name="connsiteX91" fmla="*/ 450225 w 900000"/>
              <a:gd name="connsiteY91" fmla="*/ 38272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900000" h="900000">
                <a:moveTo>
                  <a:pt x="596250" y="0"/>
                </a:moveTo>
                <a:cubicBezTo>
                  <a:pt x="613116" y="1"/>
                  <a:pt x="627390" y="12452"/>
                  <a:pt x="629685" y="29160"/>
                </a:cubicBezTo>
                <a:lnTo>
                  <a:pt x="630000" y="33750"/>
                </a:lnTo>
                <a:lnTo>
                  <a:pt x="630000" y="138375"/>
                </a:lnTo>
                <a:cubicBezTo>
                  <a:pt x="696353" y="151956"/>
                  <a:pt x="748179" y="203854"/>
                  <a:pt x="761670" y="270225"/>
                </a:cubicBezTo>
                <a:lnTo>
                  <a:pt x="866250" y="270225"/>
                </a:lnTo>
                <a:cubicBezTo>
                  <a:pt x="884889" y="270231"/>
                  <a:pt x="899996" y="285346"/>
                  <a:pt x="899991" y="303985"/>
                </a:cubicBezTo>
                <a:cubicBezTo>
                  <a:pt x="899987" y="320843"/>
                  <a:pt x="887540" y="335112"/>
                  <a:pt x="870840" y="337410"/>
                </a:cubicBezTo>
                <a:lnTo>
                  <a:pt x="866250" y="337725"/>
                </a:lnTo>
                <a:lnTo>
                  <a:pt x="765000" y="337680"/>
                </a:lnTo>
                <a:lnTo>
                  <a:pt x="765000" y="416430"/>
                </a:lnTo>
                <a:lnTo>
                  <a:pt x="866250" y="416430"/>
                </a:lnTo>
                <a:cubicBezTo>
                  <a:pt x="883148" y="416439"/>
                  <a:pt x="897431" y="428936"/>
                  <a:pt x="899685" y="445680"/>
                </a:cubicBezTo>
                <a:lnTo>
                  <a:pt x="900000" y="450180"/>
                </a:lnTo>
                <a:cubicBezTo>
                  <a:pt x="900023" y="467064"/>
                  <a:pt x="887567" y="481365"/>
                  <a:pt x="870840" y="483660"/>
                </a:cubicBezTo>
                <a:lnTo>
                  <a:pt x="866250" y="483975"/>
                </a:lnTo>
                <a:lnTo>
                  <a:pt x="765000" y="483930"/>
                </a:lnTo>
                <a:lnTo>
                  <a:pt x="765000" y="562680"/>
                </a:lnTo>
                <a:lnTo>
                  <a:pt x="866250" y="562680"/>
                </a:lnTo>
                <a:cubicBezTo>
                  <a:pt x="883148" y="562689"/>
                  <a:pt x="897431" y="575186"/>
                  <a:pt x="899685" y="591930"/>
                </a:cubicBezTo>
                <a:lnTo>
                  <a:pt x="900000" y="596430"/>
                </a:lnTo>
                <a:cubicBezTo>
                  <a:pt x="900023" y="613314"/>
                  <a:pt x="887567" y="627615"/>
                  <a:pt x="870840" y="629910"/>
                </a:cubicBezTo>
                <a:lnTo>
                  <a:pt x="866250" y="630225"/>
                </a:lnTo>
                <a:lnTo>
                  <a:pt x="761580" y="630225"/>
                </a:lnTo>
                <a:cubicBezTo>
                  <a:pt x="747932" y="696389"/>
                  <a:pt x="696186" y="748066"/>
                  <a:pt x="630000" y="761625"/>
                </a:cubicBezTo>
                <a:lnTo>
                  <a:pt x="630000" y="866250"/>
                </a:lnTo>
                <a:cubicBezTo>
                  <a:pt x="629996" y="884889"/>
                  <a:pt x="614880" y="899996"/>
                  <a:pt x="596241" y="899991"/>
                </a:cubicBezTo>
                <a:cubicBezTo>
                  <a:pt x="579380" y="899987"/>
                  <a:pt x="565115" y="887540"/>
                  <a:pt x="562815" y="870840"/>
                </a:cubicBezTo>
                <a:lnTo>
                  <a:pt x="562500" y="866250"/>
                </a:lnTo>
                <a:lnTo>
                  <a:pt x="562500" y="764955"/>
                </a:lnTo>
                <a:lnTo>
                  <a:pt x="483705" y="764955"/>
                </a:lnTo>
                <a:lnTo>
                  <a:pt x="483750" y="866250"/>
                </a:lnTo>
                <a:cubicBezTo>
                  <a:pt x="483750" y="883116"/>
                  <a:pt x="471299" y="897390"/>
                  <a:pt x="454590" y="899685"/>
                </a:cubicBezTo>
                <a:lnTo>
                  <a:pt x="450000" y="900000"/>
                </a:lnTo>
                <a:cubicBezTo>
                  <a:pt x="433134" y="900000"/>
                  <a:pt x="418860" y="887549"/>
                  <a:pt x="416565" y="870840"/>
                </a:cubicBezTo>
                <a:lnTo>
                  <a:pt x="416250" y="866250"/>
                </a:lnTo>
                <a:lnTo>
                  <a:pt x="416205" y="764955"/>
                </a:lnTo>
                <a:lnTo>
                  <a:pt x="337500" y="764955"/>
                </a:lnTo>
                <a:lnTo>
                  <a:pt x="337500" y="866250"/>
                </a:lnTo>
                <a:cubicBezTo>
                  <a:pt x="337499" y="883116"/>
                  <a:pt x="325049" y="897390"/>
                  <a:pt x="308340" y="899685"/>
                </a:cubicBezTo>
                <a:lnTo>
                  <a:pt x="303750" y="900000"/>
                </a:lnTo>
                <a:cubicBezTo>
                  <a:pt x="286884" y="900000"/>
                  <a:pt x="272609" y="887549"/>
                  <a:pt x="270315" y="870840"/>
                </a:cubicBezTo>
                <a:lnTo>
                  <a:pt x="270000" y="866250"/>
                </a:lnTo>
                <a:lnTo>
                  <a:pt x="270000" y="761625"/>
                </a:lnTo>
                <a:cubicBezTo>
                  <a:pt x="203729" y="748062"/>
                  <a:pt x="151939" y="696272"/>
                  <a:pt x="138375" y="630000"/>
                </a:cubicBezTo>
                <a:lnTo>
                  <a:pt x="33750" y="630000"/>
                </a:lnTo>
                <a:cubicBezTo>
                  <a:pt x="15111" y="629996"/>
                  <a:pt x="4" y="614880"/>
                  <a:pt x="10" y="596241"/>
                </a:cubicBezTo>
                <a:cubicBezTo>
                  <a:pt x="15" y="579380"/>
                  <a:pt x="12459" y="565115"/>
                  <a:pt x="29160" y="562815"/>
                </a:cubicBezTo>
                <a:lnTo>
                  <a:pt x="33750" y="562500"/>
                </a:lnTo>
                <a:lnTo>
                  <a:pt x="135000" y="562455"/>
                </a:lnTo>
                <a:lnTo>
                  <a:pt x="135000" y="483705"/>
                </a:lnTo>
                <a:lnTo>
                  <a:pt x="33750" y="483750"/>
                </a:lnTo>
                <a:cubicBezTo>
                  <a:pt x="16884" y="483750"/>
                  <a:pt x="2609" y="471299"/>
                  <a:pt x="315" y="454590"/>
                </a:cubicBezTo>
                <a:lnTo>
                  <a:pt x="0" y="450000"/>
                </a:lnTo>
                <a:cubicBezTo>
                  <a:pt x="1" y="433134"/>
                  <a:pt x="12452" y="418860"/>
                  <a:pt x="29160" y="416565"/>
                </a:cubicBezTo>
                <a:lnTo>
                  <a:pt x="33750" y="416250"/>
                </a:lnTo>
                <a:lnTo>
                  <a:pt x="135000" y="416205"/>
                </a:lnTo>
                <a:lnTo>
                  <a:pt x="135000" y="337455"/>
                </a:lnTo>
                <a:lnTo>
                  <a:pt x="33750" y="337500"/>
                </a:lnTo>
                <a:cubicBezTo>
                  <a:pt x="16884" y="337499"/>
                  <a:pt x="2609" y="325049"/>
                  <a:pt x="315" y="308340"/>
                </a:cubicBezTo>
                <a:lnTo>
                  <a:pt x="0" y="303750"/>
                </a:lnTo>
                <a:cubicBezTo>
                  <a:pt x="1" y="286884"/>
                  <a:pt x="12452" y="272609"/>
                  <a:pt x="29160" y="270315"/>
                </a:cubicBezTo>
                <a:lnTo>
                  <a:pt x="33750" y="270000"/>
                </a:lnTo>
                <a:lnTo>
                  <a:pt x="138375" y="269955"/>
                </a:lnTo>
                <a:cubicBezTo>
                  <a:pt x="151955" y="203701"/>
                  <a:pt x="203742" y="151933"/>
                  <a:pt x="270000" y="138375"/>
                </a:cubicBezTo>
                <a:lnTo>
                  <a:pt x="270000" y="33750"/>
                </a:lnTo>
                <a:cubicBezTo>
                  <a:pt x="270006" y="15111"/>
                  <a:pt x="285121" y="4"/>
                  <a:pt x="303760" y="10"/>
                </a:cubicBezTo>
                <a:cubicBezTo>
                  <a:pt x="320618" y="15"/>
                  <a:pt x="334887" y="12459"/>
                  <a:pt x="337185" y="29160"/>
                </a:cubicBezTo>
                <a:lnTo>
                  <a:pt x="337500" y="33750"/>
                </a:lnTo>
                <a:lnTo>
                  <a:pt x="337500" y="134955"/>
                </a:lnTo>
                <a:lnTo>
                  <a:pt x="416205" y="134955"/>
                </a:lnTo>
                <a:lnTo>
                  <a:pt x="416250" y="33750"/>
                </a:lnTo>
                <a:cubicBezTo>
                  <a:pt x="416250" y="16884"/>
                  <a:pt x="428702" y="2609"/>
                  <a:pt x="445410" y="315"/>
                </a:cubicBezTo>
                <a:lnTo>
                  <a:pt x="450000" y="0"/>
                </a:lnTo>
                <a:cubicBezTo>
                  <a:pt x="466866" y="1"/>
                  <a:pt x="481140" y="12452"/>
                  <a:pt x="483435" y="29160"/>
                </a:cubicBezTo>
                <a:lnTo>
                  <a:pt x="483750" y="33750"/>
                </a:lnTo>
                <a:lnTo>
                  <a:pt x="483705" y="134955"/>
                </a:lnTo>
                <a:lnTo>
                  <a:pt x="562500" y="134955"/>
                </a:lnTo>
                <a:lnTo>
                  <a:pt x="562500" y="33750"/>
                </a:lnTo>
                <a:cubicBezTo>
                  <a:pt x="562496" y="18574"/>
                  <a:pt x="572625" y="5262"/>
                  <a:pt x="587250" y="1215"/>
                </a:cubicBezTo>
                <a:lnTo>
                  <a:pt x="591660" y="315"/>
                </a:lnTo>
                <a:lnTo>
                  <a:pt x="596250" y="0"/>
                </a:lnTo>
                <a:close/>
                <a:moveTo>
                  <a:pt x="450225" y="315225"/>
                </a:moveTo>
                <a:cubicBezTo>
                  <a:pt x="375665" y="315225"/>
                  <a:pt x="315225" y="375665"/>
                  <a:pt x="315225" y="450225"/>
                </a:cubicBezTo>
                <a:cubicBezTo>
                  <a:pt x="315225" y="524786"/>
                  <a:pt x="375665" y="585225"/>
                  <a:pt x="450225" y="585225"/>
                </a:cubicBezTo>
                <a:cubicBezTo>
                  <a:pt x="524786" y="585225"/>
                  <a:pt x="585225" y="524786"/>
                  <a:pt x="585225" y="450225"/>
                </a:cubicBezTo>
                <a:cubicBezTo>
                  <a:pt x="585225" y="375665"/>
                  <a:pt x="524786" y="315225"/>
                  <a:pt x="450225" y="315225"/>
                </a:cubicBezTo>
                <a:close/>
                <a:moveTo>
                  <a:pt x="450225" y="382725"/>
                </a:moveTo>
                <a:cubicBezTo>
                  <a:pt x="487503" y="382725"/>
                  <a:pt x="517725" y="412947"/>
                  <a:pt x="517725" y="450225"/>
                </a:cubicBezTo>
                <a:cubicBezTo>
                  <a:pt x="517725" y="487503"/>
                  <a:pt x="487503" y="517725"/>
                  <a:pt x="450225" y="517725"/>
                </a:cubicBezTo>
                <a:cubicBezTo>
                  <a:pt x="412947" y="517725"/>
                  <a:pt x="382725" y="487503"/>
                  <a:pt x="382725" y="450225"/>
                </a:cubicBezTo>
                <a:cubicBezTo>
                  <a:pt x="382725" y="412947"/>
                  <a:pt x="412947" y="382725"/>
                  <a:pt x="450225" y="382725"/>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Freeform 21">
            <a:extLst>
              <a:ext uri="{FF2B5EF4-FFF2-40B4-BE49-F238E27FC236}">
                <a16:creationId xmlns:a16="http://schemas.microsoft.com/office/drawing/2014/main" id="{BCE8890E-B32C-B23B-B88E-2C644C8AE9BA}"/>
              </a:ext>
            </a:extLst>
          </p:cNvPr>
          <p:cNvSpPr/>
          <p:nvPr/>
        </p:nvSpPr>
        <p:spPr>
          <a:xfrm>
            <a:off x="4774096" y="5278655"/>
            <a:ext cx="340367" cy="442477"/>
          </a:xfrm>
          <a:custGeom>
            <a:avLst/>
            <a:gdLst>
              <a:gd name="connsiteX0" fmla="*/ 371250 w 675000"/>
              <a:gd name="connsiteY0" fmla="*/ 720000 h 877500"/>
              <a:gd name="connsiteX1" fmla="*/ 472500 w 675000"/>
              <a:gd name="connsiteY1" fmla="*/ 720000 h 877500"/>
              <a:gd name="connsiteX2" fmla="*/ 472500 w 675000"/>
              <a:gd name="connsiteY2" fmla="*/ 877500 h 877500"/>
              <a:gd name="connsiteX3" fmla="*/ 371250 w 675000"/>
              <a:gd name="connsiteY3" fmla="*/ 877500 h 877500"/>
              <a:gd name="connsiteX4" fmla="*/ 202500 w 675000"/>
              <a:gd name="connsiteY4" fmla="*/ 720000 h 877500"/>
              <a:gd name="connsiteX5" fmla="*/ 303750 w 675000"/>
              <a:gd name="connsiteY5" fmla="*/ 720000 h 877500"/>
              <a:gd name="connsiteX6" fmla="*/ 303750 w 675000"/>
              <a:gd name="connsiteY6" fmla="*/ 877500 h 877500"/>
              <a:gd name="connsiteX7" fmla="*/ 202500 w 675000"/>
              <a:gd name="connsiteY7" fmla="*/ 877500 h 877500"/>
              <a:gd name="connsiteX8" fmla="*/ 495000 w 675000"/>
              <a:gd name="connsiteY8" fmla="*/ 472500 h 877500"/>
              <a:gd name="connsiteX9" fmla="*/ 450000 w 675000"/>
              <a:gd name="connsiteY9" fmla="*/ 517500 h 877500"/>
              <a:gd name="connsiteX10" fmla="*/ 495000 w 675000"/>
              <a:gd name="connsiteY10" fmla="*/ 562500 h 877500"/>
              <a:gd name="connsiteX11" fmla="*/ 540000 w 675000"/>
              <a:gd name="connsiteY11" fmla="*/ 517500 h 877500"/>
              <a:gd name="connsiteX12" fmla="*/ 495000 w 675000"/>
              <a:gd name="connsiteY12" fmla="*/ 472500 h 877500"/>
              <a:gd name="connsiteX13" fmla="*/ 337500 w 675000"/>
              <a:gd name="connsiteY13" fmla="*/ 472500 h 877500"/>
              <a:gd name="connsiteX14" fmla="*/ 292500 w 675000"/>
              <a:gd name="connsiteY14" fmla="*/ 517500 h 877500"/>
              <a:gd name="connsiteX15" fmla="*/ 337500 w 675000"/>
              <a:gd name="connsiteY15" fmla="*/ 562500 h 877500"/>
              <a:gd name="connsiteX16" fmla="*/ 382500 w 675000"/>
              <a:gd name="connsiteY16" fmla="*/ 517500 h 877500"/>
              <a:gd name="connsiteX17" fmla="*/ 337500 w 675000"/>
              <a:gd name="connsiteY17" fmla="*/ 472500 h 877500"/>
              <a:gd name="connsiteX18" fmla="*/ 180000 w 675000"/>
              <a:gd name="connsiteY18" fmla="*/ 472500 h 877500"/>
              <a:gd name="connsiteX19" fmla="*/ 135000 w 675000"/>
              <a:gd name="connsiteY19" fmla="*/ 517500 h 877500"/>
              <a:gd name="connsiteX20" fmla="*/ 180000 w 675000"/>
              <a:gd name="connsiteY20" fmla="*/ 562500 h 877500"/>
              <a:gd name="connsiteX21" fmla="*/ 225000 w 675000"/>
              <a:gd name="connsiteY21" fmla="*/ 517500 h 877500"/>
              <a:gd name="connsiteX22" fmla="*/ 180000 w 675000"/>
              <a:gd name="connsiteY22" fmla="*/ 472500 h 877500"/>
              <a:gd name="connsiteX23" fmla="*/ 337500 w 675000"/>
              <a:gd name="connsiteY23" fmla="*/ 315000 h 877500"/>
              <a:gd name="connsiteX24" fmla="*/ 292500 w 675000"/>
              <a:gd name="connsiteY24" fmla="*/ 360000 h 877500"/>
              <a:gd name="connsiteX25" fmla="*/ 337500 w 675000"/>
              <a:gd name="connsiteY25" fmla="*/ 405000 h 877500"/>
              <a:gd name="connsiteX26" fmla="*/ 382500 w 675000"/>
              <a:gd name="connsiteY26" fmla="*/ 360000 h 877500"/>
              <a:gd name="connsiteX27" fmla="*/ 337500 w 675000"/>
              <a:gd name="connsiteY27" fmla="*/ 315000 h 877500"/>
              <a:gd name="connsiteX28" fmla="*/ 180000 w 675000"/>
              <a:gd name="connsiteY28" fmla="*/ 315000 h 877500"/>
              <a:gd name="connsiteX29" fmla="*/ 135000 w 675000"/>
              <a:gd name="connsiteY29" fmla="*/ 360000 h 877500"/>
              <a:gd name="connsiteX30" fmla="*/ 180000 w 675000"/>
              <a:gd name="connsiteY30" fmla="*/ 405000 h 877500"/>
              <a:gd name="connsiteX31" fmla="*/ 225000 w 675000"/>
              <a:gd name="connsiteY31" fmla="*/ 360000 h 877500"/>
              <a:gd name="connsiteX32" fmla="*/ 180000 w 675000"/>
              <a:gd name="connsiteY32" fmla="*/ 315000 h 877500"/>
              <a:gd name="connsiteX33" fmla="*/ 337500 w 675000"/>
              <a:gd name="connsiteY33" fmla="*/ 157500 h 877500"/>
              <a:gd name="connsiteX34" fmla="*/ 292500 w 675000"/>
              <a:gd name="connsiteY34" fmla="*/ 202500 h 877500"/>
              <a:gd name="connsiteX35" fmla="*/ 337500 w 675000"/>
              <a:gd name="connsiteY35" fmla="*/ 247500 h 877500"/>
              <a:gd name="connsiteX36" fmla="*/ 382500 w 675000"/>
              <a:gd name="connsiteY36" fmla="*/ 202500 h 877500"/>
              <a:gd name="connsiteX37" fmla="*/ 337500 w 675000"/>
              <a:gd name="connsiteY37" fmla="*/ 157500 h 877500"/>
              <a:gd name="connsiteX38" fmla="*/ 180000 w 675000"/>
              <a:gd name="connsiteY38" fmla="*/ 157500 h 877500"/>
              <a:gd name="connsiteX39" fmla="*/ 135000 w 675000"/>
              <a:gd name="connsiteY39" fmla="*/ 202500 h 877500"/>
              <a:gd name="connsiteX40" fmla="*/ 180000 w 675000"/>
              <a:gd name="connsiteY40" fmla="*/ 247500 h 877500"/>
              <a:gd name="connsiteX41" fmla="*/ 225000 w 675000"/>
              <a:gd name="connsiteY41" fmla="*/ 202500 h 877500"/>
              <a:gd name="connsiteX42" fmla="*/ 180000 w 675000"/>
              <a:gd name="connsiteY42" fmla="*/ 157500 h 877500"/>
              <a:gd name="connsiteX43" fmla="*/ 101250 w 675000"/>
              <a:gd name="connsiteY43" fmla="*/ 0 h 877500"/>
              <a:gd name="connsiteX44" fmla="*/ 438750 w 675000"/>
              <a:gd name="connsiteY44" fmla="*/ 0 h 877500"/>
              <a:gd name="connsiteX45" fmla="*/ 540000 w 675000"/>
              <a:gd name="connsiteY45" fmla="*/ 101250 h 877500"/>
              <a:gd name="connsiteX46" fmla="*/ 540000 w 675000"/>
              <a:gd name="connsiteY46" fmla="*/ 337500 h 877500"/>
              <a:gd name="connsiteX47" fmla="*/ 573750 w 675000"/>
              <a:gd name="connsiteY47" fmla="*/ 337500 h 877500"/>
              <a:gd name="connsiteX48" fmla="*/ 675000 w 675000"/>
              <a:gd name="connsiteY48" fmla="*/ 438750 h 877500"/>
              <a:gd name="connsiteX49" fmla="*/ 675000 w 675000"/>
              <a:gd name="connsiteY49" fmla="*/ 843750 h 877500"/>
              <a:gd name="connsiteX50" fmla="*/ 641250 w 675000"/>
              <a:gd name="connsiteY50" fmla="*/ 877500 h 877500"/>
              <a:gd name="connsiteX51" fmla="*/ 540000 w 675000"/>
              <a:gd name="connsiteY51" fmla="*/ 877500 h 877500"/>
              <a:gd name="connsiteX52" fmla="*/ 540000 w 675000"/>
              <a:gd name="connsiteY52" fmla="*/ 686250 h 877500"/>
              <a:gd name="connsiteX53" fmla="*/ 506250 w 675000"/>
              <a:gd name="connsiteY53" fmla="*/ 652500 h 877500"/>
              <a:gd name="connsiteX54" fmla="*/ 168750 w 675000"/>
              <a:gd name="connsiteY54" fmla="*/ 652500 h 877500"/>
              <a:gd name="connsiteX55" fmla="*/ 135000 w 675000"/>
              <a:gd name="connsiteY55" fmla="*/ 686250 h 877500"/>
              <a:gd name="connsiteX56" fmla="*/ 135000 w 675000"/>
              <a:gd name="connsiteY56" fmla="*/ 877500 h 877500"/>
              <a:gd name="connsiteX57" fmla="*/ 33750 w 675000"/>
              <a:gd name="connsiteY57" fmla="*/ 877500 h 877500"/>
              <a:gd name="connsiteX58" fmla="*/ 0 w 675000"/>
              <a:gd name="connsiteY58" fmla="*/ 843750 h 877500"/>
              <a:gd name="connsiteX59" fmla="*/ 0 w 675000"/>
              <a:gd name="connsiteY59" fmla="*/ 101250 h 877500"/>
              <a:gd name="connsiteX60" fmla="*/ 101250 w 675000"/>
              <a:gd name="connsiteY60" fmla="*/ 0 h 87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75000" h="877500">
                <a:moveTo>
                  <a:pt x="371250" y="720000"/>
                </a:moveTo>
                <a:lnTo>
                  <a:pt x="472500" y="720000"/>
                </a:lnTo>
                <a:lnTo>
                  <a:pt x="472500" y="877500"/>
                </a:lnTo>
                <a:lnTo>
                  <a:pt x="371250" y="877500"/>
                </a:lnTo>
                <a:close/>
                <a:moveTo>
                  <a:pt x="202500" y="720000"/>
                </a:moveTo>
                <a:lnTo>
                  <a:pt x="303750" y="720000"/>
                </a:lnTo>
                <a:lnTo>
                  <a:pt x="303750" y="877500"/>
                </a:lnTo>
                <a:lnTo>
                  <a:pt x="202500" y="877500"/>
                </a:lnTo>
                <a:close/>
                <a:moveTo>
                  <a:pt x="495000" y="472500"/>
                </a:moveTo>
                <a:cubicBezTo>
                  <a:pt x="470146" y="472500"/>
                  <a:pt x="450000" y="492646"/>
                  <a:pt x="450000" y="517500"/>
                </a:cubicBezTo>
                <a:cubicBezTo>
                  <a:pt x="450000" y="542354"/>
                  <a:pt x="470146" y="562500"/>
                  <a:pt x="495000" y="562500"/>
                </a:cubicBezTo>
                <a:cubicBezTo>
                  <a:pt x="519853" y="562500"/>
                  <a:pt x="540000" y="542354"/>
                  <a:pt x="540000" y="517500"/>
                </a:cubicBezTo>
                <a:cubicBezTo>
                  <a:pt x="540000" y="492646"/>
                  <a:pt x="519853" y="472500"/>
                  <a:pt x="495000" y="472500"/>
                </a:cubicBezTo>
                <a:close/>
                <a:moveTo>
                  <a:pt x="337500" y="472500"/>
                </a:moveTo>
                <a:cubicBezTo>
                  <a:pt x="312646" y="472500"/>
                  <a:pt x="292500" y="492646"/>
                  <a:pt x="292500" y="517500"/>
                </a:cubicBezTo>
                <a:cubicBezTo>
                  <a:pt x="292500" y="542354"/>
                  <a:pt x="312646" y="562500"/>
                  <a:pt x="337500" y="562500"/>
                </a:cubicBezTo>
                <a:cubicBezTo>
                  <a:pt x="362354" y="562500"/>
                  <a:pt x="382500" y="542354"/>
                  <a:pt x="382500" y="517500"/>
                </a:cubicBezTo>
                <a:cubicBezTo>
                  <a:pt x="382500" y="492646"/>
                  <a:pt x="362354" y="472500"/>
                  <a:pt x="337500" y="472500"/>
                </a:cubicBezTo>
                <a:close/>
                <a:moveTo>
                  <a:pt x="180000" y="472500"/>
                </a:moveTo>
                <a:cubicBezTo>
                  <a:pt x="155147" y="472500"/>
                  <a:pt x="135000" y="492646"/>
                  <a:pt x="135000" y="517500"/>
                </a:cubicBezTo>
                <a:cubicBezTo>
                  <a:pt x="135000" y="542354"/>
                  <a:pt x="155147" y="562500"/>
                  <a:pt x="180000" y="562500"/>
                </a:cubicBezTo>
                <a:cubicBezTo>
                  <a:pt x="204853" y="562500"/>
                  <a:pt x="225000" y="542354"/>
                  <a:pt x="225000" y="517500"/>
                </a:cubicBezTo>
                <a:cubicBezTo>
                  <a:pt x="225000" y="492646"/>
                  <a:pt x="204853" y="472500"/>
                  <a:pt x="180000" y="472500"/>
                </a:cubicBezTo>
                <a:close/>
                <a:moveTo>
                  <a:pt x="337500" y="315000"/>
                </a:moveTo>
                <a:cubicBezTo>
                  <a:pt x="312646" y="315000"/>
                  <a:pt x="292500" y="335147"/>
                  <a:pt x="292500" y="360000"/>
                </a:cubicBezTo>
                <a:cubicBezTo>
                  <a:pt x="292500" y="384854"/>
                  <a:pt x="312646" y="405000"/>
                  <a:pt x="337500" y="405000"/>
                </a:cubicBezTo>
                <a:cubicBezTo>
                  <a:pt x="362354" y="405000"/>
                  <a:pt x="382500" y="384854"/>
                  <a:pt x="382500" y="360000"/>
                </a:cubicBezTo>
                <a:cubicBezTo>
                  <a:pt x="382500" y="335147"/>
                  <a:pt x="362354" y="315000"/>
                  <a:pt x="337500" y="315000"/>
                </a:cubicBezTo>
                <a:close/>
                <a:moveTo>
                  <a:pt x="180000" y="315000"/>
                </a:moveTo>
                <a:cubicBezTo>
                  <a:pt x="155147" y="315000"/>
                  <a:pt x="135000" y="335147"/>
                  <a:pt x="135000" y="360000"/>
                </a:cubicBezTo>
                <a:cubicBezTo>
                  <a:pt x="135000" y="384854"/>
                  <a:pt x="155147" y="405000"/>
                  <a:pt x="180000" y="405000"/>
                </a:cubicBezTo>
                <a:cubicBezTo>
                  <a:pt x="204853" y="405000"/>
                  <a:pt x="225000" y="384854"/>
                  <a:pt x="225000" y="360000"/>
                </a:cubicBezTo>
                <a:cubicBezTo>
                  <a:pt x="225000" y="335147"/>
                  <a:pt x="204853" y="315000"/>
                  <a:pt x="180000" y="315000"/>
                </a:cubicBezTo>
                <a:close/>
                <a:moveTo>
                  <a:pt x="337500" y="157500"/>
                </a:moveTo>
                <a:cubicBezTo>
                  <a:pt x="312646" y="157500"/>
                  <a:pt x="292500" y="177647"/>
                  <a:pt x="292500" y="202500"/>
                </a:cubicBezTo>
                <a:cubicBezTo>
                  <a:pt x="292500" y="227353"/>
                  <a:pt x="312646" y="247500"/>
                  <a:pt x="337500" y="247500"/>
                </a:cubicBezTo>
                <a:cubicBezTo>
                  <a:pt x="362354" y="247500"/>
                  <a:pt x="382500" y="227353"/>
                  <a:pt x="382500" y="202500"/>
                </a:cubicBezTo>
                <a:cubicBezTo>
                  <a:pt x="382500" y="177647"/>
                  <a:pt x="362354" y="157500"/>
                  <a:pt x="337500" y="157500"/>
                </a:cubicBezTo>
                <a:close/>
                <a:moveTo>
                  <a:pt x="180000" y="157500"/>
                </a:moveTo>
                <a:cubicBezTo>
                  <a:pt x="155147" y="157500"/>
                  <a:pt x="135000" y="177647"/>
                  <a:pt x="135000" y="202500"/>
                </a:cubicBezTo>
                <a:cubicBezTo>
                  <a:pt x="135000" y="227353"/>
                  <a:pt x="155147" y="247500"/>
                  <a:pt x="180000" y="247500"/>
                </a:cubicBezTo>
                <a:cubicBezTo>
                  <a:pt x="204853" y="247500"/>
                  <a:pt x="225000" y="227353"/>
                  <a:pt x="225000" y="202500"/>
                </a:cubicBezTo>
                <a:cubicBezTo>
                  <a:pt x="225000" y="177647"/>
                  <a:pt x="204853" y="157500"/>
                  <a:pt x="180000" y="157500"/>
                </a:cubicBezTo>
                <a:close/>
                <a:moveTo>
                  <a:pt x="101250" y="0"/>
                </a:moveTo>
                <a:lnTo>
                  <a:pt x="438750" y="0"/>
                </a:lnTo>
                <a:cubicBezTo>
                  <a:pt x="494667" y="0"/>
                  <a:pt x="540000" y="45331"/>
                  <a:pt x="540000" y="101250"/>
                </a:cubicBezTo>
                <a:lnTo>
                  <a:pt x="540000" y="337500"/>
                </a:lnTo>
                <a:lnTo>
                  <a:pt x="573750" y="337500"/>
                </a:lnTo>
                <a:cubicBezTo>
                  <a:pt x="629667" y="337500"/>
                  <a:pt x="675000" y="382833"/>
                  <a:pt x="675000" y="438750"/>
                </a:cubicBezTo>
                <a:lnTo>
                  <a:pt x="675000" y="843750"/>
                </a:lnTo>
                <a:cubicBezTo>
                  <a:pt x="675000" y="862389"/>
                  <a:pt x="659889" y="877500"/>
                  <a:pt x="641250" y="877500"/>
                </a:cubicBezTo>
                <a:lnTo>
                  <a:pt x="540000" y="877500"/>
                </a:lnTo>
                <a:lnTo>
                  <a:pt x="540000" y="686250"/>
                </a:lnTo>
                <a:cubicBezTo>
                  <a:pt x="540000" y="667611"/>
                  <a:pt x="524889" y="652500"/>
                  <a:pt x="506250" y="652500"/>
                </a:cubicBezTo>
                <a:lnTo>
                  <a:pt x="168750" y="652500"/>
                </a:lnTo>
                <a:cubicBezTo>
                  <a:pt x="150111" y="652500"/>
                  <a:pt x="135000" y="667611"/>
                  <a:pt x="135000" y="686250"/>
                </a:cubicBezTo>
                <a:lnTo>
                  <a:pt x="135000" y="877500"/>
                </a:lnTo>
                <a:lnTo>
                  <a:pt x="33750" y="877500"/>
                </a:lnTo>
                <a:cubicBezTo>
                  <a:pt x="15120" y="877500"/>
                  <a:pt x="0" y="862380"/>
                  <a:pt x="0" y="843750"/>
                </a:cubicBezTo>
                <a:lnTo>
                  <a:pt x="0" y="101250"/>
                </a:lnTo>
                <a:cubicBezTo>
                  <a:pt x="0" y="45331"/>
                  <a:pt x="45331" y="0"/>
                  <a:pt x="101250" y="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Freeform 22">
            <a:extLst>
              <a:ext uri="{FF2B5EF4-FFF2-40B4-BE49-F238E27FC236}">
                <a16:creationId xmlns:a16="http://schemas.microsoft.com/office/drawing/2014/main" id="{8CF363AD-0492-0234-E749-AF96937B55CE}"/>
              </a:ext>
            </a:extLst>
          </p:cNvPr>
          <p:cNvSpPr/>
          <p:nvPr/>
        </p:nvSpPr>
        <p:spPr>
          <a:xfrm>
            <a:off x="930306" y="5295677"/>
            <a:ext cx="453963" cy="408432"/>
          </a:xfrm>
          <a:custGeom>
            <a:avLst/>
            <a:gdLst>
              <a:gd name="connsiteX0" fmla="*/ 337502 w 900278"/>
              <a:gd name="connsiteY0" fmla="*/ 449925 h 809983"/>
              <a:gd name="connsiteX1" fmla="*/ 292502 w 900278"/>
              <a:gd name="connsiteY1" fmla="*/ 494925 h 809983"/>
              <a:gd name="connsiteX2" fmla="*/ 337502 w 900278"/>
              <a:gd name="connsiteY2" fmla="*/ 539925 h 809983"/>
              <a:gd name="connsiteX3" fmla="*/ 382502 w 900278"/>
              <a:gd name="connsiteY3" fmla="*/ 494925 h 809983"/>
              <a:gd name="connsiteX4" fmla="*/ 337502 w 900278"/>
              <a:gd name="connsiteY4" fmla="*/ 449925 h 809983"/>
              <a:gd name="connsiteX5" fmla="*/ 672933 w 900278"/>
              <a:gd name="connsiteY5" fmla="*/ 153374 h 809983"/>
              <a:gd name="connsiteX6" fmla="*/ 705328 w 900278"/>
              <a:gd name="connsiteY6" fmla="*/ 166508 h 809983"/>
              <a:gd name="connsiteX7" fmla="*/ 868368 w 900278"/>
              <a:gd name="connsiteY7" fmla="*/ 615299 h 809983"/>
              <a:gd name="connsiteX8" fmla="*/ 899419 w 900278"/>
              <a:gd name="connsiteY8" fmla="*/ 756419 h 809983"/>
              <a:gd name="connsiteX9" fmla="*/ 899594 w 900278"/>
              <a:gd name="connsiteY9" fmla="*/ 772948 h 809983"/>
              <a:gd name="connsiteX10" fmla="*/ 847668 w 900278"/>
              <a:gd name="connsiteY10" fmla="*/ 809294 h 809983"/>
              <a:gd name="connsiteX11" fmla="*/ 701508 w 900278"/>
              <a:gd name="connsiteY11" fmla="*/ 780044 h 809983"/>
              <a:gd name="connsiteX12" fmla="*/ 562502 w 900278"/>
              <a:gd name="connsiteY12" fmla="*/ 809924 h 809983"/>
              <a:gd name="connsiteX13" fmla="*/ 333001 w 900278"/>
              <a:gd name="connsiteY13" fmla="*/ 719924 h 809983"/>
              <a:gd name="connsiteX14" fmla="*/ 521718 w 900278"/>
              <a:gd name="connsiteY14" fmla="*/ 672746 h 809983"/>
              <a:gd name="connsiteX15" fmla="*/ 672933 w 900278"/>
              <a:gd name="connsiteY15" fmla="*/ 153374 h 809983"/>
              <a:gd name="connsiteX16" fmla="*/ 337502 w 900278"/>
              <a:gd name="connsiteY16" fmla="*/ 134970 h 809983"/>
              <a:gd name="connsiteX17" fmla="*/ 276482 w 900278"/>
              <a:gd name="connsiteY17" fmla="*/ 148740 h 809983"/>
              <a:gd name="connsiteX18" fmla="*/ 229096 w 900278"/>
              <a:gd name="connsiteY18" fmla="*/ 197790 h 809983"/>
              <a:gd name="connsiteX19" fmla="*/ 244379 w 900278"/>
              <a:gd name="connsiteY19" fmla="*/ 243007 h 809983"/>
              <a:gd name="connsiteX20" fmla="*/ 288407 w 900278"/>
              <a:gd name="connsiteY20" fmla="*/ 229920 h 809983"/>
              <a:gd name="connsiteX21" fmla="*/ 308297 w 900278"/>
              <a:gd name="connsiteY21" fmla="*/ 208320 h 809983"/>
              <a:gd name="connsiteX22" fmla="*/ 337502 w 900278"/>
              <a:gd name="connsiteY22" fmla="*/ 202470 h 809983"/>
              <a:gd name="connsiteX23" fmla="*/ 368102 w 900278"/>
              <a:gd name="connsiteY23" fmla="*/ 213180 h 809983"/>
              <a:gd name="connsiteX24" fmla="*/ 382502 w 900278"/>
              <a:gd name="connsiteY24" fmla="*/ 247425 h 809983"/>
              <a:gd name="connsiteX25" fmla="*/ 356042 w 900278"/>
              <a:gd name="connsiteY25" fmla="*/ 278385 h 809983"/>
              <a:gd name="connsiteX26" fmla="*/ 303752 w 900278"/>
              <a:gd name="connsiteY26" fmla="*/ 371175 h 809983"/>
              <a:gd name="connsiteX27" fmla="*/ 337502 w 900278"/>
              <a:gd name="connsiteY27" fmla="*/ 404925 h 809983"/>
              <a:gd name="connsiteX28" fmla="*/ 371252 w 900278"/>
              <a:gd name="connsiteY28" fmla="*/ 371175 h 809983"/>
              <a:gd name="connsiteX29" fmla="*/ 397712 w 900278"/>
              <a:gd name="connsiteY29" fmla="*/ 331440 h 809983"/>
              <a:gd name="connsiteX30" fmla="*/ 401537 w 900278"/>
              <a:gd name="connsiteY30" fmla="*/ 328515 h 809983"/>
              <a:gd name="connsiteX31" fmla="*/ 450002 w 900278"/>
              <a:gd name="connsiteY31" fmla="*/ 247425 h 809983"/>
              <a:gd name="connsiteX32" fmla="*/ 410942 w 900278"/>
              <a:gd name="connsiteY32" fmla="*/ 160935 h 809983"/>
              <a:gd name="connsiteX33" fmla="*/ 337502 w 900278"/>
              <a:gd name="connsiteY33" fmla="*/ 134970 h 809983"/>
              <a:gd name="connsiteX34" fmla="*/ 337577 w 900278"/>
              <a:gd name="connsiteY34" fmla="*/ 0 h 809983"/>
              <a:gd name="connsiteX35" fmla="*/ 675003 w 900278"/>
              <a:gd name="connsiteY35" fmla="*/ 337573 h 809983"/>
              <a:gd name="connsiteX36" fmla="*/ 337427 w 900278"/>
              <a:gd name="connsiteY36" fmla="*/ 675001 h 809983"/>
              <a:gd name="connsiteX37" fmla="*/ 198496 w 900278"/>
              <a:gd name="connsiteY37" fmla="*/ 645045 h 809983"/>
              <a:gd name="connsiteX38" fmla="*/ 52876 w 900278"/>
              <a:gd name="connsiteY38" fmla="*/ 674385 h 809983"/>
              <a:gd name="connsiteX39" fmla="*/ 870 w 900278"/>
              <a:gd name="connsiteY39" fmla="*/ 638146 h 809983"/>
              <a:gd name="connsiteX40" fmla="*/ 990 w 900278"/>
              <a:gd name="connsiteY40" fmla="*/ 621735 h 809983"/>
              <a:gd name="connsiteX41" fmla="*/ 31635 w 900278"/>
              <a:gd name="connsiteY41" fmla="*/ 480300 h 809983"/>
              <a:gd name="connsiteX42" fmla="*/ 0 w 900278"/>
              <a:gd name="connsiteY42" fmla="*/ 337425 h 809983"/>
              <a:gd name="connsiteX43" fmla="*/ 337577 w 900278"/>
              <a:gd name="connsiteY43" fmla="*/ 0 h 80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278" h="809983">
                <a:moveTo>
                  <a:pt x="337502" y="449925"/>
                </a:moveTo>
                <a:cubicBezTo>
                  <a:pt x="312649" y="449925"/>
                  <a:pt x="292502" y="470071"/>
                  <a:pt x="292502" y="494925"/>
                </a:cubicBezTo>
                <a:cubicBezTo>
                  <a:pt x="292502" y="519778"/>
                  <a:pt x="312649" y="539925"/>
                  <a:pt x="337502" y="539925"/>
                </a:cubicBezTo>
                <a:cubicBezTo>
                  <a:pt x="362355" y="539925"/>
                  <a:pt x="382502" y="519778"/>
                  <a:pt x="382502" y="494925"/>
                </a:cubicBezTo>
                <a:cubicBezTo>
                  <a:pt x="382502" y="470071"/>
                  <a:pt x="362355" y="449925"/>
                  <a:pt x="337502" y="449925"/>
                </a:cubicBezTo>
                <a:close/>
                <a:moveTo>
                  <a:pt x="672933" y="153374"/>
                </a:moveTo>
                <a:cubicBezTo>
                  <a:pt x="683953" y="157190"/>
                  <a:pt x="694767" y="161573"/>
                  <a:pt x="705328" y="166508"/>
                </a:cubicBezTo>
                <a:cubicBezTo>
                  <a:pt x="874281" y="245417"/>
                  <a:pt x="947276" y="446347"/>
                  <a:pt x="868368" y="615299"/>
                </a:cubicBezTo>
                <a:cubicBezTo>
                  <a:pt x="879731" y="662113"/>
                  <a:pt x="890086" y="709160"/>
                  <a:pt x="899419" y="756419"/>
                </a:cubicBezTo>
                <a:cubicBezTo>
                  <a:pt x="900503" y="761869"/>
                  <a:pt x="900562" y="767476"/>
                  <a:pt x="899594" y="772948"/>
                </a:cubicBezTo>
                <a:cubicBezTo>
                  <a:pt x="895292" y="797324"/>
                  <a:pt x="872045" y="813596"/>
                  <a:pt x="847668" y="809294"/>
                </a:cubicBezTo>
                <a:cubicBezTo>
                  <a:pt x="819453" y="804344"/>
                  <a:pt x="758208" y="793094"/>
                  <a:pt x="701508" y="780044"/>
                </a:cubicBezTo>
                <a:cubicBezTo>
                  <a:pt x="659072" y="799259"/>
                  <a:pt x="612002" y="809924"/>
                  <a:pt x="562502" y="809924"/>
                </a:cubicBezTo>
                <a:cubicBezTo>
                  <a:pt x="477366" y="810050"/>
                  <a:pt x="395353" y="777889"/>
                  <a:pt x="333001" y="719924"/>
                </a:cubicBezTo>
                <a:cubicBezTo>
                  <a:pt x="398922" y="720725"/>
                  <a:pt x="463929" y="704471"/>
                  <a:pt x="521718" y="672746"/>
                </a:cubicBezTo>
                <a:cubicBezTo>
                  <a:pt x="706894" y="571082"/>
                  <a:pt x="774597" y="338554"/>
                  <a:pt x="672933" y="153374"/>
                </a:cubicBezTo>
                <a:close/>
                <a:moveTo>
                  <a:pt x="337502" y="134970"/>
                </a:moveTo>
                <a:cubicBezTo>
                  <a:pt x="317027" y="134970"/>
                  <a:pt x="296012" y="138300"/>
                  <a:pt x="276482" y="148740"/>
                </a:cubicBezTo>
                <a:cubicBezTo>
                  <a:pt x="256591" y="159360"/>
                  <a:pt x="240931" y="175875"/>
                  <a:pt x="229096" y="197790"/>
                </a:cubicBezTo>
                <a:cubicBezTo>
                  <a:pt x="220830" y="214497"/>
                  <a:pt x="227673" y="234741"/>
                  <a:pt x="244379" y="243007"/>
                </a:cubicBezTo>
                <a:cubicBezTo>
                  <a:pt x="260218" y="250844"/>
                  <a:pt x="279420" y="245136"/>
                  <a:pt x="288407" y="229920"/>
                </a:cubicBezTo>
                <a:cubicBezTo>
                  <a:pt x="295022" y="217770"/>
                  <a:pt x="301817" y="211740"/>
                  <a:pt x="308297" y="208320"/>
                </a:cubicBezTo>
                <a:cubicBezTo>
                  <a:pt x="315047" y="204675"/>
                  <a:pt x="324227" y="202470"/>
                  <a:pt x="337502" y="202470"/>
                </a:cubicBezTo>
                <a:cubicBezTo>
                  <a:pt x="347582" y="202470"/>
                  <a:pt x="359417" y="206025"/>
                  <a:pt x="368102" y="213180"/>
                </a:cubicBezTo>
                <a:cubicBezTo>
                  <a:pt x="375797" y="219480"/>
                  <a:pt x="382502" y="229560"/>
                  <a:pt x="382502" y="247425"/>
                </a:cubicBezTo>
                <a:cubicBezTo>
                  <a:pt x="382502" y="256200"/>
                  <a:pt x="379127" y="260250"/>
                  <a:pt x="356042" y="278385"/>
                </a:cubicBezTo>
                <a:cubicBezTo>
                  <a:pt x="335792" y="294315"/>
                  <a:pt x="303752" y="320145"/>
                  <a:pt x="303752" y="371175"/>
                </a:cubicBezTo>
                <a:cubicBezTo>
                  <a:pt x="303752" y="389814"/>
                  <a:pt x="318862" y="404925"/>
                  <a:pt x="337502" y="404925"/>
                </a:cubicBezTo>
                <a:cubicBezTo>
                  <a:pt x="356141" y="404925"/>
                  <a:pt x="371252" y="389814"/>
                  <a:pt x="371252" y="371175"/>
                </a:cubicBezTo>
                <a:cubicBezTo>
                  <a:pt x="371252" y="354525"/>
                  <a:pt x="378632" y="346470"/>
                  <a:pt x="397712" y="331440"/>
                </a:cubicBezTo>
                <a:lnTo>
                  <a:pt x="401537" y="328515"/>
                </a:lnTo>
                <a:cubicBezTo>
                  <a:pt x="418952" y="315105"/>
                  <a:pt x="450002" y="291300"/>
                  <a:pt x="450002" y="247425"/>
                </a:cubicBezTo>
                <a:cubicBezTo>
                  <a:pt x="450002" y="209265"/>
                  <a:pt x="434207" y="180015"/>
                  <a:pt x="410942" y="160935"/>
                </a:cubicBezTo>
                <a:cubicBezTo>
                  <a:pt x="390121" y="144190"/>
                  <a:pt x="364218" y="135033"/>
                  <a:pt x="337502" y="134970"/>
                </a:cubicBezTo>
                <a:close/>
                <a:moveTo>
                  <a:pt x="337577" y="0"/>
                </a:moveTo>
                <a:cubicBezTo>
                  <a:pt x="523974" y="41"/>
                  <a:pt x="675044" y="151179"/>
                  <a:pt x="675003" y="337573"/>
                </a:cubicBezTo>
                <a:cubicBezTo>
                  <a:pt x="674963" y="523972"/>
                  <a:pt x="523825" y="675042"/>
                  <a:pt x="337427" y="675001"/>
                </a:cubicBezTo>
                <a:cubicBezTo>
                  <a:pt x="289515" y="674988"/>
                  <a:pt x="242155" y="664777"/>
                  <a:pt x="198496" y="645045"/>
                </a:cubicBezTo>
                <a:cubicBezTo>
                  <a:pt x="141886" y="658095"/>
                  <a:pt x="80911" y="669345"/>
                  <a:pt x="52876" y="674385"/>
                </a:cubicBezTo>
                <a:cubicBezTo>
                  <a:pt x="28508" y="678741"/>
                  <a:pt x="5224" y="662514"/>
                  <a:pt x="870" y="638146"/>
                </a:cubicBezTo>
                <a:cubicBezTo>
                  <a:pt x="-100" y="632715"/>
                  <a:pt x="-60" y="627153"/>
                  <a:pt x="990" y="621735"/>
                </a:cubicBezTo>
                <a:cubicBezTo>
                  <a:pt x="6300" y="594285"/>
                  <a:pt x="18090" y="535425"/>
                  <a:pt x="31635" y="480300"/>
                </a:cubicBezTo>
                <a:cubicBezTo>
                  <a:pt x="10732" y="435574"/>
                  <a:pt x="-69" y="386794"/>
                  <a:pt x="0" y="337425"/>
                </a:cubicBezTo>
                <a:cubicBezTo>
                  <a:pt x="42" y="151029"/>
                  <a:pt x="151180" y="-41"/>
                  <a:pt x="337577" y="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5" name="Graphic 6">
            <a:extLst>
              <a:ext uri="{FF2B5EF4-FFF2-40B4-BE49-F238E27FC236}">
                <a16:creationId xmlns:a16="http://schemas.microsoft.com/office/drawing/2014/main" id="{F173176D-A40F-2D23-090D-02500DBCBB83}"/>
              </a:ext>
            </a:extLst>
          </p:cNvPr>
          <p:cNvSpPr/>
          <p:nvPr/>
        </p:nvSpPr>
        <p:spPr>
          <a:xfrm>
            <a:off x="9644183" y="5272982"/>
            <a:ext cx="453823" cy="453823"/>
          </a:xfrm>
          <a:custGeom>
            <a:avLst/>
            <a:gdLst>
              <a:gd name="connsiteX0" fmla="*/ 596250 w 900000"/>
              <a:gd name="connsiteY0" fmla="*/ 0 h 900000"/>
              <a:gd name="connsiteX1" fmla="*/ 629685 w 900000"/>
              <a:gd name="connsiteY1" fmla="*/ 29160 h 900000"/>
              <a:gd name="connsiteX2" fmla="*/ 630000 w 900000"/>
              <a:gd name="connsiteY2" fmla="*/ 33750 h 900000"/>
              <a:gd name="connsiteX3" fmla="*/ 630000 w 900000"/>
              <a:gd name="connsiteY3" fmla="*/ 138375 h 900000"/>
              <a:gd name="connsiteX4" fmla="*/ 761670 w 900000"/>
              <a:gd name="connsiteY4" fmla="*/ 270225 h 900000"/>
              <a:gd name="connsiteX5" fmla="*/ 866250 w 900000"/>
              <a:gd name="connsiteY5" fmla="*/ 270225 h 900000"/>
              <a:gd name="connsiteX6" fmla="*/ 899991 w 900000"/>
              <a:gd name="connsiteY6" fmla="*/ 303985 h 900000"/>
              <a:gd name="connsiteX7" fmla="*/ 870840 w 900000"/>
              <a:gd name="connsiteY7" fmla="*/ 337410 h 900000"/>
              <a:gd name="connsiteX8" fmla="*/ 866250 w 900000"/>
              <a:gd name="connsiteY8" fmla="*/ 337725 h 900000"/>
              <a:gd name="connsiteX9" fmla="*/ 765000 w 900000"/>
              <a:gd name="connsiteY9" fmla="*/ 337680 h 900000"/>
              <a:gd name="connsiteX10" fmla="*/ 765000 w 900000"/>
              <a:gd name="connsiteY10" fmla="*/ 416430 h 900000"/>
              <a:gd name="connsiteX11" fmla="*/ 866250 w 900000"/>
              <a:gd name="connsiteY11" fmla="*/ 416430 h 900000"/>
              <a:gd name="connsiteX12" fmla="*/ 899685 w 900000"/>
              <a:gd name="connsiteY12" fmla="*/ 445680 h 900000"/>
              <a:gd name="connsiteX13" fmla="*/ 900000 w 900000"/>
              <a:gd name="connsiteY13" fmla="*/ 450180 h 900000"/>
              <a:gd name="connsiteX14" fmla="*/ 870840 w 900000"/>
              <a:gd name="connsiteY14" fmla="*/ 483660 h 900000"/>
              <a:gd name="connsiteX15" fmla="*/ 866250 w 900000"/>
              <a:gd name="connsiteY15" fmla="*/ 483975 h 900000"/>
              <a:gd name="connsiteX16" fmla="*/ 765000 w 900000"/>
              <a:gd name="connsiteY16" fmla="*/ 483930 h 900000"/>
              <a:gd name="connsiteX17" fmla="*/ 765000 w 900000"/>
              <a:gd name="connsiteY17" fmla="*/ 562680 h 900000"/>
              <a:gd name="connsiteX18" fmla="*/ 866250 w 900000"/>
              <a:gd name="connsiteY18" fmla="*/ 562680 h 900000"/>
              <a:gd name="connsiteX19" fmla="*/ 899685 w 900000"/>
              <a:gd name="connsiteY19" fmla="*/ 591930 h 900000"/>
              <a:gd name="connsiteX20" fmla="*/ 900000 w 900000"/>
              <a:gd name="connsiteY20" fmla="*/ 596430 h 900000"/>
              <a:gd name="connsiteX21" fmla="*/ 870840 w 900000"/>
              <a:gd name="connsiteY21" fmla="*/ 629910 h 900000"/>
              <a:gd name="connsiteX22" fmla="*/ 866250 w 900000"/>
              <a:gd name="connsiteY22" fmla="*/ 630225 h 900000"/>
              <a:gd name="connsiteX23" fmla="*/ 761580 w 900000"/>
              <a:gd name="connsiteY23" fmla="*/ 630225 h 900000"/>
              <a:gd name="connsiteX24" fmla="*/ 630000 w 900000"/>
              <a:gd name="connsiteY24" fmla="*/ 761625 h 900000"/>
              <a:gd name="connsiteX25" fmla="*/ 630000 w 900000"/>
              <a:gd name="connsiteY25" fmla="*/ 866250 h 900000"/>
              <a:gd name="connsiteX26" fmla="*/ 596241 w 900000"/>
              <a:gd name="connsiteY26" fmla="*/ 899991 h 900000"/>
              <a:gd name="connsiteX27" fmla="*/ 562815 w 900000"/>
              <a:gd name="connsiteY27" fmla="*/ 870840 h 900000"/>
              <a:gd name="connsiteX28" fmla="*/ 562500 w 900000"/>
              <a:gd name="connsiteY28" fmla="*/ 866250 h 900000"/>
              <a:gd name="connsiteX29" fmla="*/ 562500 w 900000"/>
              <a:gd name="connsiteY29" fmla="*/ 764955 h 900000"/>
              <a:gd name="connsiteX30" fmla="*/ 483705 w 900000"/>
              <a:gd name="connsiteY30" fmla="*/ 764955 h 900000"/>
              <a:gd name="connsiteX31" fmla="*/ 483750 w 900000"/>
              <a:gd name="connsiteY31" fmla="*/ 866250 h 900000"/>
              <a:gd name="connsiteX32" fmla="*/ 454590 w 900000"/>
              <a:gd name="connsiteY32" fmla="*/ 899685 h 900000"/>
              <a:gd name="connsiteX33" fmla="*/ 450000 w 900000"/>
              <a:gd name="connsiteY33" fmla="*/ 900000 h 900000"/>
              <a:gd name="connsiteX34" fmla="*/ 416565 w 900000"/>
              <a:gd name="connsiteY34" fmla="*/ 870840 h 900000"/>
              <a:gd name="connsiteX35" fmla="*/ 416250 w 900000"/>
              <a:gd name="connsiteY35" fmla="*/ 866250 h 900000"/>
              <a:gd name="connsiteX36" fmla="*/ 416205 w 900000"/>
              <a:gd name="connsiteY36" fmla="*/ 764955 h 900000"/>
              <a:gd name="connsiteX37" fmla="*/ 337500 w 900000"/>
              <a:gd name="connsiteY37" fmla="*/ 764955 h 900000"/>
              <a:gd name="connsiteX38" fmla="*/ 337500 w 900000"/>
              <a:gd name="connsiteY38" fmla="*/ 866250 h 900000"/>
              <a:gd name="connsiteX39" fmla="*/ 308340 w 900000"/>
              <a:gd name="connsiteY39" fmla="*/ 899685 h 900000"/>
              <a:gd name="connsiteX40" fmla="*/ 303750 w 900000"/>
              <a:gd name="connsiteY40" fmla="*/ 900000 h 900000"/>
              <a:gd name="connsiteX41" fmla="*/ 270315 w 900000"/>
              <a:gd name="connsiteY41" fmla="*/ 870840 h 900000"/>
              <a:gd name="connsiteX42" fmla="*/ 270000 w 900000"/>
              <a:gd name="connsiteY42" fmla="*/ 866250 h 900000"/>
              <a:gd name="connsiteX43" fmla="*/ 270000 w 900000"/>
              <a:gd name="connsiteY43" fmla="*/ 761625 h 900000"/>
              <a:gd name="connsiteX44" fmla="*/ 138375 w 900000"/>
              <a:gd name="connsiteY44" fmla="*/ 630000 h 900000"/>
              <a:gd name="connsiteX45" fmla="*/ 33750 w 900000"/>
              <a:gd name="connsiteY45" fmla="*/ 630000 h 900000"/>
              <a:gd name="connsiteX46" fmla="*/ 10 w 900000"/>
              <a:gd name="connsiteY46" fmla="*/ 596241 h 900000"/>
              <a:gd name="connsiteX47" fmla="*/ 29160 w 900000"/>
              <a:gd name="connsiteY47" fmla="*/ 562815 h 900000"/>
              <a:gd name="connsiteX48" fmla="*/ 33750 w 900000"/>
              <a:gd name="connsiteY48" fmla="*/ 562500 h 900000"/>
              <a:gd name="connsiteX49" fmla="*/ 135000 w 900000"/>
              <a:gd name="connsiteY49" fmla="*/ 562455 h 900000"/>
              <a:gd name="connsiteX50" fmla="*/ 135000 w 900000"/>
              <a:gd name="connsiteY50" fmla="*/ 483705 h 900000"/>
              <a:gd name="connsiteX51" fmla="*/ 33750 w 900000"/>
              <a:gd name="connsiteY51" fmla="*/ 483750 h 900000"/>
              <a:gd name="connsiteX52" fmla="*/ 315 w 900000"/>
              <a:gd name="connsiteY52" fmla="*/ 454590 h 900000"/>
              <a:gd name="connsiteX53" fmla="*/ 0 w 900000"/>
              <a:gd name="connsiteY53" fmla="*/ 450000 h 900000"/>
              <a:gd name="connsiteX54" fmla="*/ 29160 w 900000"/>
              <a:gd name="connsiteY54" fmla="*/ 416565 h 900000"/>
              <a:gd name="connsiteX55" fmla="*/ 33750 w 900000"/>
              <a:gd name="connsiteY55" fmla="*/ 416250 h 900000"/>
              <a:gd name="connsiteX56" fmla="*/ 135000 w 900000"/>
              <a:gd name="connsiteY56" fmla="*/ 416205 h 900000"/>
              <a:gd name="connsiteX57" fmla="*/ 135000 w 900000"/>
              <a:gd name="connsiteY57" fmla="*/ 337455 h 900000"/>
              <a:gd name="connsiteX58" fmla="*/ 33750 w 900000"/>
              <a:gd name="connsiteY58" fmla="*/ 337500 h 900000"/>
              <a:gd name="connsiteX59" fmla="*/ 315 w 900000"/>
              <a:gd name="connsiteY59" fmla="*/ 308340 h 900000"/>
              <a:gd name="connsiteX60" fmla="*/ 0 w 900000"/>
              <a:gd name="connsiteY60" fmla="*/ 303750 h 900000"/>
              <a:gd name="connsiteX61" fmla="*/ 29160 w 900000"/>
              <a:gd name="connsiteY61" fmla="*/ 270315 h 900000"/>
              <a:gd name="connsiteX62" fmla="*/ 33750 w 900000"/>
              <a:gd name="connsiteY62" fmla="*/ 270000 h 900000"/>
              <a:gd name="connsiteX63" fmla="*/ 138375 w 900000"/>
              <a:gd name="connsiteY63" fmla="*/ 269955 h 900000"/>
              <a:gd name="connsiteX64" fmla="*/ 270000 w 900000"/>
              <a:gd name="connsiteY64" fmla="*/ 138375 h 900000"/>
              <a:gd name="connsiteX65" fmla="*/ 270000 w 900000"/>
              <a:gd name="connsiteY65" fmla="*/ 33750 h 900000"/>
              <a:gd name="connsiteX66" fmla="*/ 303760 w 900000"/>
              <a:gd name="connsiteY66" fmla="*/ 10 h 900000"/>
              <a:gd name="connsiteX67" fmla="*/ 337185 w 900000"/>
              <a:gd name="connsiteY67" fmla="*/ 29160 h 900000"/>
              <a:gd name="connsiteX68" fmla="*/ 337500 w 900000"/>
              <a:gd name="connsiteY68" fmla="*/ 33750 h 900000"/>
              <a:gd name="connsiteX69" fmla="*/ 337500 w 900000"/>
              <a:gd name="connsiteY69" fmla="*/ 134955 h 900000"/>
              <a:gd name="connsiteX70" fmla="*/ 416205 w 900000"/>
              <a:gd name="connsiteY70" fmla="*/ 134955 h 900000"/>
              <a:gd name="connsiteX71" fmla="*/ 416250 w 900000"/>
              <a:gd name="connsiteY71" fmla="*/ 33750 h 900000"/>
              <a:gd name="connsiteX72" fmla="*/ 445410 w 900000"/>
              <a:gd name="connsiteY72" fmla="*/ 315 h 900000"/>
              <a:gd name="connsiteX73" fmla="*/ 450000 w 900000"/>
              <a:gd name="connsiteY73" fmla="*/ 0 h 900000"/>
              <a:gd name="connsiteX74" fmla="*/ 483435 w 900000"/>
              <a:gd name="connsiteY74" fmla="*/ 29160 h 900000"/>
              <a:gd name="connsiteX75" fmla="*/ 483750 w 900000"/>
              <a:gd name="connsiteY75" fmla="*/ 33750 h 900000"/>
              <a:gd name="connsiteX76" fmla="*/ 483705 w 900000"/>
              <a:gd name="connsiteY76" fmla="*/ 134955 h 900000"/>
              <a:gd name="connsiteX77" fmla="*/ 562500 w 900000"/>
              <a:gd name="connsiteY77" fmla="*/ 134955 h 900000"/>
              <a:gd name="connsiteX78" fmla="*/ 562500 w 900000"/>
              <a:gd name="connsiteY78" fmla="*/ 33750 h 900000"/>
              <a:gd name="connsiteX79" fmla="*/ 587250 w 900000"/>
              <a:gd name="connsiteY79" fmla="*/ 1215 h 900000"/>
              <a:gd name="connsiteX80" fmla="*/ 591660 w 900000"/>
              <a:gd name="connsiteY80" fmla="*/ 315 h 900000"/>
              <a:gd name="connsiteX81" fmla="*/ 596250 w 900000"/>
              <a:gd name="connsiteY81" fmla="*/ 0 h 900000"/>
              <a:gd name="connsiteX82" fmla="*/ 450225 w 900000"/>
              <a:gd name="connsiteY82" fmla="*/ 315225 h 900000"/>
              <a:gd name="connsiteX83" fmla="*/ 315225 w 900000"/>
              <a:gd name="connsiteY83" fmla="*/ 450225 h 900000"/>
              <a:gd name="connsiteX84" fmla="*/ 450225 w 900000"/>
              <a:gd name="connsiteY84" fmla="*/ 585225 h 900000"/>
              <a:gd name="connsiteX85" fmla="*/ 585225 w 900000"/>
              <a:gd name="connsiteY85" fmla="*/ 450225 h 900000"/>
              <a:gd name="connsiteX86" fmla="*/ 450225 w 900000"/>
              <a:gd name="connsiteY86" fmla="*/ 315225 h 900000"/>
              <a:gd name="connsiteX87" fmla="*/ 450225 w 900000"/>
              <a:gd name="connsiteY87" fmla="*/ 382725 h 900000"/>
              <a:gd name="connsiteX88" fmla="*/ 517725 w 900000"/>
              <a:gd name="connsiteY88" fmla="*/ 450225 h 900000"/>
              <a:gd name="connsiteX89" fmla="*/ 450225 w 900000"/>
              <a:gd name="connsiteY89" fmla="*/ 517725 h 900000"/>
              <a:gd name="connsiteX90" fmla="*/ 382725 w 900000"/>
              <a:gd name="connsiteY90" fmla="*/ 450225 h 900000"/>
              <a:gd name="connsiteX91" fmla="*/ 450225 w 900000"/>
              <a:gd name="connsiteY91" fmla="*/ 38272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900000" h="900000">
                <a:moveTo>
                  <a:pt x="596250" y="0"/>
                </a:moveTo>
                <a:cubicBezTo>
                  <a:pt x="613116" y="1"/>
                  <a:pt x="627390" y="12452"/>
                  <a:pt x="629685" y="29160"/>
                </a:cubicBezTo>
                <a:lnTo>
                  <a:pt x="630000" y="33750"/>
                </a:lnTo>
                <a:lnTo>
                  <a:pt x="630000" y="138375"/>
                </a:lnTo>
                <a:cubicBezTo>
                  <a:pt x="696353" y="151956"/>
                  <a:pt x="748179" y="203854"/>
                  <a:pt x="761670" y="270225"/>
                </a:cubicBezTo>
                <a:lnTo>
                  <a:pt x="866250" y="270225"/>
                </a:lnTo>
                <a:cubicBezTo>
                  <a:pt x="884889" y="270231"/>
                  <a:pt x="899996" y="285346"/>
                  <a:pt x="899991" y="303985"/>
                </a:cubicBezTo>
                <a:cubicBezTo>
                  <a:pt x="899987" y="320843"/>
                  <a:pt x="887540" y="335112"/>
                  <a:pt x="870840" y="337410"/>
                </a:cubicBezTo>
                <a:lnTo>
                  <a:pt x="866250" y="337725"/>
                </a:lnTo>
                <a:lnTo>
                  <a:pt x="765000" y="337680"/>
                </a:lnTo>
                <a:lnTo>
                  <a:pt x="765000" y="416430"/>
                </a:lnTo>
                <a:lnTo>
                  <a:pt x="866250" y="416430"/>
                </a:lnTo>
                <a:cubicBezTo>
                  <a:pt x="883148" y="416439"/>
                  <a:pt x="897431" y="428936"/>
                  <a:pt x="899685" y="445680"/>
                </a:cubicBezTo>
                <a:lnTo>
                  <a:pt x="900000" y="450180"/>
                </a:lnTo>
                <a:cubicBezTo>
                  <a:pt x="900023" y="467064"/>
                  <a:pt x="887567" y="481365"/>
                  <a:pt x="870840" y="483660"/>
                </a:cubicBezTo>
                <a:lnTo>
                  <a:pt x="866250" y="483975"/>
                </a:lnTo>
                <a:lnTo>
                  <a:pt x="765000" y="483930"/>
                </a:lnTo>
                <a:lnTo>
                  <a:pt x="765000" y="562680"/>
                </a:lnTo>
                <a:lnTo>
                  <a:pt x="866250" y="562680"/>
                </a:lnTo>
                <a:cubicBezTo>
                  <a:pt x="883148" y="562689"/>
                  <a:pt x="897431" y="575186"/>
                  <a:pt x="899685" y="591930"/>
                </a:cubicBezTo>
                <a:lnTo>
                  <a:pt x="900000" y="596430"/>
                </a:lnTo>
                <a:cubicBezTo>
                  <a:pt x="900023" y="613314"/>
                  <a:pt x="887567" y="627615"/>
                  <a:pt x="870840" y="629910"/>
                </a:cubicBezTo>
                <a:lnTo>
                  <a:pt x="866250" y="630225"/>
                </a:lnTo>
                <a:lnTo>
                  <a:pt x="761580" y="630225"/>
                </a:lnTo>
                <a:cubicBezTo>
                  <a:pt x="747932" y="696389"/>
                  <a:pt x="696186" y="748066"/>
                  <a:pt x="630000" y="761625"/>
                </a:cubicBezTo>
                <a:lnTo>
                  <a:pt x="630000" y="866250"/>
                </a:lnTo>
                <a:cubicBezTo>
                  <a:pt x="629996" y="884889"/>
                  <a:pt x="614880" y="899996"/>
                  <a:pt x="596241" y="899991"/>
                </a:cubicBezTo>
                <a:cubicBezTo>
                  <a:pt x="579380" y="899987"/>
                  <a:pt x="565115" y="887540"/>
                  <a:pt x="562815" y="870840"/>
                </a:cubicBezTo>
                <a:lnTo>
                  <a:pt x="562500" y="866250"/>
                </a:lnTo>
                <a:lnTo>
                  <a:pt x="562500" y="764955"/>
                </a:lnTo>
                <a:lnTo>
                  <a:pt x="483705" y="764955"/>
                </a:lnTo>
                <a:lnTo>
                  <a:pt x="483750" y="866250"/>
                </a:lnTo>
                <a:cubicBezTo>
                  <a:pt x="483750" y="883116"/>
                  <a:pt x="471299" y="897390"/>
                  <a:pt x="454590" y="899685"/>
                </a:cubicBezTo>
                <a:lnTo>
                  <a:pt x="450000" y="900000"/>
                </a:lnTo>
                <a:cubicBezTo>
                  <a:pt x="433134" y="900000"/>
                  <a:pt x="418860" y="887549"/>
                  <a:pt x="416565" y="870840"/>
                </a:cubicBezTo>
                <a:lnTo>
                  <a:pt x="416250" y="866250"/>
                </a:lnTo>
                <a:lnTo>
                  <a:pt x="416205" y="764955"/>
                </a:lnTo>
                <a:lnTo>
                  <a:pt x="337500" y="764955"/>
                </a:lnTo>
                <a:lnTo>
                  <a:pt x="337500" y="866250"/>
                </a:lnTo>
                <a:cubicBezTo>
                  <a:pt x="337499" y="883116"/>
                  <a:pt x="325049" y="897390"/>
                  <a:pt x="308340" y="899685"/>
                </a:cubicBezTo>
                <a:lnTo>
                  <a:pt x="303750" y="900000"/>
                </a:lnTo>
                <a:cubicBezTo>
                  <a:pt x="286884" y="900000"/>
                  <a:pt x="272609" y="887549"/>
                  <a:pt x="270315" y="870840"/>
                </a:cubicBezTo>
                <a:lnTo>
                  <a:pt x="270000" y="866250"/>
                </a:lnTo>
                <a:lnTo>
                  <a:pt x="270000" y="761625"/>
                </a:lnTo>
                <a:cubicBezTo>
                  <a:pt x="203729" y="748062"/>
                  <a:pt x="151939" y="696272"/>
                  <a:pt x="138375" y="630000"/>
                </a:cubicBezTo>
                <a:lnTo>
                  <a:pt x="33750" y="630000"/>
                </a:lnTo>
                <a:cubicBezTo>
                  <a:pt x="15111" y="629996"/>
                  <a:pt x="4" y="614880"/>
                  <a:pt x="10" y="596241"/>
                </a:cubicBezTo>
                <a:cubicBezTo>
                  <a:pt x="15" y="579380"/>
                  <a:pt x="12459" y="565115"/>
                  <a:pt x="29160" y="562815"/>
                </a:cubicBezTo>
                <a:lnTo>
                  <a:pt x="33750" y="562500"/>
                </a:lnTo>
                <a:lnTo>
                  <a:pt x="135000" y="562455"/>
                </a:lnTo>
                <a:lnTo>
                  <a:pt x="135000" y="483705"/>
                </a:lnTo>
                <a:lnTo>
                  <a:pt x="33750" y="483750"/>
                </a:lnTo>
                <a:cubicBezTo>
                  <a:pt x="16884" y="483750"/>
                  <a:pt x="2609" y="471299"/>
                  <a:pt x="315" y="454590"/>
                </a:cubicBezTo>
                <a:lnTo>
                  <a:pt x="0" y="450000"/>
                </a:lnTo>
                <a:cubicBezTo>
                  <a:pt x="1" y="433134"/>
                  <a:pt x="12452" y="418860"/>
                  <a:pt x="29160" y="416565"/>
                </a:cubicBezTo>
                <a:lnTo>
                  <a:pt x="33750" y="416250"/>
                </a:lnTo>
                <a:lnTo>
                  <a:pt x="135000" y="416205"/>
                </a:lnTo>
                <a:lnTo>
                  <a:pt x="135000" y="337455"/>
                </a:lnTo>
                <a:lnTo>
                  <a:pt x="33750" y="337500"/>
                </a:lnTo>
                <a:cubicBezTo>
                  <a:pt x="16884" y="337499"/>
                  <a:pt x="2609" y="325049"/>
                  <a:pt x="315" y="308340"/>
                </a:cubicBezTo>
                <a:lnTo>
                  <a:pt x="0" y="303750"/>
                </a:lnTo>
                <a:cubicBezTo>
                  <a:pt x="1" y="286884"/>
                  <a:pt x="12452" y="272609"/>
                  <a:pt x="29160" y="270315"/>
                </a:cubicBezTo>
                <a:lnTo>
                  <a:pt x="33750" y="270000"/>
                </a:lnTo>
                <a:lnTo>
                  <a:pt x="138375" y="269955"/>
                </a:lnTo>
                <a:cubicBezTo>
                  <a:pt x="151955" y="203701"/>
                  <a:pt x="203742" y="151933"/>
                  <a:pt x="270000" y="138375"/>
                </a:cubicBezTo>
                <a:lnTo>
                  <a:pt x="270000" y="33750"/>
                </a:lnTo>
                <a:cubicBezTo>
                  <a:pt x="270006" y="15111"/>
                  <a:pt x="285121" y="4"/>
                  <a:pt x="303760" y="10"/>
                </a:cubicBezTo>
                <a:cubicBezTo>
                  <a:pt x="320618" y="15"/>
                  <a:pt x="334887" y="12459"/>
                  <a:pt x="337185" y="29160"/>
                </a:cubicBezTo>
                <a:lnTo>
                  <a:pt x="337500" y="33750"/>
                </a:lnTo>
                <a:lnTo>
                  <a:pt x="337500" y="134955"/>
                </a:lnTo>
                <a:lnTo>
                  <a:pt x="416205" y="134955"/>
                </a:lnTo>
                <a:lnTo>
                  <a:pt x="416250" y="33750"/>
                </a:lnTo>
                <a:cubicBezTo>
                  <a:pt x="416250" y="16884"/>
                  <a:pt x="428702" y="2609"/>
                  <a:pt x="445410" y="315"/>
                </a:cubicBezTo>
                <a:lnTo>
                  <a:pt x="450000" y="0"/>
                </a:lnTo>
                <a:cubicBezTo>
                  <a:pt x="466866" y="1"/>
                  <a:pt x="481140" y="12452"/>
                  <a:pt x="483435" y="29160"/>
                </a:cubicBezTo>
                <a:lnTo>
                  <a:pt x="483750" y="33750"/>
                </a:lnTo>
                <a:lnTo>
                  <a:pt x="483705" y="134955"/>
                </a:lnTo>
                <a:lnTo>
                  <a:pt x="562500" y="134955"/>
                </a:lnTo>
                <a:lnTo>
                  <a:pt x="562500" y="33750"/>
                </a:lnTo>
                <a:cubicBezTo>
                  <a:pt x="562496" y="18574"/>
                  <a:pt x="572625" y="5262"/>
                  <a:pt x="587250" y="1215"/>
                </a:cubicBezTo>
                <a:lnTo>
                  <a:pt x="591660" y="315"/>
                </a:lnTo>
                <a:lnTo>
                  <a:pt x="596250" y="0"/>
                </a:lnTo>
                <a:close/>
                <a:moveTo>
                  <a:pt x="450225" y="315225"/>
                </a:moveTo>
                <a:cubicBezTo>
                  <a:pt x="375665" y="315225"/>
                  <a:pt x="315225" y="375665"/>
                  <a:pt x="315225" y="450225"/>
                </a:cubicBezTo>
                <a:cubicBezTo>
                  <a:pt x="315225" y="524786"/>
                  <a:pt x="375665" y="585225"/>
                  <a:pt x="450225" y="585225"/>
                </a:cubicBezTo>
                <a:cubicBezTo>
                  <a:pt x="524786" y="585225"/>
                  <a:pt x="585225" y="524786"/>
                  <a:pt x="585225" y="450225"/>
                </a:cubicBezTo>
                <a:cubicBezTo>
                  <a:pt x="585225" y="375665"/>
                  <a:pt x="524786" y="315225"/>
                  <a:pt x="450225" y="315225"/>
                </a:cubicBezTo>
                <a:close/>
                <a:moveTo>
                  <a:pt x="450225" y="382725"/>
                </a:moveTo>
                <a:cubicBezTo>
                  <a:pt x="487503" y="382725"/>
                  <a:pt x="517725" y="412947"/>
                  <a:pt x="517725" y="450225"/>
                </a:cubicBezTo>
                <a:cubicBezTo>
                  <a:pt x="517725" y="487503"/>
                  <a:pt x="487503" y="517725"/>
                  <a:pt x="450225" y="517725"/>
                </a:cubicBezTo>
                <a:cubicBezTo>
                  <a:pt x="412947" y="517725"/>
                  <a:pt x="382725" y="487503"/>
                  <a:pt x="382725" y="450225"/>
                </a:cubicBezTo>
                <a:cubicBezTo>
                  <a:pt x="382725" y="412947"/>
                  <a:pt x="412947" y="382725"/>
                  <a:pt x="450225" y="382725"/>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6" name="Freeform 25">
            <a:extLst>
              <a:ext uri="{FF2B5EF4-FFF2-40B4-BE49-F238E27FC236}">
                <a16:creationId xmlns:a16="http://schemas.microsoft.com/office/drawing/2014/main" id="{695586B1-7D69-AFFE-917D-73862D8ECA5B}"/>
              </a:ext>
            </a:extLst>
          </p:cNvPr>
          <p:cNvSpPr/>
          <p:nvPr/>
        </p:nvSpPr>
        <p:spPr>
          <a:xfrm>
            <a:off x="5929796" y="5278655"/>
            <a:ext cx="340367" cy="442477"/>
          </a:xfrm>
          <a:custGeom>
            <a:avLst/>
            <a:gdLst>
              <a:gd name="connsiteX0" fmla="*/ 371250 w 675000"/>
              <a:gd name="connsiteY0" fmla="*/ 720000 h 877500"/>
              <a:gd name="connsiteX1" fmla="*/ 472500 w 675000"/>
              <a:gd name="connsiteY1" fmla="*/ 720000 h 877500"/>
              <a:gd name="connsiteX2" fmla="*/ 472500 w 675000"/>
              <a:gd name="connsiteY2" fmla="*/ 877500 h 877500"/>
              <a:gd name="connsiteX3" fmla="*/ 371250 w 675000"/>
              <a:gd name="connsiteY3" fmla="*/ 877500 h 877500"/>
              <a:gd name="connsiteX4" fmla="*/ 202500 w 675000"/>
              <a:gd name="connsiteY4" fmla="*/ 720000 h 877500"/>
              <a:gd name="connsiteX5" fmla="*/ 303750 w 675000"/>
              <a:gd name="connsiteY5" fmla="*/ 720000 h 877500"/>
              <a:gd name="connsiteX6" fmla="*/ 303750 w 675000"/>
              <a:gd name="connsiteY6" fmla="*/ 877500 h 877500"/>
              <a:gd name="connsiteX7" fmla="*/ 202500 w 675000"/>
              <a:gd name="connsiteY7" fmla="*/ 877500 h 877500"/>
              <a:gd name="connsiteX8" fmla="*/ 495000 w 675000"/>
              <a:gd name="connsiteY8" fmla="*/ 472500 h 877500"/>
              <a:gd name="connsiteX9" fmla="*/ 450000 w 675000"/>
              <a:gd name="connsiteY9" fmla="*/ 517500 h 877500"/>
              <a:gd name="connsiteX10" fmla="*/ 495000 w 675000"/>
              <a:gd name="connsiteY10" fmla="*/ 562500 h 877500"/>
              <a:gd name="connsiteX11" fmla="*/ 540000 w 675000"/>
              <a:gd name="connsiteY11" fmla="*/ 517500 h 877500"/>
              <a:gd name="connsiteX12" fmla="*/ 495000 w 675000"/>
              <a:gd name="connsiteY12" fmla="*/ 472500 h 877500"/>
              <a:gd name="connsiteX13" fmla="*/ 337500 w 675000"/>
              <a:gd name="connsiteY13" fmla="*/ 472500 h 877500"/>
              <a:gd name="connsiteX14" fmla="*/ 292500 w 675000"/>
              <a:gd name="connsiteY14" fmla="*/ 517500 h 877500"/>
              <a:gd name="connsiteX15" fmla="*/ 337500 w 675000"/>
              <a:gd name="connsiteY15" fmla="*/ 562500 h 877500"/>
              <a:gd name="connsiteX16" fmla="*/ 382500 w 675000"/>
              <a:gd name="connsiteY16" fmla="*/ 517500 h 877500"/>
              <a:gd name="connsiteX17" fmla="*/ 337500 w 675000"/>
              <a:gd name="connsiteY17" fmla="*/ 472500 h 877500"/>
              <a:gd name="connsiteX18" fmla="*/ 180000 w 675000"/>
              <a:gd name="connsiteY18" fmla="*/ 472500 h 877500"/>
              <a:gd name="connsiteX19" fmla="*/ 135000 w 675000"/>
              <a:gd name="connsiteY19" fmla="*/ 517500 h 877500"/>
              <a:gd name="connsiteX20" fmla="*/ 180000 w 675000"/>
              <a:gd name="connsiteY20" fmla="*/ 562500 h 877500"/>
              <a:gd name="connsiteX21" fmla="*/ 225000 w 675000"/>
              <a:gd name="connsiteY21" fmla="*/ 517500 h 877500"/>
              <a:gd name="connsiteX22" fmla="*/ 180000 w 675000"/>
              <a:gd name="connsiteY22" fmla="*/ 472500 h 877500"/>
              <a:gd name="connsiteX23" fmla="*/ 337500 w 675000"/>
              <a:gd name="connsiteY23" fmla="*/ 315000 h 877500"/>
              <a:gd name="connsiteX24" fmla="*/ 292500 w 675000"/>
              <a:gd name="connsiteY24" fmla="*/ 360000 h 877500"/>
              <a:gd name="connsiteX25" fmla="*/ 337500 w 675000"/>
              <a:gd name="connsiteY25" fmla="*/ 405000 h 877500"/>
              <a:gd name="connsiteX26" fmla="*/ 382500 w 675000"/>
              <a:gd name="connsiteY26" fmla="*/ 360000 h 877500"/>
              <a:gd name="connsiteX27" fmla="*/ 337500 w 675000"/>
              <a:gd name="connsiteY27" fmla="*/ 315000 h 877500"/>
              <a:gd name="connsiteX28" fmla="*/ 180000 w 675000"/>
              <a:gd name="connsiteY28" fmla="*/ 315000 h 877500"/>
              <a:gd name="connsiteX29" fmla="*/ 135000 w 675000"/>
              <a:gd name="connsiteY29" fmla="*/ 360000 h 877500"/>
              <a:gd name="connsiteX30" fmla="*/ 180000 w 675000"/>
              <a:gd name="connsiteY30" fmla="*/ 405000 h 877500"/>
              <a:gd name="connsiteX31" fmla="*/ 225000 w 675000"/>
              <a:gd name="connsiteY31" fmla="*/ 360000 h 877500"/>
              <a:gd name="connsiteX32" fmla="*/ 180000 w 675000"/>
              <a:gd name="connsiteY32" fmla="*/ 315000 h 877500"/>
              <a:gd name="connsiteX33" fmla="*/ 337500 w 675000"/>
              <a:gd name="connsiteY33" fmla="*/ 157500 h 877500"/>
              <a:gd name="connsiteX34" fmla="*/ 292500 w 675000"/>
              <a:gd name="connsiteY34" fmla="*/ 202500 h 877500"/>
              <a:gd name="connsiteX35" fmla="*/ 337500 w 675000"/>
              <a:gd name="connsiteY35" fmla="*/ 247500 h 877500"/>
              <a:gd name="connsiteX36" fmla="*/ 382500 w 675000"/>
              <a:gd name="connsiteY36" fmla="*/ 202500 h 877500"/>
              <a:gd name="connsiteX37" fmla="*/ 337500 w 675000"/>
              <a:gd name="connsiteY37" fmla="*/ 157500 h 877500"/>
              <a:gd name="connsiteX38" fmla="*/ 180000 w 675000"/>
              <a:gd name="connsiteY38" fmla="*/ 157500 h 877500"/>
              <a:gd name="connsiteX39" fmla="*/ 135000 w 675000"/>
              <a:gd name="connsiteY39" fmla="*/ 202500 h 877500"/>
              <a:gd name="connsiteX40" fmla="*/ 180000 w 675000"/>
              <a:gd name="connsiteY40" fmla="*/ 247500 h 877500"/>
              <a:gd name="connsiteX41" fmla="*/ 225000 w 675000"/>
              <a:gd name="connsiteY41" fmla="*/ 202500 h 877500"/>
              <a:gd name="connsiteX42" fmla="*/ 180000 w 675000"/>
              <a:gd name="connsiteY42" fmla="*/ 157500 h 877500"/>
              <a:gd name="connsiteX43" fmla="*/ 101250 w 675000"/>
              <a:gd name="connsiteY43" fmla="*/ 0 h 877500"/>
              <a:gd name="connsiteX44" fmla="*/ 438750 w 675000"/>
              <a:gd name="connsiteY44" fmla="*/ 0 h 877500"/>
              <a:gd name="connsiteX45" fmla="*/ 540000 w 675000"/>
              <a:gd name="connsiteY45" fmla="*/ 101250 h 877500"/>
              <a:gd name="connsiteX46" fmla="*/ 540000 w 675000"/>
              <a:gd name="connsiteY46" fmla="*/ 337500 h 877500"/>
              <a:gd name="connsiteX47" fmla="*/ 573750 w 675000"/>
              <a:gd name="connsiteY47" fmla="*/ 337500 h 877500"/>
              <a:gd name="connsiteX48" fmla="*/ 675000 w 675000"/>
              <a:gd name="connsiteY48" fmla="*/ 438750 h 877500"/>
              <a:gd name="connsiteX49" fmla="*/ 675000 w 675000"/>
              <a:gd name="connsiteY49" fmla="*/ 843750 h 877500"/>
              <a:gd name="connsiteX50" fmla="*/ 641250 w 675000"/>
              <a:gd name="connsiteY50" fmla="*/ 877500 h 877500"/>
              <a:gd name="connsiteX51" fmla="*/ 540000 w 675000"/>
              <a:gd name="connsiteY51" fmla="*/ 877500 h 877500"/>
              <a:gd name="connsiteX52" fmla="*/ 540000 w 675000"/>
              <a:gd name="connsiteY52" fmla="*/ 686250 h 877500"/>
              <a:gd name="connsiteX53" fmla="*/ 506250 w 675000"/>
              <a:gd name="connsiteY53" fmla="*/ 652500 h 877500"/>
              <a:gd name="connsiteX54" fmla="*/ 168750 w 675000"/>
              <a:gd name="connsiteY54" fmla="*/ 652500 h 877500"/>
              <a:gd name="connsiteX55" fmla="*/ 135000 w 675000"/>
              <a:gd name="connsiteY55" fmla="*/ 686250 h 877500"/>
              <a:gd name="connsiteX56" fmla="*/ 135000 w 675000"/>
              <a:gd name="connsiteY56" fmla="*/ 877500 h 877500"/>
              <a:gd name="connsiteX57" fmla="*/ 33750 w 675000"/>
              <a:gd name="connsiteY57" fmla="*/ 877500 h 877500"/>
              <a:gd name="connsiteX58" fmla="*/ 0 w 675000"/>
              <a:gd name="connsiteY58" fmla="*/ 843750 h 877500"/>
              <a:gd name="connsiteX59" fmla="*/ 0 w 675000"/>
              <a:gd name="connsiteY59" fmla="*/ 101250 h 877500"/>
              <a:gd name="connsiteX60" fmla="*/ 101250 w 675000"/>
              <a:gd name="connsiteY60" fmla="*/ 0 h 87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75000" h="877500">
                <a:moveTo>
                  <a:pt x="371250" y="720000"/>
                </a:moveTo>
                <a:lnTo>
                  <a:pt x="472500" y="720000"/>
                </a:lnTo>
                <a:lnTo>
                  <a:pt x="472500" y="877500"/>
                </a:lnTo>
                <a:lnTo>
                  <a:pt x="371250" y="877500"/>
                </a:lnTo>
                <a:close/>
                <a:moveTo>
                  <a:pt x="202500" y="720000"/>
                </a:moveTo>
                <a:lnTo>
                  <a:pt x="303750" y="720000"/>
                </a:lnTo>
                <a:lnTo>
                  <a:pt x="303750" y="877500"/>
                </a:lnTo>
                <a:lnTo>
                  <a:pt x="202500" y="877500"/>
                </a:lnTo>
                <a:close/>
                <a:moveTo>
                  <a:pt x="495000" y="472500"/>
                </a:moveTo>
                <a:cubicBezTo>
                  <a:pt x="470146" y="472500"/>
                  <a:pt x="450000" y="492646"/>
                  <a:pt x="450000" y="517500"/>
                </a:cubicBezTo>
                <a:cubicBezTo>
                  <a:pt x="450000" y="542354"/>
                  <a:pt x="470146" y="562500"/>
                  <a:pt x="495000" y="562500"/>
                </a:cubicBezTo>
                <a:cubicBezTo>
                  <a:pt x="519853" y="562500"/>
                  <a:pt x="540000" y="542354"/>
                  <a:pt x="540000" y="517500"/>
                </a:cubicBezTo>
                <a:cubicBezTo>
                  <a:pt x="540000" y="492646"/>
                  <a:pt x="519853" y="472500"/>
                  <a:pt x="495000" y="472500"/>
                </a:cubicBezTo>
                <a:close/>
                <a:moveTo>
                  <a:pt x="337500" y="472500"/>
                </a:moveTo>
                <a:cubicBezTo>
                  <a:pt x="312646" y="472500"/>
                  <a:pt x="292500" y="492646"/>
                  <a:pt x="292500" y="517500"/>
                </a:cubicBezTo>
                <a:cubicBezTo>
                  <a:pt x="292500" y="542354"/>
                  <a:pt x="312646" y="562500"/>
                  <a:pt x="337500" y="562500"/>
                </a:cubicBezTo>
                <a:cubicBezTo>
                  <a:pt x="362354" y="562500"/>
                  <a:pt x="382500" y="542354"/>
                  <a:pt x="382500" y="517500"/>
                </a:cubicBezTo>
                <a:cubicBezTo>
                  <a:pt x="382500" y="492646"/>
                  <a:pt x="362354" y="472500"/>
                  <a:pt x="337500" y="472500"/>
                </a:cubicBezTo>
                <a:close/>
                <a:moveTo>
                  <a:pt x="180000" y="472500"/>
                </a:moveTo>
                <a:cubicBezTo>
                  <a:pt x="155147" y="472500"/>
                  <a:pt x="135000" y="492646"/>
                  <a:pt x="135000" y="517500"/>
                </a:cubicBezTo>
                <a:cubicBezTo>
                  <a:pt x="135000" y="542354"/>
                  <a:pt x="155147" y="562500"/>
                  <a:pt x="180000" y="562500"/>
                </a:cubicBezTo>
                <a:cubicBezTo>
                  <a:pt x="204853" y="562500"/>
                  <a:pt x="225000" y="542354"/>
                  <a:pt x="225000" y="517500"/>
                </a:cubicBezTo>
                <a:cubicBezTo>
                  <a:pt x="225000" y="492646"/>
                  <a:pt x="204853" y="472500"/>
                  <a:pt x="180000" y="472500"/>
                </a:cubicBezTo>
                <a:close/>
                <a:moveTo>
                  <a:pt x="337500" y="315000"/>
                </a:moveTo>
                <a:cubicBezTo>
                  <a:pt x="312646" y="315000"/>
                  <a:pt x="292500" y="335147"/>
                  <a:pt x="292500" y="360000"/>
                </a:cubicBezTo>
                <a:cubicBezTo>
                  <a:pt x="292500" y="384854"/>
                  <a:pt x="312646" y="405000"/>
                  <a:pt x="337500" y="405000"/>
                </a:cubicBezTo>
                <a:cubicBezTo>
                  <a:pt x="362354" y="405000"/>
                  <a:pt x="382500" y="384854"/>
                  <a:pt x="382500" y="360000"/>
                </a:cubicBezTo>
                <a:cubicBezTo>
                  <a:pt x="382500" y="335147"/>
                  <a:pt x="362354" y="315000"/>
                  <a:pt x="337500" y="315000"/>
                </a:cubicBezTo>
                <a:close/>
                <a:moveTo>
                  <a:pt x="180000" y="315000"/>
                </a:moveTo>
                <a:cubicBezTo>
                  <a:pt x="155147" y="315000"/>
                  <a:pt x="135000" y="335147"/>
                  <a:pt x="135000" y="360000"/>
                </a:cubicBezTo>
                <a:cubicBezTo>
                  <a:pt x="135000" y="384854"/>
                  <a:pt x="155147" y="405000"/>
                  <a:pt x="180000" y="405000"/>
                </a:cubicBezTo>
                <a:cubicBezTo>
                  <a:pt x="204853" y="405000"/>
                  <a:pt x="225000" y="384854"/>
                  <a:pt x="225000" y="360000"/>
                </a:cubicBezTo>
                <a:cubicBezTo>
                  <a:pt x="225000" y="335147"/>
                  <a:pt x="204853" y="315000"/>
                  <a:pt x="180000" y="315000"/>
                </a:cubicBezTo>
                <a:close/>
                <a:moveTo>
                  <a:pt x="337500" y="157500"/>
                </a:moveTo>
                <a:cubicBezTo>
                  <a:pt x="312646" y="157500"/>
                  <a:pt x="292500" y="177647"/>
                  <a:pt x="292500" y="202500"/>
                </a:cubicBezTo>
                <a:cubicBezTo>
                  <a:pt x="292500" y="227353"/>
                  <a:pt x="312646" y="247500"/>
                  <a:pt x="337500" y="247500"/>
                </a:cubicBezTo>
                <a:cubicBezTo>
                  <a:pt x="362354" y="247500"/>
                  <a:pt x="382500" y="227353"/>
                  <a:pt x="382500" y="202500"/>
                </a:cubicBezTo>
                <a:cubicBezTo>
                  <a:pt x="382500" y="177647"/>
                  <a:pt x="362354" y="157500"/>
                  <a:pt x="337500" y="157500"/>
                </a:cubicBezTo>
                <a:close/>
                <a:moveTo>
                  <a:pt x="180000" y="157500"/>
                </a:moveTo>
                <a:cubicBezTo>
                  <a:pt x="155147" y="157500"/>
                  <a:pt x="135000" y="177647"/>
                  <a:pt x="135000" y="202500"/>
                </a:cubicBezTo>
                <a:cubicBezTo>
                  <a:pt x="135000" y="227353"/>
                  <a:pt x="155147" y="247500"/>
                  <a:pt x="180000" y="247500"/>
                </a:cubicBezTo>
                <a:cubicBezTo>
                  <a:pt x="204853" y="247500"/>
                  <a:pt x="225000" y="227353"/>
                  <a:pt x="225000" y="202500"/>
                </a:cubicBezTo>
                <a:cubicBezTo>
                  <a:pt x="225000" y="177647"/>
                  <a:pt x="204853" y="157500"/>
                  <a:pt x="180000" y="157500"/>
                </a:cubicBezTo>
                <a:close/>
                <a:moveTo>
                  <a:pt x="101250" y="0"/>
                </a:moveTo>
                <a:lnTo>
                  <a:pt x="438750" y="0"/>
                </a:lnTo>
                <a:cubicBezTo>
                  <a:pt x="494667" y="0"/>
                  <a:pt x="540000" y="45331"/>
                  <a:pt x="540000" y="101250"/>
                </a:cubicBezTo>
                <a:lnTo>
                  <a:pt x="540000" y="337500"/>
                </a:lnTo>
                <a:lnTo>
                  <a:pt x="573750" y="337500"/>
                </a:lnTo>
                <a:cubicBezTo>
                  <a:pt x="629667" y="337500"/>
                  <a:pt x="675000" y="382833"/>
                  <a:pt x="675000" y="438750"/>
                </a:cubicBezTo>
                <a:lnTo>
                  <a:pt x="675000" y="843750"/>
                </a:lnTo>
                <a:cubicBezTo>
                  <a:pt x="675000" y="862389"/>
                  <a:pt x="659889" y="877500"/>
                  <a:pt x="641250" y="877500"/>
                </a:cubicBezTo>
                <a:lnTo>
                  <a:pt x="540000" y="877500"/>
                </a:lnTo>
                <a:lnTo>
                  <a:pt x="540000" y="686250"/>
                </a:lnTo>
                <a:cubicBezTo>
                  <a:pt x="540000" y="667611"/>
                  <a:pt x="524889" y="652500"/>
                  <a:pt x="506250" y="652500"/>
                </a:cubicBezTo>
                <a:lnTo>
                  <a:pt x="168750" y="652500"/>
                </a:lnTo>
                <a:cubicBezTo>
                  <a:pt x="150111" y="652500"/>
                  <a:pt x="135000" y="667611"/>
                  <a:pt x="135000" y="686250"/>
                </a:cubicBezTo>
                <a:lnTo>
                  <a:pt x="135000" y="877500"/>
                </a:lnTo>
                <a:lnTo>
                  <a:pt x="33750" y="877500"/>
                </a:lnTo>
                <a:cubicBezTo>
                  <a:pt x="15120" y="877500"/>
                  <a:pt x="0" y="862380"/>
                  <a:pt x="0" y="843750"/>
                </a:cubicBezTo>
                <a:lnTo>
                  <a:pt x="0" y="101250"/>
                </a:lnTo>
                <a:cubicBezTo>
                  <a:pt x="0" y="45331"/>
                  <a:pt x="45331" y="0"/>
                  <a:pt x="101250" y="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7" name="Freeform 26">
            <a:extLst>
              <a:ext uri="{FF2B5EF4-FFF2-40B4-BE49-F238E27FC236}">
                <a16:creationId xmlns:a16="http://schemas.microsoft.com/office/drawing/2014/main" id="{AC57A51E-C691-85C3-F41D-523C95398666}"/>
              </a:ext>
            </a:extLst>
          </p:cNvPr>
          <p:cNvSpPr/>
          <p:nvPr/>
        </p:nvSpPr>
        <p:spPr>
          <a:xfrm>
            <a:off x="2086006" y="5295677"/>
            <a:ext cx="453963" cy="408432"/>
          </a:xfrm>
          <a:custGeom>
            <a:avLst/>
            <a:gdLst>
              <a:gd name="connsiteX0" fmla="*/ 337502 w 900278"/>
              <a:gd name="connsiteY0" fmla="*/ 449925 h 809983"/>
              <a:gd name="connsiteX1" fmla="*/ 292502 w 900278"/>
              <a:gd name="connsiteY1" fmla="*/ 494925 h 809983"/>
              <a:gd name="connsiteX2" fmla="*/ 337502 w 900278"/>
              <a:gd name="connsiteY2" fmla="*/ 539925 h 809983"/>
              <a:gd name="connsiteX3" fmla="*/ 382502 w 900278"/>
              <a:gd name="connsiteY3" fmla="*/ 494925 h 809983"/>
              <a:gd name="connsiteX4" fmla="*/ 337502 w 900278"/>
              <a:gd name="connsiteY4" fmla="*/ 449925 h 809983"/>
              <a:gd name="connsiteX5" fmla="*/ 672933 w 900278"/>
              <a:gd name="connsiteY5" fmla="*/ 153374 h 809983"/>
              <a:gd name="connsiteX6" fmla="*/ 705328 w 900278"/>
              <a:gd name="connsiteY6" fmla="*/ 166508 h 809983"/>
              <a:gd name="connsiteX7" fmla="*/ 868368 w 900278"/>
              <a:gd name="connsiteY7" fmla="*/ 615299 h 809983"/>
              <a:gd name="connsiteX8" fmla="*/ 899419 w 900278"/>
              <a:gd name="connsiteY8" fmla="*/ 756419 h 809983"/>
              <a:gd name="connsiteX9" fmla="*/ 899594 w 900278"/>
              <a:gd name="connsiteY9" fmla="*/ 772948 h 809983"/>
              <a:gd name="connsiteX10" fmla="*/ 847668 w 900278"/>
              <a:gd name="connsiteY10" fmla="*/ 809294 h 809983"/>
              <a:gd name="connsiteX11" fmla="*/ 701508 w 900278"/>
              <a:gd name="connsiteY11" fmla="*/ 780044 h 809983"/>
              <a:gd name="connsiteX12" fmla="*/ 562502 w 900278"/>
              <a:gd name="connsiteY12" fmla="*/ 809924 h 809983"/>
              <a:gd name="connsiteX13" fmla="*/ 333001 w 900278"/>
              <a:gd name="connsiteY13" fmla="*/ 719924 h 809983"/>
              <a:gd name="connsiteX14" fmla="*/ 521718 w 900278"/>
              <a:gd name="connsiteY14" fmla="*/ 672746 h 809983"/>
              <a:gd name="connsiteX15" fmla="*/ 672933 w 900278"/>
              <a:gd name="connsiteY15" fmla="*/ 153374 h 809983"/>
              <a:gd name="connsiteX16" fmla="*/ 337502 w 900278"/>
              <a:gd name="connsiteY16" fmla="*/ 134970 h 809983"/>
              <a:gd name="connsiteX17" fmla="*/ 276482 w 900278"/>
              <a:gd name="connsiteY17" fmla="*/ 148740 h 809983"/>
              <a:gd name="connsiteX18" fmla="*/ 229096 w 900278"/>
              <a:gd name="connsiteY18" fmla="*/ 197790 h 809983"/>
              <a:gd name="connsiteX19" fmla="*/ 244379 w 900278"/>
              <a:gd name="connsiteY19" fmla="*/ 243007 h 809983"/>
              <a:gd name="connsiteX20" fmla="*/ 288407 w 900278"/>
              <a:gd name="connsiteY20" fmla="*/ 229920 h 809983"/>
              <a:gd name="connsiteX21" fmla="*/ 308297 w 900278"/>
              <a:gd name="connsiteY21" fmla="*/ 208320 h 809983"/>
              <a:gd name="connsiteX22" fmla="*/ 337502 w 900278"/>
              <a:gd name="connsiteY22" fmla="*/ 202470 h 809983"/>
              <a:gd name="connsiteX23" fmla="*/ 368102 w 900278"/>
              <a:gd name="connsiteY23" fmla="*/ 213180 h 809983"/>
              <a:gd name="connsiteX24" fmla="*/ 382502 w 900278"/>
              <a:gd name="connsiteY24" fmla="*/ 247425 h 809983"/>
              <a:gd name="connsiteX25" fmla="*/ 356042 w 900278"/>
              <a:gd name="connsiteY25" fmla="*/ 278385 h 809983"/>
              <a:gd name="connsiteX26" fmla="*/ 303752 w 900278"/>
              <a:gd name="connsiteY26" fmla="*/ 371175 h 809983"/>
              <a:gd name="connsiteX27" fmla="*/ 337502 w 900278"/>
              <a:gd name="connsiteY27" fmla="*/ 404925 h 809983"/>
              <a:gd name="connsiteX28" fmla="*/ 371252 w 900278"/>
              <a:gd name="connsiteY28" fmla="*/ 371175 h 809983"/>
              <a:gd name="connsiteX29" fmla="*/ 397712 w 900278"/>
              <a:gd name="connsiteY29" fmla="*/ 331440 h 809983"/>
              <a:gd name="connsiteX30" fmla="*/ 401537 w 900278"/>
              <a:gd name="connsiteY30" fmla="*/ 328515 h 809983"/>
              <a:gd name="connsiteX31" fmla="*/ 450002 w 900278"/>
              <a:gd name="connsiteY31" fmla="*/ 247425 h 809983"/>
              <a:gd name="connsiteX32" fmla="*/ 410942 w 900278"/>
              <a:gd name="connsiteY32" fmla="*/ 160935 h 809983"/>
              <a:gd name="connsiteX33" fmla="*/ 337502 w 900278"/>
              <a:gd name="connsiteY33" fmla="*/ 134970 h 809983"/>
              <a:gd name="connsiteX34" fmla="*/ 337577 w 900278"/>
              <a:gd name="connsiteY34" fmla="*/ 0 h 809983"/>
              <a:gd name="connsiteX35" fmla="*/ 675003 w 900278"/>
              <a:gd name="connsiteY35" fmla="*/ 337573 h 809983"/>
              <a:gd name="connsiteX36" fmla="*/ 337427 w 900278"/>
              <a:gd name="connsiteY36" fmla="*/ 675001 h 809983"/>
              <a:gd name="connsiteX37" fmla="*/ 198496 w 900278"/>
              <a:gd name="connsiteY37" fmla="*/ 645045 h 809983"/>
              <a:gd name="connsiteX38" fmla="*/ 52876 w 900278"/>
              <a:gd name="connsiteY38" fmla="*/ 674385 h 809983"/>
              <a:gd name="connsiteX39" fmla="*/ 870 w 900278"/>
              <a:gd name="connsiteY39" fmla="*/ 638146 h 809983"/>
              <a:gd name="connsiteX40" fmla="*/ 990 w 900278"/>
              <a:gd name="connsiteY40" fmla="*/ 621735 h 809983"/>
              <a:gd name="connsiteX41" fmla="*/ 31635 w 900278"/>
              <a:gd name="connsiteY41" fmla="*/ 480300 h 809983"/>
              <a:gd name="connsiteX42" fmla="*/ 0 w 900278"/>
              <a:gd name="connsiteY42" fmla="*/ 337425 h 809983"/>
              <a:gd name="connsiteX43" fmla="*/ 337577 w 900278"/>
              <a:gd name="connsiteY43" fmla="*/ 0 h 80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278" h="809983">
                <a:moveTo>
                  <a:pt x="337502" y="449925"/>
                </a:moveTo>
                <a:cubicBezTo>
                  <a:pt x="312649" y="449925"/>
                  <a:pt x="292502" y="470071"/>
                  <a:pt x="292502" y="494925"/>
                </a:cubicBezTo>
                <a:cubicBezTo>
                  <a:pt x="292502" y="519778"/>
                  <a:pt x="312649" y="539925"/>
                  <a:pt x="337502" y="539925"/>
                </a:cubicBezTo>
                <a:cubicBezTo>
                  <a:pt x="362355" y="539925"/>
                  <a:pt x="382502" y="519778"/>
                  <a:pt x="382502" y="494925"/>
                </a:cubicBezTo>
                <a:cubicBezTo>
                  <a:pt x="382502" y="470071"/>
                  <a:pt x="362355" y="449925"/>
                  <a:pt x="337502" y="449925"/>
                </a:cubicBezTo>
                <a:close/>
                <a:moveTo>
                  <a:pt x="672933" y="153374"/>
                </a:moveTo>
                <a:cubicBezTo>
                  <a:pt x="683953" y="157190"/>
                  <a:pt x="694767" y="161573"/>
                  <a:pt x="705328" y="166508"/>
                </a:cubicBezTo>
                <a:cubicBezTo>
                  <a:pt x="874281" y="245417"/>
                  <a:pt x="947276" y="446347"/>
                  <a:pt x="868368" y="615299"/>
                </a:cubicBezTo>
                <a:cubicBezTo>
                  <a:pt x="879731" y="662113"/>
                  <a:pt x="890086" y="709160"/>
                  <a:pt x="899419" y="756419"/>
                </a:cubicBezTo>
                <a:cubicBezTo>
                  <a:pt x="900503" y="761869"/>
                  <a:pt x="900562" y="767476"/>
                  <a:pt x="899594" y="772948"/>
                </a:cubicBezTo>
                <a:cubicBezTo>
                  <a:pt x="895292" y="797324"/>
                  <a:pt x="872045" y="813596"/>
                  <a:pt x="847668" y="809294"/>
                </a:cubicBezTo>
                <a:cubicBezTo>
                  <a:pt x="819453" y="804344"/>
                  <a:pt x="758208" y="793094"/>
                  <a:pt x="701508" y="780044"/>
                </a:cubicBezTo>
                <a:cubicBezTo>
                  <a:pt x="659072" y="799259"/>
                  <a:pt x="612002" y="809924"/>
                  <a:pt x="562502" y="809924"/>
                </a:cubicBezTo>
                <a:cubicBezTo>
                  <a:pt x="477366" y="810050"/>
                  <a:pt x="395353" y="777889"/>
                  <a:pt x="333001" y="719924"/>
                </a:cubicBezTo>
                <a:cubicBezTo>
                  <a:pt x="398922" y="720725"/>
                  <a:pt x="463929" y="704471"/>
                  <a:pt x="521718" y="672746"/>
                </a:cubicBezTo>
                <a:cubicBezTo>
                  <a:pt x="706894" y="571082"/>
                  <a:pt x="774597" y="338554"/>
                  <a:pt x="672933" y="153374"/>
                </a:cubicBezTo>
                <a:close/>
                <a:moveTo>
                  <a:pt x="337502" y="134970"/>
                </a:moveTo>
                <a:cubicBezTo>
                  <a:pt x="317027" y="134970"/>
                  <a:pt x="296012" y="138300"/>
                  <a:pt x="276482" y="148740"/>
                </a:cubicBezTo>
                <a:cubicBezTo>
                  <a:pt x="256591" y="159360"/>
                  <a:pt x="240931" y="175875"/>
                  <a:pt x="229096" y="197790"/>
                </a:cubicBezTo>
                <a:cubicBezTo>
                  <a:pt x="220830" y="214497"/>
                  <a:pt x="227673" y="234741"/>
                  <a:pt x="244379" y="243007"/>
                </a:cubicBezTo>
                <a:cubicBezTo>
                  <a:pt x="260218" y="250844"/>
                  <a:pt x="279420" y="245136"/>
                  <a:pt x="288407" y="229920"/>
                </a:cubicBezTo>
                <a:cubicBezTo>
                  <a:pt x="295022" y="217770"/>
                  <a:pt x="301817" y="211740"/>
                  <a:pt x="308297" y="208320"/>
                </a:cubicBezTo>
                <a:cubicBezTo>
                  <a:pt x="315047" y="204675"/>
                  <a:pt x="324227" y="202470"/>
                  <a:pt x="337502" y="202470"/>
                </a:cubicBezTo>
                <a:cubicBezTo>
                  <a:pt x="347582" y="202470"/>
                  <a:pt x="359417" y="206025"/>
                  <a:pt x="368102" y="213180"/>
                </a:cubicBezTo>
                <a:cubicBezTo>
                  <a:pt x="375797" y="219480"/>
                  <a:pt x="382502" y="229560"/>
                  <a:pt x="382502" y="247425"/>
                </a:cubicBezTo>
                <a:cubicBezTo>
                  <a:pt x="382502" y="256200"/>
                  <a:pt x="379127" y="260250"/>
                  <a:pt x="356042" y="278385"/>
                </a:cubicBezTo>
                <a:cubicBezTo>
                  <a:pt x="335792" y="294315"/>
                  <a:pt x="303752" y="320145"/>
                  <a:pt x="303752" y="371175"/>
                </a:cubicBezTo>
                <a:cubicBezTo>
                  <a:pt x="303752" y="389814"/>
                  <a:pt x="318862" y="404925"/>
                  <a:pt x="337502" y="404925"/>
                </a:cubicBezTo>
                <a:cubicBezTo>
                  <a:pt x="356141" y="404925"/>
                  <a:pt x="371252" y="389814"/>
                  <a:pt x="371252" y="371175"/>
                </a:cubicBezTo>
                <a:cubicBezTo>
                  <a:pt x="371252" y="354525"/>
                  <a:pt x="378632" y="346470"/>
                  <a:pt x="397712" y="331440"/>
                </a:cubicBezTo>
                <a:lnTo>
                  <a:pt x="401537" y="328515"/>
                </a:lnTo>
                <a:cubicBezTo>
                  <a:pt x="418952" y="315105"/>
                  <a:pt x="450002" y="291300"/>
                  <a:pt x="450002" y="247425"/>
                </a:cubicBezTo>
                <a:cubicBezTo>
                  <a:pt x="450002" y="209265"/>
                  <a:pt x="434207" y="180015"/>
                  <a:pt x="410942" y="160935"/>
                </a:cubicBezTo>
                <a:cubicBezTo>
                  <a:pt x="390121" y="144190"/>
                  <a:pt x="364218" y="135033"/>
                  <a:pt x="337502" y="134970"/>
                </a:cubicBezTo>
                <a:close/>
                <a:moveTo>
                  <a:pt x="337577" y="0"/>
                </a:moveTo>
                <a:cubicBezTo>
                  <a:pt x="523974" y="41"/>
                  <a:pt x="675044" y="151179"/>
                  <a:pt x="675003" y="337573"/>
                </a:cubicBezTo>
                <a:cubicBezTo>
                  <a:pt x="674963" y="523972"/>
                  <a:pt x="523825" y="675042"/>
                  <a:pt x="337427" y="675001"/>
                </a:cubicBezTo>
                <a:cubicBezTo>
                  <a:pt x="289515" y="674988"/>
                  <a:pt x="242155" y="664777"/>
                  <a:pt x="198496" y="645045"/>
                </a:cubicBezTo>
                <a:cubicBezTo>
                  <a:pt x="141886" y="658095"/>
                  <a:pt x="80911" y="669345"/>
                  <a:pt x="52876" y="674385"/>
                </a:cubicBezTo>
                <a:cubicBezTo>
                  <a:pt x="28508" y="678741"/>
                  <a:pt x="5224" y="662514"/>
                  <a:pt x="870" y="638146"/>
                </a:cubicBezTo>
                <a:cubicBezTo>
                  <a:pt x="-100" y="632715"/>
                  <a:pt x="-60" y="627153"/>
                  <a:pt x="990" y="621735"/>
                </a:cubicBezTo>
                <a:cubicBezTo>
                  <a:pt x="6300" y="594285"/>
                  <a:pt x="18090" y="535425"/>
                  <a:pt x="31635" y="480300"/>
                </a:cubicBezTo>
                <a:cubicBezTo>
                  <a:pt x="10732" y="435574"/>
                  <a:pt x="-69" y="386794"/>
                  <a:pt x="0" y="337425"/>
                </a:cubicBezTo>
                <a:cubicBezTo>
                  <a:pt x="42" y="151029"/>
                  <a:pt x="151180" y="-41"/>
                  <a:pt x="337577" y="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8" name="Graphic 6">
            <a:extLst>
              <a:ext uri="{FF2B5EF4-FFF2-40B4-BE49-F238E27FC236}">
                <a16:creationId xmlns:a16="http://schemas.microsoft.com/office/drawing/2014/main" id="{60F3F94B-6770-66BA-B80D-5DC0039FADB5}"/>
              </a:ext>
            </a:extLst>
          </p:cNvPr>
          <p:cNvSpPr/>
          <p:nvPr/>
        </p:nvSpPr>
        <p:spPr>
          <a:xfrm>
            <a:off x="10812583" y="5272982"/>
            <a:ext cx="453823" cy="453823"/>
          </a:xfrm>
          <a:custGeom>
            <a:avLst/>
            <a:gdLst>
              <a:gd name="connsiteX0" fmla="*/ 596250 w 900000"/>
              <a:gd name="connsiteY0" fmla="*/ 0 h 900000"/>
              <a:gd name="connsiteX1" fmla="*/ 629685 w 900000"/>
              <a:gd name="connsiteY1" fmla="*/ 29160 h 900000"/>
              <a:gd name="connsiteX2" fmla="*/ 630000 w 900000"/>
              <a:gd name="connsiteY2" fmla="*/ 33750 h 900000"/>
              <a:gd name="connsiteX3" fmla="*/ 630000 w 900000"/>
              <a:gd name="connsiteY3" fmla="*/ 138375 h 900000"/>
              <a:gd name="connsiteX4" fmla="*/ 761670 w 900000"/>
              <a:gd name="connsiteY4" fmla="*/ 270225 h 900000"/>
              <a:gd name="connsiteX5" fmla="*/ 866250 w 900000"/>
              <a:gd name="connsiteY5" fmla="*/ 270225 h 900000"/>
              <a:gd name="connsiteX6" fmla="*/ 899991 w 900000"/>
              <a:gd name="connsiteY6" fmla="*/ 303985 h 900000"/>
              <a:gd name="connsiteX7" fmla="*/ 870840 w 900000"/>
              <a:gd name="connsiteY7" fmla="*/ 337410 h 900000"/>
              <a:gd name="connsiteX8" fmla="*/ 866250 w 900000"/>
              <a:gd name="connsiteY8" fmla="*/ 337725 h 900000"/>
              <a:gd name="connsiteX9" fmla="*/ 765000 w 900000"/>
              <a:gd name="connsiteY9" fmla="*/ 337680 h 900000"/>
              <a:gd name="connsiteX10" fmla="*/ 765000 w 900000"/>
              <a:gd name="connsiteY10" fmla="*/ 416430 h 900000"/>
              <a:gd name="connsiteX11" fmla="*/ 866250 w 900000"/>
              <a:gd name="connsiteY11" fmla="*/ 416430 h 900000"/>
              <a:gd name="connsiteX12" fmla="*/ 899685 w 900000"/>
              <a:gd name="connsiteY12" fmla="*/ 445680 h 900000"/>
              <a:gd name="connsiteX13" fmla="*/ 900000 w 900000"/>
              <a:gd name="connsiteY13" fmla="*/ 450180 h 900000"/>
              <a:gd name="connsiteX14" fmla="*/ 870840 w 900000"/>
              <a:gd name="connsiteY14" fmla="*/ 483660 h 900000"/>
              <a:gd name="connsiteX15" fmla="*/ 866250 w 900000"/>
              <a:gd name="connsiteY15" fmla="*/ 483975 h 900000"/>
              <a:gd name="connsiteX16" fmla="*/ 765000 w 900000"/>
              <a:gd name="connsiteY16" fmla="*/ 483930 h 900000"/>
              <a:gd name="connsiteX17" fmla="*/ 765000 w 900000"/>
              <a:gd name="connsiteY17" fmla="*/ 562680 h 900000"/>
              <a:gd name="connsiteX18" fmla="*/ 866250 w 900000"/>
              <a:gd name="connsiteY18" fmla="*/ 562680 h 900000"/>
              <a:gd name="connsiteX19" fmla="*/ 899685 w 900000"/>
              <a:gd name="connsiteY19" fmla="*/ 591930 h 900000"/>
              <a:gd name="connsiteX20" fmla="*/ 900000 w 900000"/>
              <a:gd name="connsiteY20" fmla="*/ 596430 h 900000"/>
              <a:gd name="connsiteX21" fmla="*/ 870840 w 900000"/>
              <a:gd name="connsiteY21" fmla="*/ 629910 h 900000"/>
              <a:gd name="connsiteX22" fmla="*/ 866250 w 900000"/>
              <a:gd name="connsiteY22" fmla="*/ 630225 h 900000"/>
              <a:gd name="connsiteX23" fmla="*/ 761580 w 900000"/>
              <a:gd name="connsiteY23" fmla="*/ 630225 h 900000"/>
              <a:gd name="connsiteX24" fmla="*/ 630000 w 900000"/>
              <a:gd name="connsiteY24" fmla="*/ 761625 h 900000"/>
              <a:gd name="connsiteX25" fmla="*/ 630000 w 900000"/>
              <a:gd name="connsiteY25" fmla="*/ 866250 h 900000"/>
              <a:gd name="connsiteX26" fmla="*/ 596241 w 900000"/>
              <a:gd name="connsiteY26" fmla="*/ 899991 h 900000"/>
              <a:gd name="connsiteX27" fmla="*/ 562815 w 900000"/>
              <a:gd name="connsiteY27" fmla="*/ 870840 h 900000"/>
              <a:gd name="connsiteX28" fmla="*/ 562500 w 900000"/>
              <a:gd name="connsiteY28" fmla="*/ 866250 h 900000"/>
              <a:gd name="connsiteX29" fmla="*/ 562500 w 900000"/>
              <a:gd name="connsiteY29" fmla="*/ 764955 h 900000"/>
              <a:gd name="connsiteX30" fmla="*/ 483705 w 900000"/>
              <a:gd name="connsiteY30" fmla="*/ 764955 h 900000"/>
              <a:gd name="connsiteX31" fmla="*/ 483750 w 900000"/>
              <a:gd name="connsiteY31" fmla="*/ 866250 h 900000"/>
              <a:gd name="connsiteX32" fmla="*/ 454590 w 900000"/>
              <a:gd name="connsiteY32" fmla="*/ 899685 h 900000"/>
              <a:gd name="connsiteX33" fmla="*/ 450000 w 900000"/>
              <a:gd name="connsiteY33" fmla="*/ 900000 h 900000"/>
              <a:gd name="connsiteX34" fmla="*/ 416565 w 900000"/>
              <a:gd name="connsiteY34" fmla="*/ 870840 h 900000"/>
              <a:gd name="connsiteX35" fmla="*/ 416250 w 900000"/>
              <a:gd name="connsiteY35" fmla="*/ 866250 h 900000"/>
              <a:gd name="connsiteX36" fmla="*/ 416205 w 900000"/>
              <a:gd name="connsiteY36" fmla="*/ 764955 h 900000"/>
              <a:gd name="connsiteX37" fmla="*/ 337500 w 900000"/>
              <a:gd name="connsiteY37" fmla="*/ 764955 h 900000"/>
              <a:gd name="connsiteX38" fmla="*/ 337500 w 900000"/>
              <a:gd name="connsiteY38" fmla="*/ 866250 h 900000"/>
              <a:gd name="connsiteX39" fmla="*/ 308340 w 900000"/>
              <a:gd name="connsiteY39" fmla="*/ 899685 h 900000"/>
              <a:gd name="connsiteX40" fmla="*/ 303750 w 900000"/>
              <a:gd name="connsiteY40" fmla="*/ 900000 h 900000"/>
              <a:gd name="connsiteX41" fmla="*/ 270315 w 900000"/>
              <a:gd name="connsiteY41" fmla="*/ 870840 h 900000"/>
              <a:gd name="connsiteX42" fmla="*/ 270000 w 900000"/>
              <a:gd name="connsiteY42" fmla="*/ 866250 h 900000"/>
              <a:gd name="connsiteX43" fmla="*/ 270000 w 900000"/>
              <a:gd name="connsiteY43" fmla="*/ 761625 h 900000"/>
              <a:gd name="connsiteX44" fmla="*/ 138375 w 900000"/>
              <a:gd name="connsiteY44" fmla="*/ 630000 h 900000"/>
              <a:gd name="connsiteX45" fmla="*/ 33750 w 900000"/>
              <a:gd name="connsiteY45" fmla="*/ 630000 h 900000"/>
              <a:gd name="connsiteX46" fmla="*/ 10 w 900000"/>
              <a:gd name="connsiteY46" fmla="*/ 596241 h 900000"/>
              <a:gd name="connsiteX47" fmla="*/ 29160 w 900000"/>
              <a:gd name="connsiteY47" fmla="*/ 562815 h 900000"/>
              <a:gd name="connsiteX48" fmla="*/ 33750 w 900000"/>
              <a:gd name="connsiteY48" fmla="*/ 562500 h 900000"/>
              <a:gd name="connsiteX49" fmla="*/ 135000 w 900000"/>
              <a:gd name="connsiteY49" fmla="*/ 562455 h 900000"/>
              <a:gd name="connsiteX50" fmla="*/ 135000 w 900000"/>
              <a:gd name="connsiteY50" fmla="*/ 483705 h 900000"/>
              <a:gd name="connsiteX51" fmla="*/ 33750 w 900000"/>
              <a:gd name="connsiteY51" fmla="*/ 483750 h 900000"/>
              <a:gd name="connsiteX52" fmla="*/ 315 w 900000"/>
              <a:gd name="connsiteY52" fmla="*/ 454590 h 900000"/>
              <a:gd name="connsiteX53" fmla="*/ 0 w 900000"/>
              <a:gd name="connsiteY53" fmla="*/ 450000 h 900000"/>
              <a:gd name="connsiteX54" fmla="*/ 29160 w 900000"/>
              <a:gd name="connsiteY54" fmla="*/ 416565 h 900000"/>
              <a:gd name="connsiteX55" fmla="*/ 33750 w 900000"/>
              <a:gd name="connsiteY55" fmla="*/ 416250 h 900000"/>
              <a:gd name="connsiteX56" fmla="*/ 135000 w 900000"/>
              <a:gd name="connsiteY56" fmla="*/ 416205 h 900000"/>
              <a:gd name="connsiteX57" fmla="*/ 135000 w 900000"/>
              <a:gd name="connsiteY57" fmla="*/ 337455 h 900000"/>
              <a:gd name="connsiteX58" fmla="*/ 33750 w 900000"/>
              <a:gd name="connsiteY58" fmla="*/ 337500 h 900000"/>
              <a:gd name="connsiteX59" fmla="*/ 315 w 900000"/>
              <a:gd name="connsiteY59" fmla="*/ 308340 h 900000"/>
              <a:gd name="connsiteX60" fmla="*/ 0 w 900000"/>
              <a:gd name="connsiteY60" fmla="*/ 303750 h 900000"/>
              <a:gd name="connsiteX61" fmla="*/ 29160 w 900000"/>
              <a:gd name="connsiteY61" fmla="*/ 270315 h 900000"/>
              <a:gd name="connsiteX62" fmla="*/ 33750 w 900000"/>
              <a:gd name="connsiteY62" fmla="*/ 270000 h 900000"/>
              <a:gd name="connsiteX63" fmla="*/ 138375 w 900000"/>
              <a:gd name="connsiteY63" fmla="*/ 269955 h 900000"/>
              <a:gd name="connsiteX64" fmla="*/ 270000 w 900000"/>
              <a:gd name="connsiteY64" fmla="*/ 138375 h 900000"/>
              <a:gd name="connsiteX65" fmla="*/ 270000 w 900000"/>
              <a:gd name="connsiteY65" fmla="*/ 33750 h 900000"/>
              <a:gd name="connsiteX66" fmla="*/ 303760 w 900000"/>
              <a:gd name="connsiteY66" fmla="*/ 10 h 900000"/>
              <a:gd name="connsiteX67" fmla="*/ 337185 w 900000"/>
              <a:gd name="connsiteY67" fmla="*/ 29160 h 900000"/>
              <a:gd name="connsiteX68" fmla="*/ 337500 w 900000"/>
              <a:gd name="connsiteY68" fmla="*/ 33750 h 900000"/>
              <a:gd name="connsiteX69" fmla="*/ 337500 w 900000"/>
              <a:gd name="connsiteY69" fmla="*/ 134955 h 900000"/>
              <a:gd name="connsiteX70" fmla="*/ 416205 w 900000"/>
              <a:gd name="connsiteY70" fmla="*/ 134955 h 900000"/>
              <a:gd name="connsiteX71" fmla="*/ 416250 w 900000"/>
              <a:gd name="connsiteY71" fmla="*/ 33750 h 900000"/>
              <a:gd name="connsiteX72" fmla="*/ 445410 w 900000"/>
              <a:gd name="connsiteY72" fmla="*/ 315 h 900000"/>
              <a:gd name="connsiteX73" fmla="*/ 450000 w 900000"/>
              <a:gd name="connsiteY73" fmla="*/ 0 h 900000"/>
              <a:gd name="connsiteX74" fmla="*/ 483435 w 900000"/>
              <a:gd name="connsiteY74" fmla="*/ 29160 h 900000"/>
              <a:gd name="connsiteX75" fmla="*/ 483750 w 900000"/>
              <a:gd name="connsiteY75" fmla="*/ 33750 h 900000"/>
              <a:gd name="connsiteX76" fmla="*/ 483705 w 900000"/>
              <a:gd name="connsiteY76" fmla="*/ 134955 h 900000"/>
              <a:gd name="connsiteX77" fmla="*/ 562500 w 900000"/>
              <a:gd name="connsiteY77" fmla="*/ 134955 h 900000"/>
              <a:gd name="connsiteX78" fmla="*/ 562500 w 900000"/>
              <a:gd name="connsiteY78" fmla="*/ 33750 h 900000"/>
              <a:gd name="connsiteX79" fmla="*/ 587250 w 900000"/>
              <a:gd name="connsiteY79" fmla="*/ 1215 h 900000"/>
              <a:gd name="connsiteX80" fmla="*/ 591660 w 900000"/>
              <a:gd name="connsiteY80" fmla="*/ 315 h 900000"/>
              <a:gd name="connsiteX81" fmla="*/ 596250 w 900000"/>
              <a:gd name="connsiteY81" fmla="*/ 0 h 900000"/>
              <a:gd name="connsiteX82" fmla="*/ 450225 w 900000"/>
              <a:gd name="connsiteY82" fmla="*/ 315225 h 900000"/>
              <a:gd name="connsiteX83" fmla="*/ 315225 w 900000"/>
              <a:gd name="connsiteY83" fmla="*/ 450225 h 900000"/>
              <a:gd name="connsiteX84" fmla="*/ 450225 w 900000"/>
              <a:gd name="connsiteY84" fmla="*/ 585225 h 900000"/>
              <a:gd name="connsiteX85" fmla="*/ 585225 w 900000"/>
              <a:gd name="connsiteY85" fmla="*/ 450225 h 900000"/>
              <a:gd name="connsiteX86" fmla="*/ 450225 w 900000"/>
              <a:gd name="connsiteY86" fmla="*/ 315225 h 900000"/>
              <a:gd name="connsiteX87" fmla="*/ 450225 w 900000"/>
              <a:gd name="connsiteY87" fmla="*/ 382725 h 900000"/>
              <a:gd name="connsiteX88" fmla="*/ 517725 w 900000"/>
              <a:gd name="connsiteY88" fmla="*/ 450225 h 900000"/>
              <a:gd name="connsiteX89" fmla="*/ 450225 w 900000"/>
              <a:gd name="connsiteY89" fmla="*/ 517725 h 900000"/>
              <a:gd name="connsiteX90" fmla="*/ 382725 w 900000"/>
              <a:gd name="connsiteY90" fmla="*/ 450225 h 900000"/>
              <a:gd name="connsiteX91" fmla="*/ 450225 w 900000"/>
              <a:gd name="connsiteY91" fmla="*/ 382725 h 9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900000" h="900000">
                <a:moveTo>
                  <a:pt x="596250" y="0"/>
                </a:moveTo>
                <a:cubicBezTo>
                  <a:pt x="613116" y="1"/>
                  <a:pt x="627390" y="12452"/>
                  <a:pt x="629685" y="29160"/>
                </a:cubicBezTo>
                <a:lnTo>
                  <a:pt x="630000" y="33750"/>
                </a:lnTo>
                <a:lnTo>
                  <a:pt x="630000" y="138375"/>
                </a:lnTo>
                <a:cubicBezTo>
                  <a:pt x="696353" y="151956"/>
                  <a:pt x="748179" y="203854"/>
                  <a:pt x="761670" y="270225"/>
                </a:cubicBezTo>
                <a:lnTo>
                  <a:pt x="866250" y="270225"/>
                </a:lnTo>
                <a:cubicBezTo>
                  <a:pt x="884889" y="270231"/>
                  <a:pt x="899996" y="285346"/>
                  <a:pt x="899991" y="303985"/>
                </a:cubicBezTo>
                <a:cubicBezTo>
                  <a:pt x="899987" y="320843"/>
                  <a:pt x="887540" y="335112"/>
                  <a:pt x="870840" y="337410"/>
                </a:cubicBezTo>
                <a:lnTo>
                  <a:pt x="866250" y="337725"/>
                </a:lnTo>
                <a:lnTo>
                  <a:pt x="765000" y="337680"/>
                </a:lnTo>
                <a:lnTo>
                  <a:pt x="765000" y="416430"/>
                </a:lnTo>
                <a:lnTo>
                  <a:pt x="866250" y="416430"/>
                </a:lnTo>
                <a:cubicBezTo>
                  <a:pt x="883148" y="416439"/>
                  <a:pt x="897431" y="428936"/>
                  <a:pt x="899685" y="445680"/>
                </a:cubicBezTo>
                <a:lnTo>
                  <a:pt x="900000" y="450180"/>
                </a:lnTo>
                <a:cubicBezTo>
                  <a:pt x="900023" y="467064"/>
                  <a:pt x="887567" y="481365"/>
                  <a:pt x="870840" y="483660"/>
                </a:cubicBezTo>
                <a:lnTo>
                  <a:pt x="866250" y="483975"/>
                </a:lnTo>
                <a:lnTo>
                  <a:pt x="765000" y="483930"/>
                </a:lnTo>
                <a:lnTo>
                  <a:pt x="765000" y="562680"/>
                </a:lnTo>
                <a:lnTo>
                  <a:pt x="866250" y="562680"/>
                </a:lnTo>
                <a:cubicBezTo>
                  <a:pt x="883148" y="562689"/>
                  <a:pt x="897431" y="575186"/>
                  <a:pt x="899685" y="591930"/>
                </a:cubicBezTo>
                <a:lnTo>
                  <a:pt x="900000" y="596430"/>
                </a:lnTo>
                <a:cubicBezTo>
                  <a:pt x="900023" y="613314"/>
                  <a:pt x="887567" y="627615"/>
                  <a:pt x="870840" y="629910"/>
                </a:cubicBezTo>
                <a:lnTo>
                  <a:pt x="866250" y="630225"/>
                </a:lnTo>
                <a:lnTo>
                  <a:pt x="761580" y="630225"/>
                </a:lnTo>
                <a:cubicBezTo>
                  <a:pt x="747932" y="696389"/>
                  <a:pt x="696186" y="748066"/>
                  <a:pt x="630000" y="761625"/>
                </a:cubicBezTo>
                <a:lnTo>
                  <a:pt x="630000" y="866250"/>
                </a:lnTo>
                <a:cubicBezTo>
                  <a:pt x="629996" y="884889"/>
                  <a:pt x="614880" y="899996"/>
                  <a:pt x="596241" y="899991"/>
                </a:cubicBezTo>
                <a:cubicBezTo>
                  <a:pt x="579380" y="899987"/>
                  <a:pt x="565115" y="887540"/>
                  <a:pt x="562815" y="870840"/>
                </a:cubicBezTo>
                <a:lnTo>
                  <a:pt x="562500" y="866250"/>
                </a:lnTo>
                <a:lnTo>
                  <a:pt x="562500" y="764955"/>
                </a:lnTo>
                <a:lnTo>
                  <a:pt x="483705" y="764955"/>
                </a:lnTo>
                <a:lnTo>
                  <a:pt x="483750" y="866250"/>
                </a:lnTo>
                <a:cubicBezTo>
                  <a:pt x="483750" y="883116"/>
                  <a:pt x="471299" y="897390"/>
                  <a:pt x="454590" y="899685"/>
                </a:cubicBezTo>
                <a:lnTo>
                  <a:pt x="450000" y="900000"/>
                </a:lnTo>
                <a:cubicBezTo>
                  <a:pt x="433134" y="900000"/>
                  <a:pt x="418860" y="887549"/>
                  <a:pt x="416565" y="870840"/>
                </a:cubicBezTo>
                <a:lnTo>
                  <a:pt x="416250" y="866250"/>
                </a:lnTo>
                <a:lnTo>
                  <a:pt x="416205" y="764955"/>
                </a:lnTo>
                <a:lnTo>
                  <a:pt x="337500" y="764955"/>
                </a:lnTo>
                <a:lnTo>
                  <a:pt x="337500" y="866250"/>
                </a:lnTo>
                <a:cubicBezTo>
                  <a:pt x="337499" y="883116"/>
                  <a:pt x="325049" y="897390"/>
                  <a:pt x="308340" y="899685"/>
                </a:cubicBezTo>
                <a:lnTo>
                  <a:pt x="303750" y="900000"/>
                </a:lnTo>
                <a:cubicBezTo>
                  <a:pt x="286884" y="900000"/>
                  <a:pt x="272609" y="887549"/>
                  <a:pt x="270315" y="870840"/>
                </a:cubicBezTo>
                <a:lnTo>
                  <a:pt x="270000" y="866250"/>
                </a:lnTo>
                <a:lnTo>
                  <a:pt x="270000" y="761625"/>
                </a:lnTo>
                <a:cubicBezTo>
                  <a:pt x="203729" y="748062"/>
                  <a:pt x="151939" y="696272"/>
                  <a:pt x="138375" y="630000"/>
                </a:cubicBezTo>
                <a:lnTo>
                  <a:pt x="33750" y="630000"/>
                </a:lnTo>
                <a:cubicBezTo>
                  <a:pt x="15111" y="629996"/>
                  <a:pt x="4" y="614880"/>
                  <a:pt x="10" y="596241"/>
                </a:cubicBezTo>
                <a:cubicBezTo>
                  <a:pt x="15" y="579380"/>
                  <a:pt x="12459" y="565115"/>
                  <a:pt x="29160" y="562815"/>
                </a:cubicBezTo>
                <a:lnTo>
                  <a:pt x="33750" y="562500"/>
                </a:lnTo>
                <a:lnTo>
                  <a:pt x="135000" y="562455"/>
                </a:lnTo>
                <a:lnTo>
                  <a:pt x="135000" y="483705"/>
                </a:lnTo>
                <a:lnTo>
                  <a:pt x="33750" y="483750"/>
                </a:lnTo>
                <a:cubicBezTo>
                  <a:pt x="16884" y="483750"/>
                  <a:pt x="2609" y="471299"/>
                  <a:pt x="315" y="454590"/>
                </a:cubicBezTo>
                <a:lnTo>
                  <a:pt x="0" y="450000"/>
                </a:lnTo>
                <a:cubicBezTo>
                  <a:pt x="1" y="433134"/>
                  <a:pt x="12452" y="418860"/>
                  <a:pt x="29160" y="416565"/>
                </a:cubicBezTo>
                <a:lnTo>
                  <a:pt x="33750" y="416250"/>
                </a:lnTo>
                <a:lnTo>
                  <a:pt x="135000" y="416205"/>
                </a:lnTo>
                <a:lnTo>
                  <a:pt x="135000" y="337455"/>
                </a:lnTo>
                <a:lnTo>
                  <a:pt x="33750" y="337500"/>
                </a:lnTo>
                <a:cubicBezTo>
                  <a:pt x="16884" y="337499"/>
                  <a:pt x="2609" y="325049"/>
                  <a:pt x="315" y="308340"/>
                </a:cubicBezTo>
                <a:lnTo>
                  <a:pt x="0" y="303750"/>
                </a:lnTo>
                <a:cubicBezTo>
                  <a:pt x="1" y="286884"/>
                  <a:pt x="12452" y="272609"/>
                  <a:pt x="29160" y="270315"/>
                </a:cubicBezTo>
                <a:lnTo>
                  <a:pt x="33750" y="270000"/>
                </a:lnTo>
                <a:lnTo>
                  <a:pt x="138375" y="269955"/>
                </a:lnTo>
                <a:cubicBezTo>
                  <a:pt x="151955" y="203701"/>
                  <a:pt x="203742" y="151933"/>
                  <a:pt x="270000" y="138375"/>
                </a:cubicBezTo>
                <a:lnTo>
                  <a:pt x="270000" y="33750"/>
                </a:lnTo>
                <a:cubicBezTo>
                  <a:pt x="270006" y="15111"/>
                  <a:pt x="285121" y="4"/>
                  <a:pt x="303760" y="10"/>
                </a:cubicBezTo>
                <a:cubicBezTo>
                  <a:pt x="320618" y="15"/>
                  <a:pt x="334887" y="12459"/>
                  <a:pt x="337185" y="29160"/>
                </a:cubicBezTo>
                <a:lnTo>
                  <a:pt x="337500" y="33750"/>
                </a:lnTo>
                <a:lnTo>
                  <a:pt x="337500" y="134955"/>
                </a:lnTo>
                <a:lnTo>
                  <a:pt x="416205" y="134955"/>
                </a:lnTo>
                <a:lnTo>
                  <a:pt x="416250" y="33750"/>
                </a:lnTo>
                <a:cubicBezTo>
                  <a:pt x="416250" y="16884"/>
                  <a:pt x="428702" y="2609"/>
                  <a:pt x="445410" y="315"/>
                </a:cubicBezTo>
                <a:lnTo>
                  <a:pt x="450000" y="0"/>
                </a:lnTo>
                <a:cubicBezTo>
                  <a:pt x="466866" y="1"/>
                  <a:pt x="481140" y="12452"/>
                  <a:pt x="483435" y="29160"/>
                </a:cubicBezTo>
                <a:lnTo>
                  <a:pt x="483750" y="33750"/>
                </a:lnTo>
                <a:lnTo>
                  <a:pt x="483705" y="134955"/>
                </a:lnTo>
                <a:lnTo>
                  <a:pt x="562500" y="134955"/>
                </a:lnTo>
                <a:lnTo>
                  <a:pt x="562500" y="33750"/>
                </a:lnTo>
                <a:cubicBezTo>
                  <a:pt x="562496" y="18574"/>
                  <a:pt x="572625" y="5262"/>
                  <a:pt x="587250" y="1215"/>
                </a:cubicBezTo>
                <a:lnTo>
                  <a:pt x="591660" y="315"/>
                </a:lnTo>
                <a:lnTo>
                  <a:pt x="596250" y="0"/>
                </a:lnTo>
                <a:close/>
                <a:moveTo>
                  <a:pt x="450225" y="315225"/>
                </a:moveTo>
                <a:cubicBezTo>
                  <a:pt x="375665" y="315225"/>
                  <a:pt x="315225" y="375665"/>
                  <a:pt x="315225" y="450225"/>
                </a:cubicBezTo>
                <a:cubicBezTo>
                  <a:pt x="315225" y="524786"/>
                  <a:pt x="375665" y="585225"/>
                  <a:pt x="450225" y="585225"/>
                </a:cubicBezTo>
                <a:cubicBezTo>
                  <a:pt x="524786" y="585225"/>
                  <a:pt x="585225" y="524786"/>
                  <a:pt x="585225" y="450225"/>
                </a:cubicBezTo>
                <a:cubicBezTo>
                  <a:pt x="585225" y="375665"/>
                  <a:pt x="524786" y="315225"/>
                  <a:pt x="450225" y="315225"/>
                </a:cubicBezTo>
                <a:close/>
                <a:moveTo>
                  <a:pt x="450225" y="382725"/>
                </a:moveTo>
                <a:cubicBezTo>
                  <a:pt x="487503" y="382725"/>
                  <a:pt x="517725" y="412947"/>
                  <a:pt x="517725" y="450225"/>
                </a:cubicBezTo>
                <a:cubicBezTo>
                  <a:pt x="517725" y="487503"/>
                  <a:pt x="487503" y="517725"/>
                  <a:pt x="450225" y="517725"/>
                </a:cubicBezTo>
                <a:cubicBezTo>
                  <a:pt x="412947" y="517725"/>
                  <a:pt x="382725" y="487503"/>
                  <a:pt x="382725" y="450225"/>
                </a:cubicBezTo>
                <a:cubicBezTo>
                  <a:pt x="382725" y="412947"/>
                  <a:pt x="412947" y="382725"/>
                  <a:pt x="450225" y="382725"/>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9" name="Freeform 28">
            <a:extLst>
              <a:ext uri="{FF2B5EF4-FFF2-40B4-BE49-F238E27FC236}">
                <a16:creationId xmlns:a16="http://schemas.microsoft.com/office/drawing/2014/main" id="{FFE8BF9E-8D64-34D5-8F1A-D0B40F2EA204}"/>
              </a:ext>
            </a:extLst>
          </p:cNvPr>
          <p:cNvSpPr/>
          <p:nvPr/>
        </p:nvSpPr>
        <p:spPr>
          <a:xfrm>
            <a:off x="7098196" y="5278655"/>
            <a:ext cx="340367" cy="442477"/>
          </a:xfrm>
          <a:custGeom>
            <a:avLst/>
            <a:gdLst>
              <a:gd name="connsiteX0" fmla="*/ 371250 w 675000"/>
              <a:gd name="connsiteY0" fmla="*/ 720000 h 877500"/>
              <a:gd name="connsiteX1" fmla="*/ 472500 w 675000"/>
              <a:gd name="connsiteY1" fmla="*/ 720000 h 877500"/>
              <a:gd name="connsiteX2" fmla="*/ 472500 w 675000"/>
              <a:gd name="connsiteY2" fmla="*/ 877500 h 877500"/>
              <a:gd name="connsiteX3" fmla="*/ 371250 w 675000"/>
              <a:gd name="connsiteY3" fmla="*/ 877500 h 877500"/>
              <a:gd name="connsiteX4" fmla="*/ 202500 w 675000"/>
              <a:gd name="connsiteY4" fmla="*/ 720000 h 877500"/>
              <a:gd name="connsiteX5" fmla="*/ 303750 w 675000"/>
              <a:gd name="connsiteY5" fmla="*/ 720000 h 877500"/>
              <a:gd name="connsiteX6" fmla="*/ 303750 w 675000"/>
              <a:gd name="connsiteY6" fmla="*/ 877500 h 877500"/>
              <a:gd name="connsiteX7" fmla="*/ 202500 w 675000"/>
              <a:gd name="connsiteY7" fmla="*/ 877500 h 877500"/>
              <a:gd name="connsiteX8" fmla="*/ 495000 w 675000"/>
              <a:gd name="connsiteY8" fmla="*/ 472500 h 877500"/>
              <a:gd name="connsiteX9" fmla="*/ 450000 w 675000"/>
              <a:gd name="connsiteY9" fmla="*/ 517500 h 877500"/>
              <a:gd name="connsiteX10" fmla="*/ 495000 w 675000"/>
              <a:gd name="connsiteY10" fmla="*/ 562500 h 877500"/>
              <a:gd name="connsiteX11" fmla="*/ 540000 w 675000"/>
              <a:gd name="connsiteY11" fmla="*/ 517500 h 877500"/>
              <a:gd name="connsiteX12" fmla="*/ 495000 w 675000"/>
              <a:gd name="connsiteY12" fmla="*/ 472500 h 877500"/>
              <a:gd name="connsiteX13" fmla="*/ 337500 w 675000"/>
              <a:gd name="connsiteY13" fmla="*/ 472500 h 877500"/>
              <a:gd name="connsiteX14" fmla="*/ 292500 w 675000"/>
              <a:gd name="connsiteY14" fmla="*/ 517500 h 877500"/>
              <a:gd name="connsiteX15" fmla="*/ 337500 w 675000"/>
              <a:gd name="connsiteY15" fmla="*/ 562500 h 877500"/>
              <a:gd name="connsiteX16" fmla="*/ 382500 w 675000"/>
              <a:gd name="connsiteY16" fmla="*/ 517500 h 877500"/>
              <a:gd name="connsiteX17" fmla="*/ 337500 w 675000"/>
              <a:gd name="connsiteY17" fmla="*/ 472500 h 877500"/>
              <a:gd name="connsiteX18" fmla="*/ 180000 w 675000"/>
              <a:gd name="connsiteY18" fmla="*/ 472500 h 877500"/>
              <a:gd name="connsiteX19" fmla="*/ 135000 w 675000"/>
              <a:gd name="connsiteY19" fmla="*/ 517500 h 877500"/>
              <a:gd name="connsiteX20" fmla="*/ 180000 w 675000"/>
              <a:gd name="connsiteY20" fmla="*/ 562500 h 877500"/>
              <a:gd name="connsiteX21" fmla="*/ 225000 w 675000"/>
              <a:gd name="connsiteY21" fmla="*/ 517500 h 877500"/>
              <a:gd name="connsiteX22" fmla="*/ 180000 w 675000"/>
              <a:gd name="connsiteY22" fmla="*/ 472500 h 877500"/>
              <a:gd name="connsiteX23" fmla="*/ 337500 w 675000"/>
              <a:gd name="connsiteY23" fmla="*/ 315000 h 877500"/>
              <a:gd name="connsiteX24" fmla="*/ 292500 w 675000"/>
              <a:gd name="connsiteY24" fmla="*/ 360000 h 877500"/>
              <a:gd name="connsiteX25" fmla="*/ 337500 w 675000"/>
              <a:gd name="connsiteY25" fmla="*/ 405000 h 877500"/>
              <a:gd name="connsiteX26" fmla="*/ 382500 w 675000"/>
              <a:gd name="connsiteY26" fmla="*/ 360000 h 877500"/>
              <a:gd name="connsiteX27" fmla="*/ 337500 w 675000"/>
              <a:gd name="connsiteY27" fmla="*/ 315000 h 877500"/>
              <a:gd name="connsiteX28" fmla="*/ 180000 w 675000"/>
              <a:gd name="connsiteY28" fmla="*/ 315000 h 877500"/>
              <a:gd name="connsiteX29" fmla="*/ 135000 w 675000"/>
              <a:gd name="connsiteY29" fmla="*/ 360000 h 877500"/>
              <a:gd name="connsiteX30" fmla="*/ 180000 w 675000"/>
              <a:gd name="connsiteY30" fmla="*/ 405000 h 877500"/>
              <a:gd name="connsiteX31" fmla="*/ 225000 w 675000"/>
              <a:gd name="connsiteY31" fmla="*/ 360000 h 877500"/>
              <a:gd name="connsiteX32" fmla="*/ 180000 w 675000"/>
              <a:gd name="connsiteY32" fmla="*/ 315000 h 877500"/>
              <a:gd name="connsiteX33" fmla="*/ 337500 w 675000"/>
              <a:gd name="connsiteY33" fmla="*/ 157500 h 877500"/>
              <a:gd name="connsiteX34" fmla="*/ 292500 w 675000"/>
              <a:gd name="connsiteY34" fmla="*/ 202500 h 877500"/>
              <a:gd name="connsiteX35" fmla="*/ 337500 w 675000"/>
              <a:gd name="connsiteY35" fmla="*/ 247500 h 877500"/>
              <a:gd name="connsiteX36" fmla="*/ 382500 w 675000"/>
              <a:gd name="connsiteY36" fmla="*/ 202500 h 877500"/>
              <a:gd name="connsiteX37" fmla="*/ 337500 w 675000"/>
              <a:gd name="connsiteY37" fmla="*/ 157500 h 877500"/>
              <a:gd name="connsiteX38" fmla="*/ 180000 w 675000"/>
              <a:gd name="connsiteY38" fmla="*/ 157500 h 877500"/>
              <a:gd name="connsiteX39" fmla="*/ 135000 w 675000"/>
              <a:gd name="connsiteY39" fmla="*/ 202500 h 877500"/>
              <a:gd name="connsiteX40" fmla="*/ 180000 w 675000"/>
              <a:gd name="connsiteY40" fmla="*/ 247500 h 877500"/>
              <a:gd name="connsiteX41" fmla="*/ 225000 w 675000"/>
              <a:gd name="connsiteY41" fmla="*/ 202500 h 877500"/>
              <a:gd name="connsiteX42" fmla="*/ 180000 w 675000"/>
              <a:gd name="connsiteY42" fmla="*/ 157500 h 877500"/>
              <a:gd name="connsiteX43" fmla="*/ 101250 w 675000"/>
              <a:gd name="connsiteY43" fmla="*/ 0 h 877500"/>
              <a:gd name="connsiteX44" fmla="*/ 438750 w 675000"/>
              <a:gd name="connsiteY44" fmla="*/ 0 h 877500"/>
              <a:gd name="connsiteX45" fmla="*/ 540000 w 675000"/>
              <a:gd name="connsiteY45" fmla="*/ 101250 h 877500"/>
              <a:gd name="connsiteX46" fmla="*/ 540000 w 675000"/>
              <a:gd name="connsiteY46" fmla="*/ 337500 h 877500"/>
              <a:gd name="connsiteX47" fmla="*/ 573750 w 675000"/>
              <a:gd name="connsiteY47" fmla="*/ 337500 h 877500"/>
              <a:gd name="connsiteX48" fmla="*/ 675000 w 675000"/>
              <a:gd name="connsiteY48" fmla="*/ 438750 h 877500"/>
              <a:gd name="connsiteX49" fmla="*/ 675000 w 675000"/>
              <a:gd name="connsiteY49" fmla="*/ 843750 h 877500"/>
              <a:gd name="connsiteX50" fmla="*/ 641250 w 675000"/>
              <a:gd name="connsiteY50" fmla="*/ 877500 h 877500"/>
              <a:gd name="connsiteX51" fmla="*/ 540000 w 675000"/>
              <a:gd name="connsiteY51" fmla="*/ 877500 h 877500"/>
              <a:gd name="connsiteX52" fmla="*/ 540000 w 675000"/>
              <a:gd name="connsiteY52" fmla="*/ 686250 h 877500"/>
              <a:gd name="connsiteX53" fmla="*/ 506250 w 675000"/>
              <a:gd name="connsiteY53" fmla="*/ 652500 h 877500"/>
              <a:gd name="connsiteX54" fmla="*/ 168750 w 675000"/>
              <a:gd name="connsiteY54" fmla="*/ 652500 h 877500"/>
              <a:gd name="connsiteX55" fmla="*/ 135000 w 675000"/>
              <a:gd name="connsiteY55" fmla="*/ 686250 h 877500"/>
              <a:gd name="connsiteX56" fmla="*/ 135000 w 675000"/>
              <a:gd name="connsiteY56" fmla="*/ 877500 h 877500"/>
              <a:gd name="connsiteX57" fmla="*/ 33750 w 675000"/>
              <a:gd name="connsiteY57" fmla="*/ 877500 h 877500"/>
              <a:gd name="connsiteX58" fmla="*/ 0 w 675000"/>
              <a:gd name="connsiteY58" fmla="*/ 843750 h 877500"/>
              <a:gd name="connsiteX59" fmla="*/ 0 w 675000"/>
              <a:gd name="connsiteY59" fmla="*/ 101250 h 877500"/>
              <a:gd name="connsiteX60" fmla="*/ 101250 w 675000"/>
              <a:gd name="connsiteY60" fmla="*/ 0 h 87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75000" h="877500">
                <a:moveTo>
                  <a:pt x="371250" y="720000"/>
                </a:moveTo>
                <a:lnTo>
                  <a:pt x="472500" y="720000"/>
                </a:lnTo>
                <a:lnTo>
                  <a:pt x="472500" y="877500"/>
                </a:lnTo>
                <a:lnTo>
                  <a:pt x="371250" y="877500"/>
                </a:lnTo>
                <a:close/>
                <a:moveTo>
                  <a:pt x="202500" y="720000"/>
                </a:moveTo>
                <a:lnTo>
                  <a:pt x="303750" y="720000"/>
                </a:lnTo>
                <a:lnTo>
                  <a:pt x="303750" y="877500"/>
                </a:lnTo>
                <a:lnTo>
                  <a:pt x="202500" y="877500"/>
                </a:lnTo>
                <a:close/>
                <a:moveTo>
                  <a:pt x="495000" y="472500"/>
                </a:moveTo>
                <a:cubicBezTo>
                  <a:pt x="470146" y="472500"/>
                  <a:pt x="450000" y="492646"/>
                  <a:pt x="450000" y="517500"/>
                </a:cubicBezTo>
                <a:cubicBezTo>
                  <a:pt x="450000" y="542354"/>
                  <a:pt x="470146" y="562500"/>
                  <a:pt x="495000" y="562500"/>
                </a:cubicBezTo>
                <a:cubicBezTo>
                  <a:pt x="519853" y="562500"/>
                  <a:pt x="540000" y="542354"/>
                  <a:pt x="540000" y="517500"/>
                </a:cubicBezTo>
                <a:cubicBezTo>
                  <a:pt x="540000" y="492646"/>
                  <a:pt x="519853" y="472500"/>
                  <a:pt x="495000" y="472500"/>
                </a:cubicBezTo>
                <a:close/>
                <a:moveTo>
                  <a:pt x="337500" y="472500"/>
                </a:moveTo>
                <a:cubicBezTo>
                  <a:pt x="312646" y="472500"/>
                  <a:pt x="292500" y="492646"/>
                  <a:pt x="292500" y="517500"/>
                </a:cubicBezTo>
                <a:cubicBezTo>
                  <a:pt x="292500" y="542354"/>
                  <a:pt x="312646" y="562500"/>
                  <a:pt x="337500" y="562500"/>
                </a:cubicBezTo>
                <a:cubicBezTo>
                  <a:pt x="362354" y="562500"/>
                  <a:pt x="382500" y="542354"/>
                  <a:pt x="382500" y="517500"/>
                </a:cubicBezTo>
                <a:cubicBezTo>
                  <a:pt x="382500" y="492646"/>
                  <a:pt x="362354" y="472500"/>
                  <a:pt x="337500" y="472500"/>
                </a:cubicBezTo>
                <a:close/>
                <a:moveTo>
                  <a:pt x="180000" y="472500"/>
                </a:moveTo>
                <a:cubicBezTo>
                  <a:pt x="155147" y="472500"/>
                  <a:pt x="135000" y="492646"/>
                  <a:pt x="135000" y="517500"/>
                </a:cubicBezTo>
                <a:cubicBezTo>
                  <a:pt x="135000" y="542354"/>
                  <a:pt x="155147" y="562500"/>
                  <a:pt x="180000" y="562500"/>
                </a:cubicBezTo>
                <a:cubicBezTo>
                  <a:pt x="204853" y="562500"/>
                  <a:pt x="225000" y="542354"/>
                  <a:pt x="225000" y="517500"/>
                </a:cubicBezTo>
                <a:cubicBezTo>
                  <a:pt x="225000" y="492646"/>
                  <a:pt x="204853" y="472500"/>
                  <a:pt x="180000" y="472500"/>
                </a:cubicBezTo>
                <a:close/>
                <a:moveTo>
                  <a:pt x="337500" y="315000"/>
                </a:moveTo>
                <a:cubicBezTo>
                  <a:pt x="312646" y="315000"/>
                  <a:pt x="292500" y="335147"/>
                  <a:pt x="292500" y="360000"/>
                </a:cubicBezTo>
                <a:cubicBezTo>
                  <a:pt x="292500" y="384854"/>
                  <a:pt x="312646" y="405000"/>
                  <a:pt x="337500" y="405000"/>
                </a:cubicBezTo>
                <a:cubicBezTo>
                  <a:pt x="362354" y="405000"/>
                  <a:pt x="382500" y="384854"/>
                  <a:pt x="382500" y="360000"/>
                </a:cubicBezTo>
                <a:cubicBezTo>
                  <a:pt x="382500" y="335147"/>
                  <a:pt x="362354" y="315000"/>
                  <a:pt x="337500" y="315000"/>
                </a:cubicBezTo>
                <a:close/>
                <a:moveTo>
                  <a:pt x="180000" y="315000"/>
                </a:moveTo>
                <a:cubicBezTo>
                  <a:pt x="155147" y="315000"/>
                  <a:pt x="135000" y="335147"/>
                  <a:pt x="135000" y="360000"/>
                </a:cubicBezTo>
                <a:cubicBezTo>
                  <a:pt x="135000" y="384854"/>
                  <a:pt x="155147" y="405000"/>
                  <a:pt x="180000" y="405000"/>
                </a:cubicBezTo>
                <a:cubicBezTo>
                  <a:pt x="204853" y="405000"/>
                  <a:pt x="225000" y="384854"/>
                  <a:pt x="225000" y="360000"/>
                </a:cubicBezTo>
                <a:cubicBezTo>
                  <a:pt x="225000" y="335147"/>
                  <a:pt x="204853" y="315000"/>
                  <a:pt x="180000" y="315000"/>
                </a:cubicBezTo>
                <a:close/>
                <a:moveTo>
                  <a:pt x="337500" y="157500"/>
                </a:moveTo>
                <a:cubicBezTo>
                  <a:pt x="312646" y="157500"/>
                  <a:pt x="292500" y="177647"/>
                  <a:pt x="292500" y="202500"/>
                </a:cubicBezTo>
                <a:cubicBezTo>
                  <a:pt x="292500" y="227353"/>
                  <a:pt x="312646" y="247500"/>
                  <a:pt x="337500" y="247500"/>
                </a:cubicBezTo>
                <a:cubicBezTo>
                  <a:pt x="362354" y="247500"/>
                  <a:pt x="382500" y="227353"/>
                  <a:pt x="382500" y="202500"/>
                </a:cubicBezTo>
                <a:cubicBezTo>
                  <a:pt x="382500" y="177647"/>
                  <a:pt x="362354" y="157500"/>
                  <a:pt x="337500" y="157500"/>
                </a:cubicBezTo>
                <a:close/>
                <a:moveTo>
                  <a:pt x="180000" y="157500"/>
                </a:moveTo>
                <a:cubicBezTo>
                  <a:pt x="155147" y="157500"/>
                  <a:pt x="135000" y="177647"/>
                  <a:pt x="135000" y="202500"/>
                </a:cubicBezTo>
                <a:cubicBezTo>
                  <a:pt x="135000" y="227353"/>
                  <a:pt x="155147" y="247500"/>
                  <a:pt x="180000" y="247500"/>
                </a:cubicBezTo>
                <a:cubicBezTo>
                  <a:pt x="204853" y="247500"/>
                  <a:pt x="225000" y="227353"/>
                  <a:pt x="225000" y="202500"/>
                </a:cubicBezTo>
                <a:cubicBezTo>
                  <a:pt x="225000" y="177647"/>
                  <a:pt x="204853" y="157500"/>
                  <a:pt x="180000" y="157500"/>
                </a:cubicBezTo>
                <a:close/>
                <a:moveTo>
                  <a:pt x="101250" y="0"/>
                </a:moveTo>
                <a:lnTo>
                  <a:pt x="438750" y="0"/>
                </a:lnTo>
                <a:cubicBezTo>
                  <a:pt x="494667" y="0"/>
                  <a:pt x="540000" y="45331"/>
                  <a:pt x="540000" y="101250"/>
                </a:cubicBezTo>
                <a:lnTo>
                  <a:pt x="540000" y="337500"/>
                </a:lnTo>
                <a:lnTo>
                  <a:pt x="573750" y="337500"/>
                </a:lnTo>
                <a:cubicBezTo>
                  <a:pt x="629667" y="337500"/>
                  <a:pt x="675000" y="382833"/>
                  <a:pt x="675000" y="438750"/>
                </a:cubicBezTo>
                <a:lnTo>
                  <a:pt x="675000" y="843750"/>
                </a:lnTo>
                <a:cubicBezTo>
                  <a:pt x="675000" y="862389"/>
                  <a:pt x="659889" y="877500"/>
                  <a:pt x="641250" y="877500"/>
                </a:cubicBezTo>
                <a:lnTo>
                  <a:pt x="540000" y="877500"/>
                </a:lnTo>
                <a:lnTo>
                  <a:pt x="540000" y="686250"/>
                </a:lnTo>
                <a:cubicBezTo>
                  <a:pt x="540000" y="667611"/>
                  <a:pt x="524889" y="652500"/>
                  <a:pt x="506250" y="652500"/>
                </a:cubicBezTo>
                <a:lnTo>
                  <a:pt x="168750" y="652500"/>
                </a:lnTo>
                <a:cubicBezTo>
                  <a:pt x="150111" y="652500"/>
                  <a:pt x="135000" y="667611"/>
                  <a:pt x="135000" y="686250"/>
                </a:cubicBezTo>
                <a:lnTo>
                  <a:pt x="135000" y="877500"/>
                </a:lnTo>
                <a:lnTo>
                  <a:pt x="33750" y="877500"/>
                </a:lnTo>
                <a:cubicBezTo>
                  <a:pt x="15120" y="877500"/>
                  <a:pt x="0" y="862380"/>
                  <a:pt x="0" y="843750"/>
                </a:cubicBezTo>
                <a:lnTo>
                  <a:pt x="0" y="101250"/>
                </a:lnTo>
                <a:cubicBezTo>
                  <a:pt x="0" y="45331"/>
                  <a:pt x="45331" y="0"/>
                  <a:pt x="101250" y="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 name="Freeform 29">
            <a:extLst>
              <a:ext uri="{FF2B5EF4-FFF2-40B4-BE49-F238E27FC236}">
                <a16:creationId xmlns:a16="http://schemas.microsoft.com/office/drawing/2014/main" id="{611E980A-4528-DFD9-224C-C24C428BC59F}"/>
              </a:ext>
            </a:extLst>
          </p:cNvPr>
          <p:cNvSpPr/>
          <p:nvPr/>
        </p:nvSpPr>
        <p:spPr>
          <a:xfrm>
            <a:off x="3254406" y="5295677"/>
            <a:ext cx="453963" cy="408432"/>
          </a:xfrm>
          <a:custGeom>
            <a:avLst/>
            <a:gdLst>
              <a:gd name="connsiteX0" fmla="*/ 337502 w 900278"/>
              <a:gd name="connsiteY0" fmla="*/ 449925 h 809983"/>
              <a:gd name="connsiteX1" fmla="*/ 292502 w 900278"/>
              <a:gd name="connsiteY1" fmla="*/ 494925 h 809983"/>
              <a:gd name="connsiteX2" fmla="*/ 337502 w 900278"/>
              <a:gd name="connsiteY2" fmla="*/ 539925 h 809983"/>
              <a:gd name="connsiteX3" fmla="*/ 382502 w 900278"/>
              <a:gd name="connsiteY3" fmla="*/ 494925 h 809983"/>
              <a:gd name="connsiteX4" fmla="*/ 337502 w 900278"/>
              <a:gd name="connsiteY4" fmla="*/ 449925 h 809983"/>
              <a:gd name="connsiteX5" fmla="*/ 672933 w 900278"/>
              <a:gd name="connsiteY5" fmla="*/ 153374 h 809983"/>
              <a:gd name="connsiteX6" fmla="*/ 705328 w 900278"/>
              <a:gd name="connsiteY6" fmla="*/ 166508 h 809983"/>
              <a:gd name="connsiteX7" fmla="*/ 868368 w 900278"/>
              <a:gd name="connsiteY7" fmla="*/ 615299 h 809983"/>
              <a:gd name="connsiteX8" fmla="*/ 899419 w 900278"/>
              <a:gd name="connsiteY8" fmla="*/ 756419 h 809983"/>
              <a:gd name="connsiteX9" fmla="*/ 899594 w 900278"/>
              <a:gd name="connsiteY9" fmla="*/ 772948 h 809983"/>
              <a:gd name="connsiteX10" fmla="*/ 847668 w 900278"/>
              <a:gd name="connsiteY10" fmla="*/ 809294 h 809983"/>
              <a:gd name="connsiteX11" fmla="*/ 701508 w 900278"/>
              <a:gd name="connsiteY11" fmla="*/ 780044 h 809983"/>
              <a:gd name="connsiteX12" fmla="*/ 562502 w 900278"/>
              <a:gd name="connsiteY12" fmla="*/ 809924 h 809983"/>
              <a:gd name="connsiteX13" fmla="*/ 333001 w 900278"/>
              <a:gd name="connsiteY13" fmla="*/ 719924 h 809983"/>
              <a:gd name="connsiteX14" fmla="*/ 521718 w 900278"/>
              <a:gd name="connsiteY14" fmla="*/ 672746 h 809983"/>
              <a:gd name="connsiteX15" fmla="*/ 672933 w 900278"/>
              <a:gd name="connsiteY15" fmla="*/ 153374 h 809983"/>
              <a:gd name="connsiteX16" fmla="*/ 337502 w 900278"/>
              <a:gd name="connsiteY16" fmla="*/ 134970 h 809983"/>
              <a:gd name="connsiteX17" fmla="*/ 276482 w 900278"/>
              <a:gd name="connsiteY17" fmla="*/ 148740 h 809983"/>
              <a:gd name="connsiteX18" fmla="*/ 229096 w 900278"/>
              <a:gd name="connsiteY18" fmla="*/ 197790 h 809983"/>
              <a:gd name="connsiteX19" fmla="*/ 244379 w 900278"/>
              <a:gd name="connsiteY19" fmla="*/ 243007 h 809983"/>
              <a:gd name="connsiteX20" fmla="*/ 288407 w 900278"/>
              <a:gd name="connsiteY20" fmla="*/ 229920 h 809983"/>
              <a:gd name="connsiteX21" fmla="*/ 308297 w 900278"/>
              <a:gd name="connsiteY21" fmla="*/ 208320 h 809983"/>
              <a:gd name="connsiteX22" fmla="*/ 337502 w 900278"/>
              <a:gd name="connsiteY22" fmla="*/ 202470 h 809983"/>
              <a:gd name="connsiteX23" fmla="*/ 368102 w 900278"/>
              <a:gd name="connsiteY23" fmla="*/ 213180 h 809983"/>
              <a:gd name="connsiteX24" fmla="*/ 382502 w 900278"/>
              <a:gd name="connsiteY24" fmla="*/ 247425 h 809983"/>
              <a:gd name="connsiteX25" fmla="*/ 356042 w 900278"/>
              <a:gd name="connsiteY25" fmla="*/ 278385 h 809983"/>
              <a:gd name="connsiteX26" fmla="*/ 303752 w 900278"/>
              <a:gd name="connsiteY26" fmla="*/ 371175 h 809983"/>
              <a:gd name="connsiteX27" fmla="*/ 337502 w 900278"/>
              <a:gd name="connsiteY27" fmla="*/ 404925 h 809983"/>
              <a:gd name="connsiteX28" fmla="*/ 371252 w 900278"/>
              <a:gd name="connsiteY28" fmla="*/ 371175 h 809983"/>
              <a:gd name="connsiteX29" fmla="*/ 397712 w 900278"/>
              <a:gd name="connsiteY29" fmla="*/ 331440 h 809983"/>
              <a:gd name="connsiteX30" fmla="*/ 401537 w 900278"/>
              <a:gd name="connsiteY30" fmla="*/ 328515 h 809983"/>
              <a:gd name="connsiteX31" fmla="*/ 450002 w 900278"/>
              <a:gd name="connsiteY31" fmla="*/ 247425 h 809983"/>
              <a:gd name="connsiteX32" fmla="*/ 410942 w 900278"/>
              <a:gd name="connsiteY32" fmla="*/ 160935 h 809983"/>
              <a:gd name="connsiteX33" fmla="*/ 337502 w 900278"/>
              <a:gd name="connsiteY33" fmla="*/ 134970 h 809983"/>
              <a:gd name="connsiteX34" fmla="*/ 337577 w 900278"/>
              <a:gd name="connsiteY34" fmla="*/ 0 h 809983"/>
              <a:gd name="connsiteX35" fmla="*/ 675003 w 900278"/>
              <a:gd name="connsiteY35" fmla="*/ 337573 h 809983"/>
              <a:gd name="connsiteX36" fmla="*/ 337427 w 900278"/>
              <a:gd name="connsiteY36" fmla="*/ 675001 h 809983"/>
              <a:gd name="connsiteX37" fmla="*/ 198496 w 900278"/>
              <a:gd name="connsiteY37" fmla="*/ 645045 h 809983"/>
              <a:gd name="connsiteX38" fmla="*/ 52876 w 900278"/>
              <a:gd name="connsiteY38" fmla="*/ 674385 h 809983"/>
              <a:gd name="connsiteX39" fmla="*/ 870 w 900278"/>
              <a:gd name="connsiteY39" fmla="*/ 638146 h 809983"/>
              <a:gd name="connsiteX40" fmla="*/ 990 w 900278"/>
              <a:gd name="connsiteY40" fmla="*/ 621735 h 809983"/>
              <a:gd name="connsiteX41" fmla="*/ 31635 w 900278"/>
              <a:gd name="connsiteY41" fmla="*/ 480300 h 809983"/>
              <a:gd name="connsiteX42" fmla="*/ 0 w 900278"/>
              <a:gd name="connsiteY42" fmla="*/ 337425 h 809983"/>
              <a:gd name="connsiteX43" fmla="*/ 337577 w 900278"/>
              <a:gd name="connsiteY43" fmla="*/ 0 h 80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0278" h="809983">
                <a:moveTo>
                  <a:pt x="337502" y="449925"/>
                </a:moveTo>
                <a:cubicBezTo>
                  <a:pt x="312649" y="449925"/>
                  <a:pt x="292502" y="470071"/>
                  <a:pt x="292502" y="494925"/>
                </a:cubicBezTo>
                <a:cubicBezTo>
                  <a:pt x="292502" y="519778"/>
                  <a:pt x="312649" y="539925"/>
                  <a:pt x="337502" y="539925"/>
                </a:cubicBezTo>
                <a:cubicBezTo>
                  <a:pt x="362355" y="539925"/>
                  <a:pt x="382502" y="519778"/>
                  <a:pt x="382502" y="494925"/>
                </a:cubicBezTo>
                <a:cubicBezTo>
                  <a:pt x="382502" y="470071"/>
                  <a:pt x="362355" y="449925"/>
                  <a:pt x="337502" y="449925"/>
                </a:cubicBezTo>
                <a:close/>
                <a:moveTo>
                  <a:pt x="672933" y="153374"/>
                </a:moveTo>
                <a:cubicBezTo>
                  <a:pt x="683953" y="157190"/>
                  <a:pt x="694767" y="161573"/>
                  <a:pt x="705328" y="166508"/>
                </a:cubicBezTo>
                <a:cubicBezTo>
                  <a:pt x="874281" y="245417"/>
                  <a:pt x="947276" y="446347"/>
                  <a:pt x="868368" y="615299"/>
                </a:cubicBezTo>
                <a:cubicBezTo>
                  <a:pt x="879731" y="662113"/>
                  <a:pt x="890086" y="709160"/>
                  <a:pt x="899419" y="756419"/>
                </a:cubicBezTo>
                <a:cubicBezTo>
                  <a:pt x="900503" y="761869"/>
                  <a:pt x="900562" y="767476"/>
                  <a:pt x="899594" y="772948"/>
                </a:cubicBezTo>
                <a:cubicBezTo>
                  <a:pt x="895292" y="797324"/>
                  <a:pt x="872045" y="813596"/>
                  <a:pt x="847668" y="809294"/>
                </a:cubicBezTo>
                <a:cubicBezTo>
                  <a:pt x="819453" y="804344"/>
                  <a:pt x="758208" y="793094"/>
                  <a:pt x="701508" y="780044"/>
                </a:cubicBezTo>
                <a:cubicBezTo>
                  <a:pt x="659072" y="799259"/>
                  <a:pt x="612002" y="809924"/>
                  <a:pt x="562502" y="809924"/>
                </a:cubicBezTo>
                <a:cubicBezTo>
                  <a:pt x="477366" y="810050"/>
                  <a:pt x="395353" y="777889"/>
                  <a:pt x="333001" y="719924"/>
                </a:cubicBezTo>
                <a:cubicBezTo>
                  <a:pt x="398922" y="720725"/>
                  <a:pt x="463929" y="704471"/>
                  <a:pt x="521718" y="672746"/>
                </a:cubicBezTo>
                <a:cubicBezTo>
                  <a:pt x="706894" y="571082"/>
                  <a:pt x="774597" y="338554"/>
                  <a:pt x="672933" y="153374"/>
                </a:cubicBezTo>
                <a:close/>
                <a:moveTo>
                  <a:pt x="337502" y="134970"/>
                </a:moveTo>
                <a:cubicBezTo>
                  <a:pt x="317027" y="134970"/>
                  <a:pt x="296012" y="138300"/>
                  <a:pt x="276482" y="148740"/>
                </a:cubicBezTo>
                <a:cubicBezTo>
                  <a:pt x="256591" y="159360"/>
                  <a:pt x="240931" y="175875"/>
                  <a:pt x="229096" y="197790"/>
                </a:cubicBezTo>
                <a:cubicBezTo>
                  <a:pt x="220830" y="214497"/>
                  <a:pt x="227673" y="234741"/>
                  <a:pt x="244379" y="243007"/>
                </a:cubicBezTo>
                <a:cubicBezTo>
                  <a:pt x="260218" y="250844"/>
                  <a:pt x="279420" y="245136"/>
                  <a:pt x="288407" y="229920"/>
                </a:cubicBezTo>
                <a:cubicBezTo>
                  <a:pt x="295022" y="217770"/>
                  <a:pt x="301817" y="211740"/>
                  <a:pt x="308297" y="208320"/>
                </a:cubicBezTo>
                <a:cubicBezTo>
                  <a:pt x="315047" y="204675"/>
                  <a:pt x="324227" y="202470"/>
                  <a:pt x="337502" y="202470"/>
                </a:cubicBezTo>
                <a:cubicBezTo>
                  <a:pt x="347582" y="202470"/>
                  <a:pt x="359417" y="206025"/>
                  <a:pt x="368102" y="213180"/>
                </a:cubicBezTo>
                <a:cubicBezTo>
                  <a:pt x="375797" y="219480"/>
                  <a:pt x="382502" y="229560"/>
                  <a:pt x="382502" y="247425"/>
                </a:cubicBezTo>
                <a:cubicBezTo>
                  <a:pt x="382502" y="256200"/>
                  <a:pt x="379127" y="260250"/>
                  <a:pt x="356042" y="278385"/>
                </a:cubicBezTo>
                <a:cubicBezTo>
                  <a:pt x="335792" y="294315"/>
                  <a:pt x="303752" y="320145"/>
                  <a:pt x="303752" y="371175"/>
                </a:cubicBezTo>
                <a:cubicBezTo>
                  <a:pt x="303752" y="389814"/>
                  <a:pt x="318862" y="404925"/>
                  <a:pt x="337502" y="404925"/>
                </a:cubicBezTo>
                <a:cubicBezTo>
                  <a:pt x="356141" y="404925"/>
                  <a:pt x="371252" y="389814"/>
                  <a:pt x="371252" y="371175"/>
                </a:cubicBezTo>
                <a:cubicBezTo>
                  <a:pt x="371252" y="354525"/>
                  <a:pt x="378632" y="346470"/>
                  <a:pt x="397712" y="331440"/>
                </a:cubicBezTo>
                <a:lnTo>
                  <a:pt x="401537" y="328515"/>
                </a:lnTo>
                <a:cubicBezTo>
                  <a:pt x="418952" y="315105"/>
                  <a:pt x="450002" y="291300"/>
                  <a:pt x="450002" y="247425"/>
                </a:cubicBezTo>
                <a:cubicBezTo>
                  <a:pt x="450002" y="209265"/>
                  <a:pt x="434207" y="180015"/>
                  <a:pt x="410942" y="160935"/>
                </a:cubicBezTo>
                <a:cubicBezTo>
                  <a:pt x="390121" y="144190"/>
                  <a:pt x="364218" y="135033"/>
                  <a:pt x="337502" y="134970"/>
                </a:cubicBezTo>
                <a:close/>
                <a:moveTo>
                  <a:pt x="337577" y="0"/>
                </a:moveTo>
                <a:cubicBezTo>
                  <a:pt x="523974" y="41"/>
                  <a:pt x="675044" y="151179"/>
                  <a:pt x="675003" y="337573"/>
                </a:cubicBezTo>
                <a:cubicBezTo>
                  <a:pt x="674963" y="523972"/>
                  <a:pt x="523825" y="675042"/>
                  <a:pt x="337427" y="675001"/>
                </a:cubicBezTo>
                <a:cubicBezTo>
                  <a:pt x="289515" y="674988"/>
                  <a:pt x="242155" y="664777"/>
                  <a:pt x="198496" y="645045"/>
                </a:cubicBezTo>
                <a:cubicBezTo>
                  <a:pt x="141886" y="658095"/>
                  <a:pt x="80911" y="669345"/>
                  <a:pt x="52876" y="674385"/>
                </a:cubicBezTo>
                <a:cubicBezTo>
                  <a:pt x="28508" y="678741"/>
                  <a:pt x="5224" y="662514"/>
                  <a:pt x="870" y="638146"/>
                </a:cubicBezTo>
                <a:cubicBezTo>
                  <a:pt x="-100" y="632715"/>
                  <a:pt x="-60" y="627153"/>
                  <a:pt x="990" y="621735"/>
                </a:cubicBezTo>
                <a:cubicBezTo>
                  <a:pt x="6300" y="594285"/>
                  <a:pt x="18090" y="535425"/>
                  <a:pt x="31635" y="480300"/>
                </a:cubicBezTo>
                <a:cubicBezTo>
                  <a:pt x="10732" y="435574"/>
                  <a:pt x="-69" y="386794"/>
                  <a:pt x="0" y="337425"/>
                </a:cubicBezTo>
                <a:cubicBezTo>
                  <a:pt x="42" y="151029"/>
                  <a:pt x="151180" y="-41"/>
                  <a:pt x="337577" y="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250736928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7859-5FAB-64FB-6BC7-5D60C39530FF}"/>
              </a:ext>
            </a:extLst>
          </p:cNvPr>
          <p:cNvSpPr>
            <a:spLocks noGrp="1"/>
          </p:cNvSpPr>
          <p:nvPr>
            <p:ph type="title"/>
          </p:nvPr>
        </p:nvSpPr>
        <p:spPr/>
        <p:txBody>
          <a:bodyPr/>
          <a:lstStyle/>
          <a:p>
            <a:r>
              <a:rPr lang="en-US" dirty="0"/>
              <a:t>Miscellaneous</a:t>
            </a:r>
          </a:p>
        </p:txBody>
      </p:sp>
      <p:sp>
        <p:nvSpPr>
          <p:cNvPr id="3" name="TextBox 2">
            <a:extLst>
              <a:ext uri="{FF2B5EF4-FFF2-40B4-BE49-F238E27FC236}">
                <a16:creationId xmlns:a16="http://schemas.microsoft.com/office/drawing/2014/main" id="{419020FF-33E3-A4FE-F383-E3EC1773D8FE}"/>
              </a:ext>
            </a:extLst>
          </p:cNvPr>
          <p:cNvSpPr txBox="1"/>
          <p:nvPr/>
        </p:nvSpPr>
        <p:spPr>
          <a:xfrm>
            <a:off x="584200" y="1073426"/>
            <a:ext cx="498534"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Input</a:t>
            </a:r>
          </a:p>
        </p:txBody>
      </p:sp>
      <p:sp>
        <p:nvSpPr>
          <p:cNvPr id="4" name="TextBox 3">
            <a:extLst>
              <a:ext uri="{FF2B5EF4-FFF2-40B4-BE49-F238E27FC236}">
                <a16:creationId xmlns:a16="http://schemas.microsoft.com/office/drawing/2014/main" id="{875275FE-2AC0-1A7D-9776-8A098C054089}"/>
              </a:ext>
            </a:extLst>
          </p:cNvPr>
          <p:cNvSpPr txBox="1"/>
          <p:nvPr/>
        </p:nvSpPr>
        <p:spPr>
          <a:xfrm>
            <a:off x="4374321" y="1073426"/>
            <a:ext cx="670055"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Output</a:t>
            </a:r>
          </a:p>
        </p:txBody>
      </p:sp>
      <p:sp>
        <p:nvSpPr>
          <p:cNvPr id="5" name="TextBox 4">
            <a:extLst>
              <a:ext uri="{FF2B5EF4-FFF2-40B4-BE49-F238E27FC236}">
                <a16:creationId xmlns:a16="http://schemas.microsoft.com/office/drawing/2014/main" id="{23F9231C-31E7-B3AC-8020-6CBF6DE5FFBF}"/>
              </a:ext>
            </a:extLst>
          </p:cNvPr>
          <p:cNvSpPr txBox="1"/>
          <p:nvPr/>
        </p:nvSpPr>
        <p:spPr>
          <a:xfrm>
            <a:off x="8137939" y="1073426"/>
            <a:ext cx="570284" cy="246221"/>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w="3175">
                  <a:noFill/>
                </a:ln>
                <a:solidFill>
                  <a:srgbClr val="2A446F"/>
                </a:solidFill>
                <a:effectLst/>
                <a:uLnTx/>
                <a:uFillTx/>
                <a:latin typeface="Segoe Sans Text Semibold"/>
                <a:ea typeface="+mn-ea"/>
                <a:cs typeface="Segoe UI" panose="020B0502040204020203" pitchFamily="34" charset="0"/>
              </a:rPr>
              <a:t>Arrow</a:t>
            </a:r>
          </a:p>
        </p:txBody>
      </p:sp>
      <p:sp>
        <p:nvSpPr>
          <p:cNvPr id="12" name="Graphic 6">
            <a:extLst>
              <a:ext uri="{FF2B5EF4-FFF2-40B4-BE49-F238E27FC236}">
                <a16:creationId xmlns:a16="http://schemas.microsoft.com/office/drawing/2014/main" id="{4E9BC11D-FF1E-F857-1901-F9EFC5C81DD8}"/>
              </a:ext>
            </a:extLst>
          </p:cNvPr>
          <p:cNvSpPr/>
          <p:nvPr/>
        </p:nvSpPr>
        <p:spPr>
          <a:xfrm>
            <a:off x="9478032" y="2837493"/>
            <a:ext cx="810011" cy="720044"/>
          </a:xfrm>
          <a:custGeom>
            <a:avLst/>
            <a:gdLst>
              <a:gd name="connsiteX0" fmla="*/ 481680 w 810011"/>
              <a:gd name="connsiteY0" fmla="*/ 13935 h 720044"/>
              <a:gd name="connsiteX1" fmla="*/ 418059 w 810011"/>
              <a:gd name="connsiteY1" fmla="*/ 12443 h 720044"/>
              <a:gd name="connsiteX2" fmla="*/ 416565 w 810011"/>
              <a:gd name="connsiteY2" fmla="*/ 76065 h 720044"/>
              <a:gd name="connsiteX3" fmla="*/ 418545 w 810011"/>
              <a:gd name="connsiteY3" fmla="*/ 78015 h 720044"/>
              <a:gd name="connsiteX4" fmla="*/ 660150 w 810011"/>
              <a:gd name="connsiteY4" fmla="*/ 316155 h 720044"/>
              <a:gd name="connsiteX5" fmla="*/ 45000 w 810011"/>
              <a:gd name="connsiteY5" fmla="*/ 316155 h 720044"/>
              <a:gd name="connsiteX6" fmla="*/ 0 w 810011"/>
              <a:gd name="connsiteY6" fmla="*/ 361155 h 720044"/>
              <a:gd name="connsiteX7" fmla="*/ 45000 w 810011"/>
              <a:gd name="connsiteY7" fmla="*/ 406155 h 720044"/>
              <a:gd name="connsiteX8" fmla="*/ 659925 w 810011"/>
              <a:gd name="connsiteY8" fmla="*/ 406155 h 720044"/>
              <a:gd name="connsiteX9" fmla="*/ 418500 w 810011"/>
              <a:gd name="connsiteY9" fmla="*/ 643980 h 720044"/>
              <a:gd name="connsiteX10" fmla="*/ 419994 w 810011"/>
              <a:gd name="connsiteY10" fmla="*/ 707601 h 720044"/>
              <a:gd name="connsiteX11" fmla="*/ 481635 w 810011"/>
              <a:gd name="connsiteY11" fmla="*/ 708060 h 720044"/>
              <a:gd name="connsiteX12" fmla="*/ 793260 w 810011"/>
              <a:gd name="connsiteY12" fmla="*/ 401070 h 720044"/>
              <a:gd name="connsiteX13" fmla="*/ 793814 w 810011"/>
              <a:gd name="connsiteY13" fmla="*/ 321524 h 720044"/>
              <a:gd name="connsiteX14" fmla="*/ 793260 w 810011"/>
              <a:gd name="connsiteY14" fmla="*/ 320970 h 720044"/>
              <a:gd name="connsiteX15" fmla="*/ 481635 w 810011"/>
              <a:gd name="connsiteY15" fmla="*/ 13935 h 72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10011" h="720044">
                <a:moveTo>
                  <a:pt x="481680" y="13935"/>
                </a:moveTo>
                <a:cubicBezTo>
                  <a:pt x="464521" y="-4046"/>
                  <a:pt x="436041" y="-4714"/>
                  <a:pt x="418059" y="12443"/>
                </a:cubicBezTo>
                <a:cubicBezTo>
                  <a:pt x="400077" y="29599"/>
                  <a:pt x="399407" y="58084"/>
                  <a:pt x="416565" y="76065"/>
                </a:cubicBezTo>
                <a:cubicBezTo>
                  <a:pt x="417204" y="76735"/>
                  <a:pt x="417866" y="77386"/>
                  <a:pt x="418545" y="78015"/>
                </a:cubicBezTo>
                <a:lnTo>
                  <a:pt x="660150" y="316155"/>
                </a:lnTo>
                <a:lnTo>
                  <a:pt x="45000" y="316155"/>
                </a:lnTo>
                <a:cubicBezTo>
                  <a:pt x="20147" y="316155"/>
                  <a:pt x="0" y="336302"/>
                  <a:pt x="0" y="361155"/>
                </a:cubicBezTo>
                <a:cubicBezTo>
                  <a:pt x="0" y="386009"/>
                  <a:pt x="20147" y="406155"/>
                  <a:pt x="45000" y="406155"/>
                </a:cubicBezTo>
                <a:lnTo>
                  <a:pt x="659925" y="406155"/>
                </a:lnTo>
                <a:lnTo>
                  <a:pt x="418500" y="643980"/>
                </a:lnTo>
                <a:cubicBezTo>
                  <a:pt x="401342" y="661963"/>
                  <a:pt x="402012" y="690447"/>
                  <a:pt x="419994" y="707601"/>
                </a:cubicBezTo>
                <a:cubicBezTo>
                  <a:pt x="437193" y="724013"/>
                  <a:pt x="464193" y="724216"/>
                  <a:pt x="481635" y="708060"/>
                </a:cubicBezTo>
                <a:lnTo>
                  <a:pt x="793260" y="401070"/>
                </a:lnTo>
                <a:cubicBezTo>
                  <a:pt x="815377" y="379254"/>
                  <a:pt x="815625" y="343641"/>
                  <a:pt x="793814" y="321524"/>
                </a:cubicBezTo>
                <a:cubicBezTo>
                  <a:pt x="793629" y="321339"/>
                  <a:pt x="793444" y="321155"/>
                  <a:pt x="793260" y="320970"/>
                </a:cubicBezTo>
                <a:lnTo>
                  <a:pt x="481635" y="13935"/>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 name="Graphic 8">
            <a:extLst>
              <a:ext uri="{FF2B5EF4-FFF2-40B4-BE49-F238E27FC236}">
                <a16:creationId xmlns:a16="http://schemas.microsoft.com/office/drawing/2014/main" id="{8DBA80DE-CB07-C824-4F25-29330F1AA962}"/>
              </a:ext>
            </a:extLst>
          </p:cNvPr>
          <p:cNvSpPr/>
          <p:nvPr/>
        </p:nvSpPr>
        <p:spPr>
          <a:xfrm>
            <a:off x="5727700" y="2830349"/>
            <a:ext cx="736600" cy="736600"/>
          </a:xfrm>
          <a:custGeom>
            <a:avLst/>
            <a:gdLst>
              <a:gd name="connsiteX0" fmla="*/ 157500 w 832500"/>
              <a:gd name="connsiteY0" fmla="*/ 90000 h 832500"/>
              <a:gd name="connsiteX1" fmla="*/ 90000 w 832500"/>
              <a:gd name="connsiteY1" fmla="*/ 157500 h 832500"/>
              <a:gd name="connsiteX2" fmla="*/ 90000 w 832500"/>
              <a:gd name="connsiteY2" fmla="*/ 675000 h 832500"/>
              <a:gd name="connsiteX3" fmla="*/ 157500 w 832500"/>
              <a:gd name="connsiteY3" fmla="*/ 742500 h 832500"/>
              <a:gd name="connsiteX4" fmla="*/ 675000 w 832500"/>
              <a:gd name="connsiteY4" fmla="*/ 742500 h 832500"/>
              <a:gd name="connsiteX5" fmla="*/ 742500 w 832500"/>
              <a:gd name="connsiteY5" fmla="*/ 675000 h 832500"/>
              <a:gd name="connsiteX6" fmla="*/ 742500 w 832500"/>
              <a:gd name="connsiteY6" fmla="*/ 495000 h 832500"/>
              <a:gd name="connsiteX7" fmla="*/ 787500 w 832500"/>
              <a:gd name="connsiteY7" fmla="*/ 450000 h 832500"/>
              <a:gd name="connsiteX8" fmla="*/ 832500 w 832500"/>
              <a:gd name="connsiteY8" fmla="*/ 495000 h 832500"/>
              <a:gd name="connsiteX9" fmla="*/ 832500 w 832500"/>
              <a:gd name="connsiteY9" fmla="*/ 675000 h 832500"/>
              <a:gd name="connsiteX10" fmla="*/ 675000 w 832500"/>
              <a:gd name="connsiteY10" fmla="*/ 832500 h 832500"/>
              <a:gd name="connsiteX11" fmla="*/ 157500 w 832500"/>
              <a:gd name="connsiteY11" fmla="*/ 832500 h 832500"/>
              <a:gd name="connsiteX12" fmla="*/ 0 w 832500"/>
              <a:gd name="connsiteY12" fmla="*/ 675000 h 832500"/>
              <a:gd name="connsiteX13" fmla="*/ 0 w 832500"/>
              <a:gd name="connsiteY13" fmla="*/ 157500 h 832500"/>
              <a:gd name="connsiteX14" fmla="*/ 157500 w 832500"/>
              <a:gd name="connsiteY14" fmla="*/ 0 h 832500"/>
              <a:gd name="connsiteX15" fmla="*/ 337500 w 832500"/>
              <a:gd name="connsiteY15" fmla="*/ 0 h 832500"/>
              <a:gd name="connsiteX16" fmla="*/ 382500 w 832500"/>
              <a:gd name="connsiteY16" fmla="*/ 45000 h 832500"/>
              <a:gd name="connsiteX17" fmla="*/ 337500 w 832500"/>
              <a:gd name="connsiteY17" fmla="*/ 90000 h 832500"/>
              <a:gd name="connsiteX18" fmla="*/ 157500 w 832500"/>
              <a:gd name="connsiteY18" fmla="*/ 90000 h 832500"/>
              <a:gd name="connsiteX19" fmla="*/ 450000 w 832500"/>
              <a:gd name="connsiteY19" fmla="*/ 45000 h 832500"/>
              <a:gd name="connsiteX20" fmla="*/ 495000 w 832500"/>
              <a:gd name="connsiteY20" fmla="*/ 0 h 832500"/>
              <a:gd name="connsiteX21" fmla="*/ 787500 w 832500"/>
              <a:gd name="connsiteY21" fmla="*/ 0 h 832500"/>
              <a:gd name="connsiteX22" fmla="*/ 832500 w 832500"/>
              <a:gd name="connsiteY22" fmla="*/ 45000 h 832500"/>
              <a:gd name="connsiteX23" fmla="*/ 832500 w 832500"/>
              <a:gd name="connsiteY23" fmla="*/ 337500 h 832500"/>
              <a:gd name="connsiteX24" fmla="*/ 787500 w 832500"/>
              <a:gd name="connsiteY24" fmla="*/ 382500 h 832500"/>
              <a:gd name="connsiteX25" fmla="*/ 742500 w 832500"/>
              <a:gd name="connsiteY25" fmla="*/ 337500 h 832500"/>
              <a:gd name="connsiteX26" fmla="*/ 742500 w 832500"/>
              <a:gd name="connsiteY26" fmla="*/ 153630 h 832500"/>
              <a:gd name="connsiteX27" fmla="*/ 526815 w 832500"/>
              <a:gd name="connsiteY27" fmla="*/ 369315 h 832500"/>
              <a:gd name="connsiteX28" fmla="*/ 463185 w 832500"/>
              <a:gd name="connsiteY28" fmla="*/ 370422 h 832500"/>
              <a:gd name="connsiteX29" fmla="*/ 462078 w 832500"/>
              <a:gd name="connsiteY29" fmla="*/ 306791 h 832500"/>
              <a:gd name="connsiteX30" fmla="*/ 463185 w 832500"/>
              <a:gd name="connsiteY30" fmla="*/ 305685 h 832500"/>
              <a:gd name="connsiteX31" fmla="*/ 678870 w 832500"/>
              <a:gd name="connsiteY31" fmla="*/ 90000 h 832500"/>
              <a:gd name="connsiteX32" fmla="*/ 495000 w 832500"/>
              <a:gd name="connsiteY32" fmla="*/ 90000 h 832500"/>
              <a:gd name="connsiteX33" fmla="*/ 450000 w 832500"/>
              <a:gd name="connsiteY33" fmla="*/ 45000 h 83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32500" h="832500">
                <a:moveTo>
                  <a:pt x="157500" y="90000"/>
                </a:moveTo>
                <a:cubicBezTo>
                  <a:pt x="120221" y="90000"/>
                  <a:pt x="90000" y="120221"/>
                  <a:pt x="90000" y="157500"/>
                </a:cubicBezTo>
                <a:lnTo>
                  <a:pt x="90000" y="675000"/>
                </a:lnTo>
                <a:cubicBezTo>
                  <a:pt x="90000" y="712278"/>
                  <a:pt x="120221" y="742500"/>
                  <a:pt x="157500" y="742500"/>
                </a:cubicBezTo>
                <a:lnTo>
                  <a:pt x="675000" y="742500"/>
                </a:lnTo>
                <a:cubicBezTo>
                  <a:pt x="712278" y="742500"/>
                  <a:pt x="742500" y="712278"/>
                  <a:pt x="742500" y="675000"/>
                </a:cubicBezTo>
                <a:lnTo>
                  <a:pt x="742500" y="495000"/>
                </a:lnTo>
                <a:cubicBezTo>
                  <a:pt x="742500" y="470146"/>
                  <a:pt x="762647" y="450000"/>
                  <a:pt x="787500" y="450000"/>
                </a:cubicBezTo>
                <a:cubicBezTo>
                  <a:pt x="812354" y="450000"/>
                  <a:pt x="832500" y="470146"/>
                  <a:pt x="832500" y="495000"/>
                </a:cubicBezTo>
                <a:lnTo>
                  <a:pt x="832500" y="675000"/>
                </a:lnTo>
                <a:cubicBezTo>
                  <a:pt x="832500" y="761985"/>
                  <a:pt x="761985" y="832500"/>
                  <a:pt x="675000" y="832500"/>
                </a:cubicBezTo>
                <a:lnTo>
                  <a:pt x="157500" y="832500"/>
                </a:lnTo>
                <a:cubicBezTo>
                  <a:pt x="70515" y="832500"/>
                  <a:pt x="0" y="761985"/>
                  <a:pt x="0" y="675000"/>
                </a:cubicBezTo>
                <a:lnTo>
                  <a:pt x="0" y="157500"/>
                </a:lnTo>
                <a:cubicBezTo>
                  <a:pt x="0" y="70515"/>
                  <a:pt x="70515" y="0"/>
                  <a:pt x="157500" y="0"/>
                </a:cubicBezTo>
                <a:lnTo>
                  <a:pt x="337500" y="0"/>
                </a:lnTo>
                <a:cubicBezTo>
                  <a:pt x="362354" y="0"/>
                  <a:pt x="382500" y="20147"/>
                  <a:pt x="382500" y="45000"/>
                </a:cubicBezTo>
                <a:cubicBezTo>
                  <a:pt x="382500" y="69853"/>
                  <a:pt x="362354" y="90000"/>
                  <a:pt x="337500" y="90000"/>
                </a:cubicBezTo>
                <a:lnTo>
                  <a:pt x="157500" y="90000"/>
                </a:lnTo>
                <a:close/>
                <a:moveTo>
                  <a:pt x="450000" y="45000"/>
                </a:moveTo>
                <a:cubicBezTo>
                  <a:pt x="450000" y="20147"/>
                  <a:pt x="470146" y="0"/>
                  <a:pt x="495000" y="0"/>
                </a:cubicBezTo>
                <a:lnTo>
                  <a:pt x="787500" y="0"/>
                </a:lnTo>
                <a:cubicBezTo>
                  <a:pt x="812354" y="0"/>
                  <a:pt x="832500" y="20147"/>
                  <a:pt x="832500" y="45000"/>
                </a:cubicBezTo>
                <a:lnTo>
                  <a:pt x="832500" y="337500"/>
                </a:lnTo>
                <a:cubicBezTo>
                  <a:pt x="832500" y="362354"/>
                  <a:pt x="812354" y="382500"/>
                  <a:pt x="787500" y="382500"/>
                </a:cubicBezTo>
                <a:cubicBezTo>
                  <a:pt x="762647" y="382500"/>
                  <a:pt x="742500" y="362354"/>
                  <a:pt x="742500" y="337500"/>
                </a:cubicBezTo>
                <a:lnTo>
                  <a:pt x="742500" y="153630"/>
                </a:lnTo>
                <a:lnTo>
                  <a:pt x="526815" y="369315"/>
                </a:lnTo>
                <a:cubicBezTo>
                  <a:pt x="509549" y="387193"/>
                  <a:pt x="481064" y="387689"/>
                  <a:pt x="463185" y="370422"/>
                </a:cubicBezTo>
                <a:cubicBezTo>
                  <a:pt x="445307" y="353156"/>
                  <a:pt x="444812" y="324667"/>
                  <a:pt x="462078" y="306791"/>
                </a:cubicBezTo>
                <a:cubicBezTo>
                  <a:pt x="462443" y="306416"/>
                  <a:pt x="462812" y="306047"/>
                  <a:pt x="463185" y="305685"/>
                </a:cubicBezTo>
                <a:lnTo>
                  <a:pt x="678870" y="90000"/>
                </a:lnTo>
                <a:lnTo>
                  <a:pt x="495000" y="90000"/>
                </a:lnTo>
                <a:cubicBezTo>
                  <a:pt x="470146" y="90000"/>
                  <a:pt x="450000" y="69853"/>
                  <a:pt x="450000" y="45000"/>
                </a:cubicBez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4" name="Graphic 10">
            <a:extLst>
              <a:ext uri="{FF2B5EF4-FFF2-40B4-BE49-F238E27FC236}">
                <a16:creationId xmlns:a16="http://schemas.microsoft.com/office/drawing/2014/main" id="{6269B1A8-5843-0E7D-8585-278929AE2C2D}"/>
              </a:ext>
            </a:extLst>
          </p:cNvPr>
          <p:cNvSpPr/>
          <p:nvPr/>
        </p:nvSpPr>
        <p:spPr>
          <a:xfrm>
            <a:off x="1903877" y="2793649"/>
            <a:ext cx="810225" cy="810090"/>
          </a:xfrm>
          <a:custGeom>
            <a:avLst/>
            <a:gdLst>
              <a:gd name="connsiteX0" fmla="*/ 168705 w 810225"/>
              <a:gd name="connsiteY0" fmla="*/ 0 h 810090"/>
              <a:gd name="connsiteX1" fmla="*/ 641475 w 810225"/>
              <a:gd name="connsiteY1" fmla="*/ 90 h 810090"/>
              <a:gd name="connsiteX2" fmla="*/ 810000 w 810225"/>
              <a:gd name="connsiteY2" fmla="*/ 159885 h 810090"/>
              <a:gd name="connsiteX3" fmla="*/ 810225 w 810225"/>
              <a:gd name="connsiteY3" fmla="*/ 168885 h 810090"/>
              <a:gd name="connsiteX4" fmla="*/ 810225 w 810225"/>
              <a:gd name="connsiteY4" fmla="*/ 371025 h 810090"/>
              <a:gd name="connsiteX5" fmla="*/ 776466 w 810225"/>
              <a:gd name="connsiteY5" fmla="*/ 404766 h 810090"/>
              <a:gd name="connsiteX6" fmla="*/ 743040 w 810225"/>
              <a:gd name="connsiteY6" fmla="*/ 375615 h 810090"/>
              <a:gd name="connsiteX7" fmla="*/ 742725 w 810225"/>
              <a:gd name="connsiteY7" fmla="*/ 371025 h 810090"/>
              <a:gd name="connsiteX8" fmla="*/ 742725 w 810225"/>
              <a:gd name="connsiteY8" fmla="*/ 168840 h 810090"/>
              <a:gd name="connsiteX9" fmla="*/ 648405 w 810225"/>
              <a:gd name="connsiteY9" fmla="*/ 67815 h 810090"/>
              <a:gd name="connsiteX10" fmla="*/ 641475 w 810225"/>
              <a:gd name="connsiteY10" fmla="*/ 67590 h 810090"/>
              <a:gd name="connsiteX11" fmla="*/ 168705 w 810225"/>
              <a:gd name="connsiteY11" fmla="*/ 67500 h 810090"/>
              <a:gd name="connsiteX12" fmla="*/ 67815 w 810225"/>
              <a:gd name="connsiteY12" fmla="*/ 160065 h 810090"/>
              <a:gd name="connsiteX13" fmla="*/ 67455 w 810225"/>
              <a:gd name="connsiteY13" fmla="*/ 167220 h 810090"/>
              <a:gd name="connsiteX14" fmla="*/ 67545 w 810225"/>
              <a:gd name="connsiteY14" fmla="*/ 641340 h 810090"/>
              <a:gd name="connsiteX15" fmla="*/ 161910 w 810225"/>
              <a:gd name="connsiteY15" fmla="*/ 742365 h 810090"/>
              <a:gd name="connsiteX16" fmla="*/ 168840 w 810225"/>
              <a:gd name="connsiteY16" fmla="*/ 742590 h 810090"/>
              <a:gd name="connsiteX17" fmla="*/ 371160 w 810225"/>
              <a:gd name="connsiteY17" fmla="*/ 742590 h 810090"/>
              <a:gd name="connsiteX18" fmla="*/ 404901 w 810225"/>
              <a:gd name="connsiteY18" fmla="*/ 776349 h 810090"/>
              <a:gd name="connsiteX19" fmla="*/ 375750 w 810225"/>
              <a:gd name="connsiteY19" fmla="*/ 809775 h 810090"/>
              <a:gd name="connsiteX20" fmla="*/ 371160 w 810225"/>
              <a:gd name="connsiteY20" fmla="*/ 810090 h 810090"/>
              <a:gd name="connsiteX21" fmla="*/ 168840 w 810225"/>
              <a:gd name="connsiteY21" fmla="*/ 810090 h 810090"/>
              <a:gd name="connsiteX22" fmla="*/ 315 w 810225"/>
              <a:gd name="connsiteY22" fmla="*/ 650340 h 810090"/>
              <a:gd name="connsiteX23" fmla="*/ 45 w 810225"/>
              <a:gd name="connsiteY23" fmla="*/ 641340 h 810090"/>
              <a:gd name="connsiteX24" fmla="*/ 0 w 810225"/>
              <a:gd name="connsiteY24" fmla="*/ 168840 h 810090"/>
              <a:gd name="connsiteX25" fmla="*/ 180 w 810225"/>
              <a:gd name="connsiteY25" fmla="*/ 159705 h 810090"/>
              <a:gd name="connsiteX26" fmla="*/ 159750 w 810225"/>
              <a:gd name="connsiteY26" fmla="*/ 225 h 810090"/>
              <a:gd name="connsiteX27" fmla="*/ 168750 w 810225"/>
              <a:gd name="connsiteY27" fmla="*/ 0 h 810090"/>
              <a:gd name="connsiteX28" fmla="*/ 312435 w 810225"/>
              <a:gd name="connsiteY28" fmla="*/ 270090 h 810090"/>
              <a:gd name="connsiteX29" fmla="*/ 584910 w 810225"/>
              <a:gd name="connsiteY29" fmla="*/ 270090 h 810090"/>
              <a:gd name="connsiteX30" fmla="*/ 629505 w 810225"/>
              <a:gd name="connsiteY30" fmla="*/ 315490 h 810090"/>
              <a:gd name="connsiteX31" fmla="*/ 590175 w 810225"/>
              <a:gd name="connsiteY31" fmla="*/ 359730 h 810090"/>
              <a:gd name="connsiteX32" fmla="*/ 584910 w 810225"/>
              <a:gd name="connsiteY32" fmla="*/ 360045 h 810090"/>
              <a:gd name="connsiteX33" fmla="*/ 423810 w 810225"/>
              <a:gd name="connsiteY33" fmla="*/ 360045 h 810090"/>
              <a:gd name="connsiteX34" fmla="*/ 718290 w 810225"/>
              <a:gd name="connsiteY34" fmla="*/ 654435 h 810090"/>
              <a:gd name="connsiteX35" fmla="*/ 722070 w 810225"/>
              <a:gd name="connsiteY35" fmla="*/ 713835 h 810090"/>
              <a:gd name="connsiteX36" fmla="*/ 718335 w 810225"/>
              <a:gd name="connsiteY36" fmla="*/ 718065 h 810090"/>
              <a:gd name="connsiteX37" fmla="*/ 658935 w 810225"/>
              <a:gd name="connsiteY37" fmla="*/ 721800 h 810090"/>
              <a:gd name="connsiteX38" fmla="*/ 654705 w 810225"/>
              <a:gd name="connsiteY38" fmla="*/ 718065 h 810090"/>
              <a:gd name="connsiteX39" fmla="*/ 360045 w 810225"/>
              <a:gd name="connsiteY39" fmla="*/ 423540 h 810090"/>
              <a:gd name="connsiteX40" fmla="*/ 360045 w 810225"/>
              <a:gd name="connsiteY40" fmla="*/ 585090 h 810090"/>
              <a:gd name="connsiteX41" fmla="*/ 320265 w 810225"/>
              <a:gd name="connsiteY41" fmla="*/ 629820 h 810090"/>
              <a:gd name="connsiteX42" fmla="*/ 315045 w 810225"/>
              <a:gd name="connsiteY42" fmla="*/ 630090 h 810090"/>
              <a:gd name="connsiteX43" fmla="*/ 270360 w 810225"/>
              <a:gd name="connsiteY43" fmla="*/ 590355 h 810090"/>
              <a:gd name="connsiteX44" fmla="*/ 270045 w 810225"/>
              <a:gd name="connsiteY44" fmla="*/ 585090 h 810090"/>
              <a:gd name="connsiteX45" fmla="*/ 270045 w 810225"/>
              <a:gd name="connsiteY45" fmla="*/ 315090 h 810090"/>
              <a:gd name="connsiteX46" fmla="*/ 270180 w 810225"/>
              <a:gd name="connsiteY46" fmla="*/ 311265 h 810090"/>
              <a:gd name="connsiteX47" fmla="*/ 270900 w 810225"/>
              <a:gd name="connsiteY47" fmla="*/ 306540 h 810090"/>
              <a:gd name="connsiteX48" fmla="*/ 271305 w 810225"/>
              <a:gd name="connsiteY48" fmla="*/ 304470 h 810090"/>
              <a:gd name="connsiteX49" fmla="*/ 272160 w 810225"/>
              <a:gd name="connsiteY49" fmla="*/ 301500 h 810090"/>
              <a:gd name="connsiteX50" fmla="*/ 273780 w 810225"/>
              <a:gd name="connsiteY50" fmla="*/ 297045 h 810090"/>
              <a:gd name="connsiteX51" fmla="*/ 276660 w 810225"/>
              <a:gd name="connsiteY51" fmla="*/ 291555 h 810090"/>
              <a:gd name="connsiteX52" fmla="*/ 283275 w 810225"/>
              <a:gd name="connsiteY52" fmla="*/ 283185 h 810090"/>
              <a:gd name="connsiteX53" fmla="*/ 288180 w 810225"/>
              <a:gd name="connsiteY53" fmla="*/ 278910 h 810090"/>
              <a:gd name="connsiteX54" fmla="*/ 293670 w 810225"/>
              <a:gd name="connsiteY54" fmla="*/ 275400 h 810090"/>
              <a:gd name="connsiteX55" fmla="*/ 298260 w 810225"/>
              <a:gd name="connsiteY55" fmla="*/ 273285 h 810090"/>
              <a:gd name="connsiteX56" fmla="*/ 302220 w 810225"/>
              <a:gd name="connsiteY56" fmla="*/ 271890 h 810090"/>
              <a:gd name="connsiteX57" fmla="*/ 307215 w 810225"/>
              <a:gd name="connsiteY57" fmla="*/ 270675 h 810090"/>
              <a:gd name="connsiteX58" fmla="*/ 312435 w 810225"/>
              <a:gd name="connsiteY58" fmla="*/ 270090 h 810090"/>
              <a:gd name="connsiteX59" fmla="*/ 584910 w 810225"/>
              <a:gd name="connsiteY59" fmla="*/ 270090 h 810090"/>
              <a:gd name="connsiteX60" fmla="*/ 312435 w 810225"/>
              <a:gd name="connsiteY60" fmla="*/ 270090 h 81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10225" h="810090">
                <a:moveTo>
                  <a:pt x="168705" y="0"/>
                </a:moveTo>
                <a:lnTo>
                  <a:pt x="641475" y="90"/>
                </a:lnTo>
                <a:cubicBezTo>
                  <a:pt x="731178" y="129"/>
                  <a:pt x="805194" y="70309"/>
                  <a:pt x="810000" y="159885"/>
                </a:cubicBezTo>
                <a:lnTo>
                  <a:pt x="810225" y="168885"/>
                </a:lnTo>
                <a:lnTo>
                  <a:pt x="810225" y="371025"/>
                </a:lnTo>
                <a:cubicBezTo>
                  <a:pt x="810220" y="389664"/>
                  <a:pt x="795105" y="404771"/>
                  <a:pt x="776466" y="404766"/>
                </a:cubicBezTo>
                <a:cubicBezTo>
                  <a:pt x="759605" y="404762"/>
                  <a:pt x="745340" y="392314"/>
                  <a:pt x="743040" y="375615"/>
                </a:cubicBezTo>
                <a:lnTo>
                  <a:pt x="742725" y="371025"/>
                </a:lnTo>
                <a:lnTo>
                  <a:pt x="742725" y="168840"/>
                </a:lnTo>
                <a:cubicBezTo>
                  <a:pt x="742725" y="115290"/>
                  <a:pt x="701100" y="71415"/>
                  <a:pt x="648405" y="67815"/>
                </a:cubicBezTo>
                <a:lnTo>
                  <a:pt x="641475" y="67590"/>
                </a:lnTo>
                <a:lnTo>
                  <a:pt x="168705" y="67500"/>
                </a:lnTo>
                <a:cubicBezTo>
                  <a:pt x="116139" y="67472"/>
                  <a:pt x="72302" y="107691"/>
                  <a:pt x="67815" y="160065"/>
                </a:cubicBezTo>
                <a:lnTo>
                  <a:pt x="67455" y="167220"/>
                </a:lnTo>
                <a:lnTo>
                  <a:pt x="67545" y="641340"/>
                </a:lnTo>
                <a:cubicBezTo>
                  <a:pt x="67590" y="694890"/>
                  <a:pt x="109215" y="738765"/>
                  <a:pt x="161910" y="742365"/>
                </a:cubicBezTo>
                <a:lnTo>
                  <a:pt x="168840" y="742590"/>
                </a:lnTo>
                <a:lnTo>
                  <a:pt x="371160" y="742590"/>
                </a:lnTo>
                <a:cubicBezTo>
                  <a:pt x="389799" y="742595"/>
                  <a:pt x="404906" y="757710"/>
                  <a:pt x="404901" y="776349"/>
                </a:cubicBezTo>
                <a:cubicBezTo>
                  <a:pt x="404897" y="793211"/>
                  <a:pt x="392450" y="807475"/>
                  <a:pt x="375750" y="809775"/>
                </a:cubicBezTo>
                <a:lnTo>
                  <a:pt x="371160" y="810090"/>
                </a:lnTo>
                <a:lnTo>
                  <a:pt x="168840" y="810090"/>
                </a:lnTo>
                <a:cubicBezTo>
                  <a:pt x="79151" y="810054"/>
                  <a:pt x="5144" y="739899"/>
                  <a:pt x="315" y="650340"/>
                </a:cubicBezTo>
                <a:lnTo>
                  <a:pt x="45" y="641340"/>
                </a:lnTo>
                <a:lnTo>
                  <a:pt x="0" y="168840"/>
                </a:lnTo>
                <a:lnTo>
                  <a:pt x="180" y="159705"/>
                </a:lnTo>
                <a:cubicBezTo>
                  <a:pt x="4777" y="73568"/>
                  <a:pt x="73611" y="4773"/>
                  <a:pt x="159750" y="225"/>
                </a:cubicBezTo>
                <a:lnTo>
                  <a:pt x="168750" y="0"/>
                </a:lnTo>
                <a:close/>
                <a:moveTo>
                  <a:pt x="312435" y="270090"/>
                </a:moveTo>
                <a:lnTo>
                  <a:pt x="584910" y="270090"/>
                </a:lnTo>
                <a:cubicBezTo>
                  <a:pt x="609764" y="270312"/>
                  <a:pt x="629730" y="290638"/>
                  <a:pt x="629505" y="315490"/>
                </a:cubicBezTo>
                <a:cubicBezTo>
                  <a:pt x="629307" y="338000"/>
                  <a:pt x="612504" y="356895"/>
                  <a:pt x="590175" y="359730"/>
                </a:cubicBezTo>
                <a:lnTo>
                  <a:pt x="584910" y="360045"/>
                </a:lnTo>
                <a:lnTo>
                  <a:pt x="423810" y="360045"/>
                </a:lnTo>
                <a:lnTo>
                  <a:pt x="718290" y="654435"/>
                </a:lnTo>
                <a:cubicBezTo>
                  <a:pt x="734333" y="670455"/>
                  <a:pt x="735953" y="695912"/>
                  <a:pt x="722070" y="713835"/>
                </a:cubicBezTo>
                <a:lnTo>
                  <a:pt x="718335" y="718065"/>
                </a:lnTo>
                <a:cubicBezTo>
                  <a:pt x="702302" y="734094"/>
                  <a:pt x="676850" y="735696"/>
                  <a:pt x="658935" y="721800"/>
                </a:cubicBezTo>
                <a:lnTo>
                  <a:pt x="654705" y="718065"/>
                </a:lnTo>
                <a:lnTo>
                  <a:pt x="360045" y="423540"/>
                </a:lnTo>
                <a:lnTo>
                  <a:pt x="360045" y="585090"/>
                </a:lnTo>
                <a:cubicBezTo>
                  <a:pt x="360063" y="607937"/>
                  <a:pt x="342959" y="627170"/>
                  <a:pt x="320265" y="629820"/>
                </a:cubicBezTo>
                <a:lnTo>
                  <a:pt x="315045" y="630090"/>
                </a:lnTo>
                <a:cubicBezTo>
                  <a:pt x="292231" y="630086"/>
                  <a:pt x="273029" y="613013"/>
                  <a:pt x="270360" y="590355"/>
                </a:cubicBezTo>
                <a:lnTo>
                  <a:pt x="270045" y="585090"/>
                </a:lnTo>
                <a:lnTo>
                  <a:pt x="270045" y="315090"/>
                </a:lnTo>
                <a:lnTo>
                  <a:pt x="270180" y="311265"/>
                </a:lnTo>
                <a:lnTo>
                  <a:pt x="270900" y="306540"/>
                </a:lnTo>
                <a:lnTo>
                  <a:pt x="271305" y="304470"/>
                </a:lnTo>
                <a:lnTo>
                  <a:pt x="272160" y="301500"/>
                </a:lnTo>
                <a:lnTo>
                  <a:pt x="273780" y="297045"/>
                </a:lnTo>
                <a:lnTo>
                  <a:pt x="276660" y="291555"/>
                </a:lnTo>
                <a:cubicBezTo>
                  <a:pt x="278524" y="288512"/>
                  <a:pt x="280745" y="285702"/>
                  <a:pt x="283275" y="283185"/>
                </a:cubicBezTo>
                <a:lnTo>
                  <a:pt x="288180" y="278910"/>
                </a:lnTo>
                <a:lnTo>
                  <a:pt x="293670" y="275400"/>
                </a:lnTo>
                <a:lnTo>
                  <a:pt x="298260" y="273285"/>
                </a:lnTo>
                <a:lnTo>
                  <a:pt x="302220" y="271890"/>
                </a:lnTo>
                <a:lnTo>
                  <a:pt x="307215" y="270675"/>
                </a:lnTo>
                <a:lnTo>
                  <a:pt x="312435" y="270090"/>
                </a:lnTo>
                <a:lnTo>
                  <a:pt x="584910" y="270090"/>
                </a:lnTo>
                <a:lnTo>
                  <a:pt x="312435" y="270090"/>
                </a:lnTo>
                <a:close/>
              </a:path>
            </a:pathLst>
          </a:custGeom>
          <a:gradFill flip="none" rotWithShape="1">
            <a:gsLst>
              <a:gs pos="30000">
                <a:schemeClr val="accent6"/>
              </a:gs>
              <a:gs pos="100000">
                <a:schemeClr val="tx2"/>
              </a:gs>
              <a:gs pos="0">
                <a:schemeClr val="accent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5" name="Graphic 6">
            <a:extLst>
              <a:ext uri="{FF2B5EF4-FFF2-40B4-BE49-F238E27FC236}">
                <a16:creationId xmlns:a16="http://schemas.microsoft.com/office/drawing/2014/main" id="{81875D3D-6C14-3995-423B-7897ABDF3CD4}"/>
              </a:ext>
            </a:extLst>
          </p:cNvPr>
          <p:cNvSpPr/>
          <p:nvPr/>
        </p:nvSpPr>
        <p:spPr>
          <a:xfrm>
            <a:off x="8512335" y="5323727"/>
            <a:ext cx="415998" cy="369794"/>
          </a:xfrm>
          <a:custGeom>
            <a:avLst/>
            <a:gdLst>
              <a:gd name="connsiteX0" fmla="*/ 481680 w 810011"/>
              <a:gd name="connsiteY0" fmla="*/ 13935 h 720044"/>
              <a:gd name="connsiteX1" fmla="*/ 418059 w 810011"/>
              <a:gd name="connsiteY1" fmla="*/ 12443 h 720044"/>
              <a:gd name="connsiteX2" fmla="*/ 416565 w 810011"/>
              <a:gd name="connsiteY2" fmla="*/ 76065 h 720044"/>
              <a:gd name="connsiteX3" fmla="*/ 418545 w 810011"/>
              <a:gd name="connsiteY3" fmla="*/ 78015 h 720044"/>
              <a:gd name="connsiteX4" fmla="*/ 660150 w 810011"/>
              <a:gd name="connsiteY4" fmla="*/ 316155 h 720044"/>
              <a:gd name="connsiteX5" fmla="*/ 45000 w 810011"/>
              <a:gd name="connsiteY5" fmla="*/ 316155 h 720044"/>
              <a:gd name="connsiteX6" fmla="*/ 0 w 810011"/>
              <a:gd name="connsiteY6" fmla="*/ 361155 h 720044"/>
              <a:gd name="connsiteX7" fmla="*/ 45000 w 810011"/>
              <a:gd name="connsiteY7" fmla="*/ 406155 h 720044"/>
              <a:gd name="connsiteX8" fmla="*/ 659925 w 810011"/>
              <a:gd name="connsiteY8" fmla="*/ 406155 h 720044"/>
              <a:gd name="connsiteX9" fmla="*/ 418500 w 810011"/>
              <a:gd name="connsiteY9" fmla="*/ 643980 h 720044"/>
              <a:gd name="connsiteX10" fmla="*/ 419994 w 810011"/>
              <a:gd name="connsiteY10" fmla="*/ 707601 h 720044"/>
              <a:gd name="connsiteX11" fmla="*/ 481635 w 810011"/>
              <a:gd name="connsiteY11" fmla="*/ 708060 h 720044"/>
              <a:gd name="connsiteX12" fmla="*/ 793260 w 810011"/>
              <a:gd name="connsiteY12" fmla="*/ 401070 h 720044"/>
              <a:gd name="connsiteX13" fmla="*/ 793814 w 810011"/>
              <a:gd name="connsiteY13" fmla="*/ 321524 h 720044"/>
              <a:gd name="connsiteX14" fmla="*/ 793260 w 810011"/>
              <a:gd name="connsiteY14" fmla="*/ 320970 h 720044"/>
              <a:gd name="connsiteX15" fmla="*/ 481635 w 810011"/>
              <a:gd name="connsiteY15" fmla="*/ 13935 h 72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10011" h="720044">
                <a:moveTo>
                  <a:pt x="481680" y="13935"/>
                </a:moveTo>
                <a:cubicBezTo>
                  <a:pt x="464521" y="-4046"/>
                  <a:pt x="436041" y="-4714"/>
                  <a:pt x="418059" y="12443"/>
                </a:cubicBezTo>
                <a:cubicBezTo>
                  <a:pt x="400077" y="29599"/>
                  <a:pt x="399407" y="58084"/>
                  <a:pt x="416565" y="76065"/>
                </a:cubicBezTo>
                <a:cubicBezTo>
                  <a:pt x="417204" y="76735"/>
                  <a:pt x="417866" y="77386"/>
                  <a:pt x="418545" y="78015"/>
                </a:cubicBezTo>
                <a:lnTo>
                  <a:pt x="660150" y="316155"/>
                </a:lnTo>
                <a:lnTo>
                  <a:pt x="45000" y="316155"/>
                </a:lnTo>
                <a:cubicBezTo>
                  <a:pt x="20147" y="316155"/>
                  <a:pt x="0" y="336302"/>
                  <a:pt x="0" y="361155"/>
                </a:cubicBezTo>
                <a:cubicBezTo>
                  <a:pt x="0" y="386009"/>
                  <a:pt x="20147" y="406155"/>
                  <a:pt x="45000" y="406155"/>
                </a:cubicBezTo>
                <a:lnTo>
                  <a:pt x="659925" y="406155"/>
                </a:lnTo>
                <a:lnTo>
                  <a:pt x="418500" y="643980"/>
                </a:lnTo>
                <a:cubicBezTo>
                  <a:pt x="401342" y="661963"/>
                  <a:pt x="402012" y="690447"/>
                  <a:pt x="419994" y="707601"/>
                </a:cubicBezTo>
                <a:cubicBezTo>
                  <a:pt x="437193" y="724013"/>
                  <a:pt x="464193" y="724216"/>
                  <a:pt x="481635" y="708060"/>
                </a:cubicBezTo>
                <a:lnTo>
                  <a:pt x="793260" y="401070"/>
                </a:lnTo>
                <a:cubicBezTo>
                  <a:pt x="815377" y="379254"/>
                  <a:pt x="815625" y="343641"/>
                  <a:pt x="793814" y="321524"/>
                </a:cubicBezTo>
                <a:cubicBezTo>
                  <a:pt x="793629" y="321339"/>
                  <a:pt x="793444" y="321155"/>
                  <a:pt x="793260" y="320970"/>
                </a:cubicBezTo>
                <a:lnTo>
                  <a:pt x="481635" y="13935"/>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6" name="Graphic 8">
            <a:extLst>
              <a:ext uri="{FF2B5EF4-FFF2-40B4-BE49-F238E27FC236}">
                <a16:creationId xmlns:a16="http://schemas.microsoft.com/office/drawing/2014/main" id="{FDAABCE8-F746-4FBB-9599-BECF71F70FCB}"/>
              </a:ext>
            </a:extLst>
          </p:cNvPr>
          <p:cNvSpPr/>
          <p:nvPr/>
        </p:nvSpPr>
        <p:spPr>
          <a:xfrm>
            <a:off x="4762002" y="5319476"/>
            <a:ext cx="378297" cy="378297"/>
          </a:xfrm>
          <a:custGeom>
            <a:avLst/>
            <a:gdLst>
              <a:gd name="connsiteX0" fmla="*/ 157500 w 832500"/>
              <a:gd name="connsiteY0" fmla="*/ 90000 h 832500"/>
              <a:gd name="connsiteX1" fmla="*/ 90000 w 832500"/>
              <a:gd name="connsiteY1" fmla="*/ 157500 h 832500"/>
              <a:gd name="connsiteX2" fmla="*/ 90000 w 832500"/>
              <a:gd name="connsiteY2" fmla="*/ 675000 h 832500"/>
              <a:gd name="connsiteX3" fmla="*/ 157500 w 832500"/>
              <a:gd name="connsiteY3" fmla="*/ 742500 h 832500"/>
              <a:gd name="connsiteX4" fmla="*/ 675000 w 832500"/>
              <a:gd name="connsiteY4" fmla="*/ 742500 h 832500"/>
              <a:gd name="connsiteX5" fmla="*/ 742500 w 832500"/>
              <a:gd name="connsiteY5" fmla="*/ 675000 h 832500"/>
              <a:gd name="connsiteX6" fmla="*/ 742500 w 832500"/>
              <a:gd name="connsiteY6" fmla="*/ 495000 h 832500"/>
              <a:gd name="connsiteX7" fmla="*/ 787500 w 832500"/>
              <a:gd name="connsiteY7" fmla="*/ 450000 h 832500"/>
              <a:gd name="connsiteX8" fmla="*/ 832500 w 832500"/>
              <a:gd name="connsiteY8" fmla="*/ 495000 h 832500"/>
              <a:gd name="connsiteX9" fmla="*/ 832500 w 832500"/>
              <a:gd name="connsiteY9" fmla="*/ 675000 h 832500"/>
              <a:gd name="connsiteX10" fmla="*/ 675000 w 832500"/>
              <a:gd name="connsiteY10" fmla="*/ 832500 h 832500"/>
              <a:gd name="connsiteX11" fmla="*/ 157500 w 832500"/>
              <a:gd name="connsiteY11" fmla="*/ 832500 h 832500"/>
              <a:gd name="connsiteX12" fmla="*/ 0 w 832500"/>
              <a:gd name="connsiteY12" fmla="*/ 675000 h 832500"/>
              <a:gd name="connsiteX13" fmla="*/ 0 w 832500"/>
              <a:gd name="connsiteY13" fmla="*/ 157500 h 832500"/>
              <a:gd name="connsiteX14" fmla="*/ 157500 w 832500"/>
              <a:gd name="connsiteY14" fmla="*/ 0 h 832500"/>
              <a:gd name="connsiteX15" fmla="*/ 337500 w 832500"/>
              <a:gd name="connsiteY15" fmla="*/ 0 h 832500"/>
              <a:gd name="connsiteX16" fmla="*/ 382500 w 832500"/>
              <a:gd name="connsiteY16" fmla="*/ 45000 h 832500"/>
              <a:gd name="connsiteX17" fmla="*/ 337500 w 832500"/>
              <a:gd name="connsiteY17" fmla="*/ 90000 h 832500"/>
              <a:gd name="connsiteX18" fmla="*/ 157500 w 832500"/>
              <a:gd name="connsiteY18" fmla="*/ 90000 h 832500"/>
              <a:gd name="connsiteX19" fmla="*/ 450000 w 832500"/>
              <a:gd name="connsiteY19" fmla="*/ 45000 h 832500"/>
              <a:gd name="connsiteX20" fmla="*/ 495000 w 832500"/>
              <a:gd name="connsiteY20" fmla="*/ 0 h 832500"/>
              <a:gd name="connsiteX21" fmla="*/ 787500 w 832500"/>
              <a:gd name="connsiteY21" fmla="*/ 0 h 832500"/>
              <a:gd name="connsiteX22" fmla="*/ 832500 w 832500"/>
              <a:gd name="connsiteY22" fmla="*/ 45000 h 832500"/>
              <a:gd name="connsiteX23" fmla="*/ 832500 w 832500"/>
              <a:gd name="connsiteY23" fmla="*/ 337500 h 832500"/>
              <a:gd name="connsiteX24" fmla="*/ 787500 w 832500"/>
              <a:gd name="connsiteY24" fmla="*/ 382500 h 832500"/>
              <a:gd name="connsiteX25" fmla="*/ 742500 w 832500"/>
              <a:gd name="connsiteY25" fmla="*/ 337500 h 832500"/>
              <a:gd name="connsiteX26" fmla="*/ 742500 w 832500"/>
              <a:gd name="connsiteY26" fmla="*/ 153630 h 832500"/>
              <a:gd name="connsiteX27" fmla="*/ 526815 w 832500"/>
              <a:gd name="connsiteY27" fmla="*/ 369315 h 832500"/>
              <a:gd name="connsiteX28" fmla="*/ 463185 w 832500"/>
              <a:gd name="connsiteY28" fmla="*/ 370422 h 832500"/>
              <a:gd name="connsiteX29" fmla="*/ 462078 w 832500"/>
              <a:gd name="connsiteY29" fmla="*/ 306791 h 832500"/>
              <a:gd name="connsiteX30" fmla="*/ 463185 w 832500"/>
              <a:gd name="connsiteY30" fmla="*/ 305685 h 832500"/>
              <a:gd name="connsiteX31" fmla="*/ 678870 w 832500"/>
              <a:gd name="connsiteY31" fmla="*/ 90000 h 832500"/>
              <a:gd name="connsiteX32" fmla="*/ 495000 w 832500"/>
              <a:gd name="connsiteY32" fmla="*/ 90000 h 832500"/>
              <a:gd name="connsiteX33" fmla="*/ 450000 w 832500"/>
              <a:gd name="connsiteY33" fmla="*/ 45000 h 83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32500" h="832500">
                <a:moveTo>
                  <a:pt x="157500" y="90000"/>
                </a:moveTo>
                <a:cubicBezTo>
                  <a:pt x="120221" y="90000"/>
                  <a:pt x="90000" y="120221"/>
                  <a:pt x="90000" y="157500"/>
                </a:cubicBezTo>
                <a:lnTo>
                  <a:pt x="90000" y="675000"/>
                </a:lnTo>
                <a:cubicBezTo>
                  <a:pt x="90000" y="712278"/>
                  <a:pt x="120221" y="742500"/>
                  <a:pt x="157500" y="742500"/>
                </a:cubicBezTo>
                <a:lnTo>
                  <a:pt x="675000" y="742500"/>
                </a:lnTo>
                <a:cubicBezTo>
                  <a:pt x="712278" y="742500"/>
                  <a:pt x="742500" y="712278"/>
                  <a:pt x="742500" y="675000"/>
                </a:cubicBezTo>
                <a:lnTo>
                  <a:pt x="742500" y="495000"/>
                </a:lnTo>
                <a:cubicBezTo>
                  <a:pt x="742500" y="470146"/>
                  <a:pt x="762647" y="450000"/>
                  <a:pt x="787500" y="450000"/>
                </a:cubicBezTo>
                <a:cubicBezTo>
                  <a:pt x="812354" y="450000"/>
                  <a:pt x="832500" y="470146"/>
                  <a:pt x="832500" y="495000"/>
                </a:cubicBezTo>
                <a:lnTo>
                  <a:pt x="832500" y="675000"/>
                </a:lnTo>
                <a:cubicBezTo>
                  <a:pt x="832500" y="761985"/>
                  <a:pt x="761985" y="832500"/>
                  <a:pt x="675000" y="832500"/>
                </a:cubicBezTo>
                <a:lnTo>
                  <a:pt x="157500" y="832500"/>
                </a:lnTo>
                <a:cubicBezTo>
                  <a:pt x="70515" y="832500"/>
                  <a:pt x="0" y="761985"/>
                  <a:pt x="0" y="675000"/>
                </a:cubicBezTo>
                <a:lnTo>
                  <a:pt x="0" y="157500"/>
                </a:lnTo>
                <a:cubicBezTo>
                  <a:pt x="0" y="70515"/>
                  <a:pt x="70515" y="0"/>
                  <a:pt x="157500" y="0"/>
                </a:cubicBezTo>
                <a:lnTo>
                  <a:pt x="337500" y="0"/>
                </a:lnTo>
                <a:cubicBezTo>
                  <a:pt x="362354" y="0"/>
                  <a:pt x="382500" y="20147"/>
                  <a:pt x="382500" y="45000"/>
                </a:cubicBezTo>
                <a:cubicBezTo>
                  <a:pt x="382500" y="69853"/>
                  <a:pt x="362354" y="90000"/>
                  <a:pt x="337500" y="90000"/>
                </a:cubicBezTo>
                <a:lnTo>
                  <a:pt x="157500" y="90000"/>
                </a:lnTo>
                <a:close/>
                <a:moveTo>
                  <a:pt x="450000" y="45000"/>
                </a:moveTo>
                <a:cubicBezTo>
                  <a:pt x="450000" y="20147"/>
                  <a:pt x="470146" y="0"/>
                  <a:pt x="495000" y="0"/>
                </a:cubicBezTo>
                <a:lnTo>
                  <a:pt x="787500" y="0"/>
                </a:lnTo>
                <a:cubicBezTo>
                  <a:pt x="812354" y="0"/>
                  <a:pt x="832500" y="20147"/>
                  <a:pt x="832500" y="45000"/>
                </a:cubicBezTo>
                <a:lnTo>
                  <a:pt x="832500" y="337500"/>
                </a:lnTo>
                <a:cubicBezTo>
                  <a:pt x="832500" y="362354"/>
                  <a:pt x="812354" y="382500"/>
                  <a:pt x="787500" y="382500"/>
                </a:cubicBezTo>
                <a:cubicBezTo>
                  <a:pt x="762647" y="382500"/>
                  <a:pt x="742500" y="362354"/>
                  <a:pt x="742500" y="337500"/>
                </a:cubicBezTo>
                <a:lnTo>
                  <a:pt x="742500" y="153630"/>
                </a:lnTo>
                <a:lnTo>
                  <a:pt x="526815" y="369315"/>
                </a:lnTo>
                <a:cubicBezTo>
                  <a:pt x="509549" y="387193"/>
                  <a:pt x="481064" y="387689"/>
                  <a:pt x="463185" y="370422"/>
                </a:cubicBezTo>
                <a:cubicBezTo>
                  <a:pt x="445307" y="353156"/>
                  <a:pt x="444812" y="324667"/>
                  <a:pt x="462078" y="306791"/>
                </a:cubicBezTo>
                <a:cubicBezTo>
                  <a:pt x="462443" y="306416"/>
                  <a:pt x="462812" y="306047"/>
                  <a:pt x="463185" y="305685"/>
                </a:cubicBezTo>
                <a:lnTo>
                  <a:pt x="678870" y="90000"/>
                </a:lnTo>
                <a:lnTo>
                  <a:pt x="495000" y="90000"/>
                </a:lnTo>
                <a:cubicBezTo>
                  <a:pt x="470146" y="90000"/>
                  <a:pt x="450000" y="69853"/>
                  <a:pt x="450000" y="45000"/>
                </a:cubicBez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7" name="Graphic 10">
            <a:extLst>
              <a:ext uri="{FF2B5EF4-FFF2-40B4-BE49-F238E27FC236}">
                <a16:creationId xmlns:a16="http://schemas.microsoft.com/office/drawing/2014/main" id="{13859AFD-2C16-F7D3-8F74-95B20072223D}"/>
              </a:ext>
            </a:extLst>
          </p:cNvPr>
          <p:cNvSpPr/>
          <p:nvPr/>
        </p:nvSpPr>
        <p:spPr>
          <a:xfrm>
            <a:off x="950880" y="5300605"/>
            <a:ext cx="416108" cy="416039"/>
          </a:xfrm>
          <a:custGeom>
            <a:avLst/>
            <a:gdLst>
              <a:gd name="connsiteX0" fmla="*/ 168705 w 810225"/>
              <a:gd name="connsiteY0" fmla="*/ 0 h 810090"/>
              <a:gd name="connsiteX1" fmla="*/ 641475 w 810225"/>
              <a:gd name="connsiteY1" fmla="*/ 90 h 810090"/>
              <a:gd name="connsiteX2" fmla="*/ 810000 w 810225"/>
              <a:gd name="connsiteY2" fmla="*/ 159885 h 810090"/>
              <a:gd name="connsiteX3" fmla="*/ 810225 w 810225"/>
              <a:gd name="connsiteY3" fmla="*/ 168885 h 810090"/>
              <a:gd name="connsiteX4" fmla="*/ 810225 w 810225"/>
              <a:gd name="connsiteY4" fmla="*/ 371025 h 810090"/>
              <a:gd name="connsiteX5" fmla="*/ 776466 w 810225"/>
              <a:gd name="connsiteY5" fmla="*/ 404766 h 810090"/>
              <a:gd name="connsiteX6" fmla="*/ 743040 w 810225"/>
              <a:gd name="connsiteY6" fmla="*/ 375615 h 810090"/>
              <a:gd name="connsiteX7" fmla="*/ 742725 w 810225"/>
              <a:gd name="connsiteY7" fmla="*/ 371025 h 810090"/>
              <a:gd name="connsiteX8" fmla="*/ 742725 w 810225"/>
              <a:gd name="connsiteY8" fmla="*/ 168840 h 810090"/>
              <a:gd name="connsiteX9" fmla="*/ 648405 w 810225"/>
              <a:gd name="connsiteY9" fmla="*/ 67815 h 810090"/>
              <a:gd name="connsiteX10" fmla="*/ 641475 w 810225"/>
              <a:gd name="connsiteY10" fmla="*/ 67590 h 810090"/>
              <a:gd name="connsiteX11" fmla="*/ 168705 w 810225"/>
              <a:gd name="connsiteY11" fmla="*/ 67500 h 810090"/>
              <a:gd name="connsiteX12" fmla="*/ 67815 w 810225"/>
              <a:gd name="connsiteY12" fmla="*/ 160065 h 810090"/>
              <a:gd name="connsiteX13" fmla="*/ 67455 w 810225"/>
              <a:gd name="connsiteY13" fmla="*/ 167220 h 810090"/>
              <a:gd name="connsiteX14" fmla="*/ 67545 w 810225"/>
              <a:gd name="connsiteY14" fmla="*/ 641340 h 810090"/>
              <a:gd name="connsiteX15" fmla="*/ 161910 w 810225"/>
              <a:gd name="connsiteY15" fmla="*/ 742365 h 810090"/>
              <a:gd name="connsiteX16" fmla="*/ 168840 w 810225"/>
              <a:gd name="connsiteY16" fmla="*/ 742590 h 810090"/>
              <a:gd name="connsiteX17" fmla="*/ 371160 w 810225"/>
              <a:gd name="connsiteY17" fmla="*/ 742590 h 810090"/>
              <a:gd name="connsiteX18" fmla="*/ 404901 w 810225"/>
              <a:gd name="connsiteY18" fmla="*/ 776349 h 810090"/>
              <a:gd name="connsiteX19" fmla="*/ 375750 w 810225"/>
              <a:gd name="connsiteY19" fmla="*/ 809775 h 810090"/>
              <a:gd name="connsiteX20" fmla="*/ 371160 w 810225"/>
              <a:gd name="connsiteY20" fmla="*/ 810090 h 810090"/>
              <a:gd name="connsiteX21" fmla="*/ 168840 w 810225"/>
              <a:gd name="connsiteY21" fmla="*/ 810090 h 810090"/>
              <a:gd name="connsiteX22" fmla="*/ 315 w 810225"/>
              <a:gd name="connsiteY22" fmla="*/ 650340 h 810090"/>
              <a:gd name="connsiteX23" fmla="*/ 45 w 810225"/>
              <a:gd name="connsiteY23" fmla="*/ 641340 h 810090"/>
              <a:gd name="connsiteX24" fmla="*/ 0 w 810225"/>
              <a:gd name="connsiteY24" fmla="*/ 168840 h 810090"/>
              <a:gd name="connsiteX25" fmla="*/ 180 w 810225"/>
              <a:gd name="connsiteY25" fmla="*/ 159705 h 810090"/>
              <a:gd name="connsiteX26" fmla="*/ 159750 w 810225"/>
              <a:gd name="connsiteY26" fmla="*/ 225 h 810090"/>
              <a:gd name="connsiteX27" fmla="*/ 168750 w 810225"/>
              <a:gd name="connsiteY27" fmla="*/ 0 h 810090"/>
              <a:gd name="connsiteX28" fmla="*/ 312435 w 810225"/>
              <a:gd name="connsiteY28" fmla="*/ 270090 h 810090"/>
              <a:gd name="connsiteX29" fmla="*/ 584910 w 810225"/>
              <a:gd name="connsiteY29" fmla="*/ 270090 h 810090"/>
              <a:gd name="connsiteX30" fmla="*/ 629505 w 810225"/>
              <a:gd name="connsiteY30" fmla="*/ 315490 h 810090"/>
              <a:gd name="connsiteX31" fmla="*/ 590175 w 810225"/>
              <a:gd name="connsiteY31" fmla="*/ 359730 h 810090"/>
              <a:gd name="connsiteX32" fmla="*/ 584910 w 810225"/>
              <a:gd name="connsiteY32" fmla="*/ 360045 h 810090"/>
              <a:gd name="connsiteX33" fmla="*/ 423810 w 810225"/>
              <a:gd name="connsiteY33" fmla="*/ 360045 h 810090"/>
              <a:gd name="connsiteX34" fmla="*/ 718290 w 810225"/>
              <a:gd name="connsiteY34" fmla="*/ 654435 h 810090"/>
              <a:gd name="connsiteX35" fmla="*/ 722070 w 810225"/>
              <a:gd name="connsiteY35" fmla="*/ 713835 h 810090"/>
              <a:gd name="connsiteX36" fmla="*/ 718335 w 810225"/>
              <a:gd name="connsiteY36" fmla="*/ 718065 h 810090"/>
              <a:gd name="connsiteX37" fmla="*/ 658935 w 810225"/>
              <a:gd name="connsiteY37" fmla="*/ 721800 h 810090"/>
              <a:gd name="connsiteX38" fmla="*/ 654705 w 810225"/>
              <a:gd name="connsiteY38" fmla="*/ 718065 h 810090"/>
              <a:gd name="connsiteX39" fmla="*/ 360045 w 810225"/>
              <a:gd name="connsiteY39" fmla="*/ 423540 h 810090"/>
              <a:gd name="connsiteX40" fmla="*/ 360045 w 810225"/>
              <a:gd name="connsiteY40" fmla="*/ 585090 h 810090"/>
              <a:gd name="connsiteX41" fmla="*/ 320265 w 810225"/>
              <a:gd name="connsiteY41" fmla="*/ 629820 h 810090"/>
              <a:gd name="connsiteX42" fmla="*/ 315045 w 810225"/>
              <a:gd name="connsiteY42" fmla="*/ 630090 h 810090"/>
              <a:gd name="connsiteX43" fmla="*/ 270360 w 810225"/>
              <a:gd name="connsiteY43" fmla="*/ 590355 h 810090"/>
              <a:gd name="connsiteX44" fmla="*/ 270045 w 810225"/>
              <a:gd name="connsiteY44" fmla="*/ 585090 h 810090"/>
              <a:gd name="connsiteX45" fmla="*/ 270045 w 810225"/>
              <a:gd name="connsiteY45" fmla="*/ 315090 h 810090"/>
              <a:gd name="connsiteX46" fmla="*/ 270180 w 810225"/>
              <a:gd name="connsiteY46" fmla="*/ 311265 h 810090"/>
              <a:gd name="connsiteX47" fmla="*/ 270900 w 810225"/>
              <a:gd name="connsiteY47" fmla="*/ 306540 h 810090"/>
              <a:gd name="connsiteX48" fmla="*/ 271305 w 810225"/>
              <a:gd name="connsiteY48" fmla="*/ 304470 h 810090"/>
              <a:gd name="connsiteX49" fmla="*/ 272160 w 810225"/>
              <a:gd name="connsiteY49" fmla="*/ 301500 h 810090"/>
              <a:gd name="connsiteX50" fmla="*/ 273780 w 810225"/>
              <a:gd name="connsiteY50" fmla="*/ 297045 h 810090"/>
              <a:gd name="connsiteX51" fmla="*/ 276660 w 810225"/>
              <a:gd name="connsiteY51" fmla="*/ 291555 h 810090"/>
              <a:gd name="connsiteX52" fmla="*/ 283275 w 810225"/>
              <a:gd name="connsiteY52" fmla="*/ 283185 h 810090"/>
              <a:gd name="connsiteX53" fmla="*/ 288180 w 810225"/>
              <a:gd name="connsiteY53" fmla="*/ 278910 h 810090"/>
              <a:gd name="connsiteX54" fmla="*/ 293670 w 810225"/>
              <a:gd name="connsiteY54" fmla="*/ 275400 h 810090"/>
              <a:gd name="connsiteX55" fmla="*/ 298260 w 810225"/>
              <a:gd name="connsiteY55" fmla="*/ 273285 h 810090"/>
              <a:gd name="connsiteX56" fmla="*/ 302220 w 810225"/>
              <a:gd name="connsiteY56" fmla="*/ 271890 h 810090"/>
              <a:gd name="connsiteX57" fmla="*/ 307215 w 810225"/>
              <a:gd name="connsiteY57" fmla="*/ 270675 h 810090"/>
              <a:gd name="connsiteX58" fmla="*/ 312435 w 810225"/>
              <a:gd name="connsiteY58" fmla="*/ 270090 h 810090"/>
              <a:gd name="connsiteX59" fmla="*/ 584910 w 810225"/>
              <a:gd name="connsiteY59" fmla="*/ 270090 h 810090"/>
              <a:gd name="connsiteX60" fmla="*/ 312435 w 810225"/>
              <a:gd name="connsiteY60" fmla="*/ 270090 h 81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10225" h="810090">
                <a:moveTo>
                  <a:pt x="168705" y="0"/>
                </a:moveTo>
                <a:lnTo>
                  <a:pt x="641475" y="90"/>
                </a:lnTo>
                <a:cubicBezTo>
                  <a:pt x="731178" y="129"/>
                  <a:pt x="805194" y="70309"/>
                  <a:pt x="810000" y="159885"/>
                </a:cubicBezTo>
                <a:lnTo>
                  <a:pt x="810225" y="168885"/>
                </a:lnTo>
                <a:lnTo>
                  <a:pt x="810225" y="371025"/>
                </a:lnTo>
                <a:cubicBezTo>
                  <a:pt x="810220" y="389664"/>
                  <a:pt x="795105" y="404771"/>
                  <a:pt x="776466" y="404766"/>
                </a:cubicBezTo>
                <a:cubicBezTo>
                  <a:pt x="759605" y="404762"/>
                  <a:pt x="745340" y="392314"/>
                  <a:pt x="743040" y="375615"/>
                </a:cubicBezTo>
                <a:lnTo>
                  <a:pt x="742725" y="371025"/>
                </a:lnTo>
                <a:lnTo>
                  <a:pt x="742725" y="168840"/>
                </a:lnTo>
                <a:cubicBezTo>
                  <a:pt x="742725" y="115290"/>
                  <a:pt x="701100" y="71415"/>
                  <a:pt x="648405" y="67815"/>
                </a:cubicBezTo>
                <a:lnTo>
                  <a:pt x="641475" y="67590"/>
                </a:lnTo>
                <a:lnTo>
                  <a:pt x="168705" y="67500"/>
                </a:lnTo>
                <a:cubicBezTo>
                  <a:pt x="116139" y="67472"/>
                  <a:pt x="72302" y="107691"/>
                  <a:pt x="67815" y="160065"/>
                </a:cubicBezTo>
                <a:lnTo>
                  <a:pt x="67455" y="167220"/>
                </a:lnTo>
                <a:lnTo>
                  <a:pt x="67545" y="641340"/>
                </a:lnTo>
                <a:cubicBezTo>
                  <a:pt x="67590" y="694890"/>
                  <a:pt x="109215" y="738765"/>
                  <a:pt x="161910" y="742365"/>
                </a:cubicBezTo>
                <a:lnTo>
                  <a:pt x="168840" y="742590"/>
                </a:lnTo>
                <a:lnTo>
                  <a:pt x="371160" y="742590"/>
                </a:lnTo>
                <a:cubicBezTo>
                  <a:pt x="389799" y="742595"/>
                  <a:pt x="404906" y="757710"/>
                  <a:pt x="404901" y="776349"/>
                </a:cubicBezTo>
                <a:cubicBezTo>
                  <a:pt x="404897" y="793211"/>
                  <a:pt x="392450" y="807475"/>
                  <a:pt x="375750" y="809775"/>
                </a:cubicBezTo>
                <a:lnTo>
                  <a:pt x="371160" y="810090"/>
                </a:lnTo>
                <a:lnTo>
                  <a:pt x="168840" y="810090"/>
                </a:lnTo>
                <a:cubicBezTo>
                  <a:pt x="79151" y="810054"/>
                  <a:pt x="5144" y="739899"/>
                  <a:pt x="315" y="650340"/>
                </a:cubicBezTo>
                <a:lnTo>
                  <a:pt x="45" y="641340"/>
                </a:lnTo>
                <a:lnTo>
                  <a:pt x="0" y="168840"/>
                </a:lnTo>
                <a:lnTo>
                  <a:pt x="180" y="159705"/>
                </a:lnTo>
                <a:cubicBezTo>
                  <a:pt x="4777" y="73568"/>
                  <a:pt x="73611" y="4773"/>
                  <a:pt x="159750" y="225"/>
                </a:cubicBezTo>
                <a:lnTo>
                  <a:pt x="168750" y="0"/>
                </a:lnTo>
                <a:close/>
                <a:moveTo>
                  <a:pt x="312435" y="270090"/>
                </a:moveTo>
                <a:lnTo>
                  <a:pt x="584910" y="270090"/>
                </a:lnTo>
                <a:cubicBezTo>
                  <a:pt x="609764" y="270312"/>
                  <a:pt x="629730" y="290638"/>
                  <a:pt x="629505" y="315490"/>
                </a:cubicBezTo>
                <a:cubicBezTo>
                  <a:pt x="629307" y="338000"/>
                  <a:pt x="612504" y="356895"/>
                  <a:pt x="590175" y="359730"/>
                </a:cubicBezTo>
                <a:lnTo>
                  <a:pt x="584910" y="360045"/>
                </a:lnTo>
                <a:lnTo>
                  <a:pt x="423810" y="360045"/>
                </a:lnTo>
                <a:lnTo>
                  <a:pt x="718290" y="654435"/>
                </a:lnTo>
                <a:cubicBezTo>
                  <a:pt x="734333" y="670455"/>
                  <a:pt x="735953" y="695912"/>
                  <a:pt x="722070" y="713835"/>
                </a:cubicBezTo>
                <a:lnTo>
                  <a:pt x="718335" y="718065"/>
                </a:lnTo>
                <a:cubicBezTo>
                  <a:pt x="702302" y="734094"/>
                  <a:pt x="676850" y="735696"/>
                  <a:pt x="658935" y="721800"/>
                </a:cubicBezTo>
                <a:lnTo>
                  <a:pt x="654705" y="718065"/>
                </a:lnTo>
                <a:lnTo>
                  <a:pt x="360045" y="423540"/>
                </a:lnTo>
                <a:lnTo>
                  <a:pt x="360045" y="585090"/>
                </a:lnTo>
                <a:cubicBezTo>
                  <a:pt x="360063" y="607937"/>
                  <a:pt x="342959" y="627170"/>
                  <a:pt x="320265" y="629820"/>
                </a:cubicBezTo>
                <a:lnTo>
                  <a:pt x="315045" y="630090"/>
                </a:lnTo>
                <a:cubicBezTo>
                  <a:pt x="292231" y="630086"/>
                  <a:pt x="273029" y="613013"/>
                  <a:pt x="270360" y="590355"/>
                </a:cubicBezTo>
                <a:lnTo>
                  <a:pt x="270045" y="585090"/>
                </a:lnTo>
                <a:lnTo>
                  <a:pt x="270045" y="315090"/>
                </a:lnTo>
                <a:lnTo>
                  <a:pt x="270180" y="311265"/>
                </a:lnTo>
                <a:lnTo>
                  <a:pt x="270900" y="306540"/>
                </a:lnTo>
                <a:lnTo>
                  <a:pt x="271305" y="304470"/>
                </a:lnTo>
                <a:lnTo>
                  <a:pt x="272160" y="301500"/>
                </a:lnTo>
                <a:lnTo>
                  <a:pt x="273780" y="297045"/>
                </a:lnTo>
                <a:lnTo>
                  <a:pt x="276660" y="291555"/>
                </a:lnTo>
                <a:cubicBezTo>
                  <a:pt x="278524" y="288512"/>
                  <a:pt x="280745" y="285702"/>
                  <a:pt x="283275" y="283185"/>
                </a:cubicBezTo>
                <a:lnTo>
                  <a:pt x="288180" y="278910"/>
                </a:lnTo>
                <a:lnTo>
                  <a:pt x="293670" y="275400"/>
                </a:lnTo>
                <a:lnTo>
                  <a:pt x="298260" y="273285"/>
                </a:lnTo>
                <a:lnTo>
                  <a:pt x="302220" y="271890"/>
                </a:lnTo>
                <a:lnTo>
                  <a:pt x="307215" y="270675"/>
                </a:lnTo>
                <a:lnTo>
                  <a:pt x="312435" y="270090"/>
                </a:lnTo>
                <a:lnTo>
                  <a:pt x="584910" y="270090"/>
                </a:lnTo>
                <a:lnTo>
                  <a:pt x="312435" y="270090"/>
                </a:lnTo>
                <a:close/>
              </a:path>
            </a:pathLst>
          </a:custGeom>
          <a:gradFill flip="none" rotWithShape="1">
            <a:gsLst>
              <a:gs pos="50000">
                <a:schemeClr val="accent3"/>
              </a:gs>
              <a:gs pos="100000">
                <a:srgbClr val="8DC8E8"/>
              </a:gs>
              <a:gs pos="0">
                <a:schemeClr val="accent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8" name="Graphic 6">
            <a:extLst>
              <a:ext uri="{FF2B5EF4-FFF2-40B4-BE49-F238E27FC236}">
                <a16:creationId xmlns:a16="http://schemas.microsoft.com/office/drawing/2014/main" id="{CD21CE23-B0CF-3537-A324-27A8DB20B69F}"/>
              </a:ext>
            </a:extLst>
          </p:cNvPr>
          <p:cNvSpPr/>
          <p:nvPr/>
        </p:nvSpPr>
        <p:spPr>
          <a:xfrm>
            <a:off x="9680735" y="5323727"/>
            <a:ext cx="415998" cy="369794"/>
          </a:xfrm>
          <a:custGeom>
            <a:avLst/>
            <a:gdLst>
              <a:gd name="connsiteX0" fmla="*/ 481680 w 810011"/>
              <a:gd name="connsiteY0" fmla="*/ 13935 h 720044"/>
              <a:gd name="connsiteX1" fmla="*/ 418059 w 810011"/>
              <a:gd name="connsiteY1" fmla="*/ 12443 h 720044"/>
              <a:gd name="connsiteX2" fmla="*/ 416565 w 810011"/>
              <a:gd name="connsiteY2" fmla="*/ 76065 h 720044"/>
              <a:gd name="connsiteX3" fmla="*/ 418545 w 810011"/>
              <a:gd name="connsiteY3" fmla="*/ 78015 h 720044"/>
              <a:gd name="connsiteX4" fmla="*/ 660150 w 810011"/>
              <a:gd name="connsiteY4" fmla="*/ 316155 h 720044"/>
              <a:gd name="connsiteX5" fmla="*/ 45000 w 810011"/>
              <a:gd name="connsiteY5" fmla="*/ 316155 h 720044"/>
              <a:gd name="connsiteX6" fmla="*/ 0 w 810011"/>
              <a:gd name="connsiteY6" fmla="*/ 361155 h 720044"/>
              <a:gd name="connsiteX7" fmla="*/ 45000 w 810011"/>
              <a:gd name="connsiteY7" fmla="*/ 406155 h 720044"/>
              <a:gd name="connsiteX8" fmla="*/ 659925 w 810011"/>
              <a:gd name="connsiteY8" fmla="*/ 406155 h 720044"/>
              <a:gd name="connsiteX9" fmla="*/ 418500 w 810011"/>
              <a:gd name="connsiteY9" fmla="*/ 643980 h 720044"/>
              <a:gd name="connsiteX10" fmla="*/ 419994 w 810011"/>
              <a:gd name="connsiteY10" fmla="*/ 707601 h 720044"/>
              <a:gd name="connsiteX11" fmla="*/ 481635 w 810011"/>
              <a:gd name="connsiteY11" fmla="*/ 708060 h 720044"/>
              <a:gd name="connsiteX12" fmla="*/ 793260 w 810011"/>
              <a:gd name="connsiteY12" fmla="*/ 401070 h 720044"/>
              <a:gd name="connsiteX13" fmla="*/ 793814 w 810011"/>
              <a:gd name="connsiteY13" fmla="*/ 321524 h 720044"/>
              <a:gd name="connsiteX14" fmla="*/ 793260 w 810011"/>
              <a:gd name="connsiteY14" fmla="*/ 320970 h 720044"/>
              <a:gd name="connsiteX15" fmla="*/ 481635 w 810011"/>
              <a:gd name="connsiteY15" fmla="*/ 13935 h 72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10011" h="720044">
                <a:moveTo>
                  <a:pt x="481680" y="13935"/>
                </a:moveTo>
                <a:cubicBezTo>
                  <a:pt x="464521" y="-4046"/>
                  <a:pt x="436041" y="-4714"/>
                  <a:pt x="418059" y="12443"/>
                </a:cubicBezTo>
                <a:cubicBezTo>
                  <a:pt x="400077" y="29599"/>
                  <a:pt x="399407" y="58084"/>
                  <a:pt x="416565" y="76065"/>
                </a:cubicBezTo>
                <a:cubicBezTo>
                  <a:pt x="417204" y="76735"/>
                  <a:pt x="417866" y="77386"/>
                  <a:pt x="418545" y="78015"/>
                </a:cubicBezTo>
                <a:lnTo>
                  <a:pt x="660150" y="316155"/>
                </a:lnTo>
                <a:lnTo>
                  <a:pt x="45000" y="316155"/>
                </a:lnTo>
                <a:cubicBezTo>
                  <a:pt x="20147" y="316155"/>
                  <a:pt x="0" y="336302"/>
                  <a:pt x="0" y="361155"/>
                </a:cubicBezTo>
                <a:cubicBezTo>
                  <a:pt x="0" y="386009"/>
                  <a:pt x="20147" y="406155"/>
                  <a:pt x="45000" y="406155"/>
                </a:cubicBezTo>
                <a:lnTo>
                  <a:pt x="659925" y="406155"/>
                </a:lnTo>
                <a:lnTo>
                  <a:pt x="418500" y="643980"/>
                </a:lnTo>
                <a:cubicBezTo>
                  <a:pt x="401342" y="661963"/>
                  <a:pt x="402012" y="690447"/>
                  <a:pt x="419994" y="707601"/>
                </a:cubicBezTo>
                <a:cubicBezTo>
                  <a:pt x="437193" y="724013"/>
                  <a:pt x="464193" y="724216"/>
                  <a:pt x="481635" y="708060"/>
                </a:cubicBezTo>
                <a:lnTo>
                  <a:pt x="793260" y="401070"/>
                </a:lnTo>
                <a:cubicBezTo>
                  <a:pt x="815377" y="379254"/>
                  <a:pt x="815625" y="343641"/>
                  <a:pt x="793814" y="321524"/>
                </a:cubicBezTo>
                <a:cubicBezTo>
                  <a:pt x="793629" y="321339"/>
                  <a:pt x="793444" y="321155"/>
                  <a:pt x="793260" y="320970"/>
                </a:cubicBezTo>
                <a:lnTo>
                  <a:pt x="481635" y="13935"/>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9" name="Graphic 8">
            <a:extLst>
              <a:ext uri="{FF2B5EF4-FFF2-40B4-BE49-F238E27FC236}">
                <a16:creationId xmlns:a16="http://schemas.microsoft.com/office/drawing/2014/main" id="{BC7FA575-EC13-69F0-7807-FACB9BEE7DFD}"/>
              </a:ext>
            </a:extLst>
          </p:cNvPr>
          <p:cNvSpPr/>
          <p:nvPr/>
        </p:nvSpPr>
        <p:spPr>
          <a:xfrm>
            <a:off x="5930402" y="5319476"/>
            <a:ext cx="378297" cy="378297"/>
          </a:xfrm>
          <a:custGeom>
            <a:avLst/>
            <a:gdLst>
              <a:gd name="connsiteX0" fmla="*/ 157500 w 832500"/>
              <a:gd name="connsiteY0" fmla="*/ 90000 h 832500"/>
              <a:gd name="connsiteX1" fmla="*/ 90000 w 832500"/>
              <a:gd name="connsiteY1" fmla="*/ 157500 h 832500"/>
              <a:gd name="connsiteX2" fmla="*/ 90000 w 832500"/>
              <a:gd name="connsiteY2" fmla="*/ 675000 h 832500"/>
              <a:gd name="connsiteX3" fmla="*/ 157500 w 832500"/>
              <a:gd name="connsiteY3" fmla="*/ 742500 h 832500"/>
              <a:gd name="connsiteX4" fmla="*/ 675000 w 832500"/>
              <a:gd name="connsiteY4" fmla="*/ 742500 h 832500"/>
              <a:gd name="connsiteX5" fmla="*/ 742500 w 832500"/>
              <a:gd name="connsiteY5" fmla="*/ 675000 h 832500"/>
              <a:gd name="connsiteX6" fmla="*/ 742500 w 832500"/>
              <a:gd name="connsiteY6" fmla="*/ 495000 h 832500"/>
              <a:gd name="connsiteX7" fmla="*/ 787500 w 832500"/>
              <a:gd name="connsiteY7" fmla="*/ 450000 h 832500"/>
              <a:gd name="connsiteX8" fmla="*/ 832500 w 832500"/>
              <a:gd name="connsiteY8" fmla="*/ 495000 h 832500"/>
              <a:gd name="connsiteX9" fmla="*/ 832500 w 832500"/>
              <a:gd name="connsiteY9" fmla="*/ 675000 h 832500"/>
              <a:gd name="connsiteX10" fmla="*/ 675000 w 832500"/>
              <a:gd name="connsiteY10" fmla="*/ 832500 h 832500"/>
              <a:gd name="connsiteX11" fmla="*/ 157500 w 832500"/>
              <a:gd name="connsiteY11" fmla="*/ 832500 h 832500"/>
              <a:gd name="connsiteX12" fmla="*/ 0 w 832500"/>
              <a:gd name="connsiteY12" fmla="*/ 675000 h 832500"/>
              <a:gd name="connsiteX13" fmla="*/ 0 w 832500"/>
              <a:gd name="connsiteY13" fmla="*/ 157500 h 832500"/>
              <a:gd name="connsiteX14" fmla="*/ 157500 w 832500"/>
              <a:gd name="connsiteY14" fmla="*/ 0 h 832500"/>
              <a:gd name="connsiteX15" fmla="*/ 337500 w 832500"/>
              <a:gd name="connsiteY15" fmla="*/ 0 h 832500"/>
              <a:gd name="connsiteX16" fmla="*/ 382500 w 832500"/>
              <a:gd name="connsiteY16" fmla="*/ 45000 h 832500"/>
              <a:gd name="connsiteX17" fmla="*/ 337500 w 832500"/>
              <a:gd name="connsiteY17" fmla="*/ 90000 h 832500"/>
              <a:gd name="connsiteX18" fmla="*/ 157500 w 832500"/>
              <a:gd name="connsiteY18" fmla="*/ 90000 h 832500"/>
              <a:gd name="connsiteX19" fmla="*/ 450000 w 832500"/>
              <a:gd name="connsiteY19" fmla="*/ 45000 h 832500"/>
              <a:gd name="connsiteX20" fmla="*/ 495000 w 832500"/>
              <a:gd name="connsiteY20" fmla="*/ 0 h 832500"/>
              <a:gd name="connsiteX21" fmla="*/ 787500 w 832500"/>
              <a:gd name="connsiteY21" fmla="*/ 0 h 832500"/>
              <a:gd name="connsiteX22" fmla="*/ 832500 w 832500"/>
              <a:gd name="connsiteY22" fmla="*/ 45000 h 832500"/>
              <a:gd name="connsiteX23" fmla="*/ 832500 w 832500"/>
              <a:gd name="connsiteY23" fmla="*/ 337500 h 832500"/>
              <a:gd name="connsiteX24" fmla="*/ 787500 w 832500"/>
              <a:gd name="connsiteY24" fmla="*/ 382500 h 832500"/>
              <a:gd name="connsiteX25" fmla="*/ 742500 w 832500"/>
              <a:gd name="connsiteY25" fmla="*/ 337500 h 832500"/>
              <a:gd name="connsiteX26" fmla="*/ 742500 w 832500"/>
              <a:gd name="connsiteY26" fmla="*/ 153630 h 832500"/>
              <a:gd name="connsiteX27" fmla="*/ 526815 w 832500"/>
              <a:gd name="connsiteY27" fmla="*/ 369315 h 832500"/>
              <a:gd name="connsiteX28" fmla="*/ 463185 w 832500"/>
              <a:gd name="connsiteY28" fmla="*/ 370422 h 832500"/>
              <a:gd name="connsiteX29" fmla="*/ 462078 w 832500"/>
              <a:gd name="connsiteY29" fmla="*/ 306791 h 832500"/>
              <a:gd name="connsiteX30" fmla="*/ 463185 w 832500"/>
              <a:gd name="connsiteY30" fmla="*/ 305685 h 832500"/>
              <a:gd name="connsiteX31" fmla="*/ 678870 w 832500"/>
              <a:gd name="connsiteY31" fmla="*/ 90000 h 832500"/>
              <a:gd name="connsiteX32" fmla="*/ 495000 w 832500"/>
              <a:gd name="connsiteY32" fmla="*/ 90000 h 832500"/>
              <a:gd name="connsiteX33" fmla="*/ 450000 w 832500"/>
              <a:gd name="connsiteY33" fmla="*/ 45000 h 83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32500" h="832500">
                <a:moveTo>
                  <a:pt x="157500" y="90000"/>
                </a:moveTo>
                <a:cubicBezTo>
                  <a:pt x="120221" y="90000"/>
                  <a:pt x="90000" y="120221"/>
                  <a:pt x="90000" y="157500"/>
                </a:cubicBezTo>
                <a:lnTo>
                  <a:pt x="90000" y="675000"/>
                </a:lnTo>
                <a:cubicBezTo>
                  <a:pt x="90000" y="712278"/>
                  <a:pt x="120221" y="742500"/>
                  <a:pt x="157500" y="742500"/>
                </a:cubicBezTo>
                <a:lnTo>
                  <a:pt x="675000" y="742500"/>
                </a:lnTo>
                <a:cubicBezTo>
                  <a:pt x="712278" y="742500"/>
                  <a:pt x="742500" y="712278"/>
                  <a:pt x="742500" y="675000"/>
                </a:cubicBezTo>
                <a:lnTo>
                  <a:pt x="742500" y="495000"/>
                </a:lnTo>
                <a:cubicBezTo>
                  <a:pt x="742500" y="470146"/>
                  <a:pt x="762647" y="450000"/>
                  <a:pt x="787500" y="450000"/>
                </a:cubicBezTo>
                <a:cubicBezTo>
                  <a:pt x="812354" y="450000"/>
                  <a:pt x="832500" y="470146"/>
                  <a:pt x="832500" y="495000"/>
                </a:cubicBezTo>
                <a:lnTo>
                  <a:pt x="832500" y="675000"/>
                </a:lnTo>
                <a:cubicBezTo>
                  <a:pt x="832500" y="761985"/>
                  <a:pt x="761985" y="832500"/>
                  <a:pt x="675000" y="832500"/>
                </a:cubicBezTo>
                <a:lnTo>
                  <a:pt x="157500" y="832500"/>
                </a:lnTo>
                <a:cubicBezTo>
                  <a:pt x="70515" y="832500"/>
                  <a:pt x="0" y="761985"/>
                  <a:pt x="0" y="675000"/>
                </a:cubicBezTo>
                <a:lnTo>
                  <a:pt x="0" y="157500"/>
                </a:lnTo>
                <a:cubicBezTo>
                  <a:pt x="0" y="70515"/>
                  <a:pt x="70515" y="0"/>
                  <a:pt x="157500" y="0"/>
                </a:cubicBezTo>
                <a:lnTo>
                  <a:pt x="337500" y="0"/>
                </a:lnTo>
                <a:cubicBezTo>
                  <a:pt x="362354" y="0"/>
                  <a:pt x="382500" y="20147"/>
                  <a:pt x="382500" y="45000"/>
                </a:cubicBezTo>
                <a:cubicBezTo>
                  <a:pt x="382500" y="69853"/>
                  <a:pt x="362354" y="90000"/>
                  <a:pt x="337500" y="90000"/>
                </a:cubicBezTo>
                <a:lnTo>
                  <a:pt x="157500" y="90000"/>
                </a:lnTo>
                <a:close/>
                <a:moveTo>
                  <a:pt x="450000" y="45000"/>
                </a:moveTo>
                <a:cubicBezTo>
                  <a:pt x="450000" y="20147"/>
                  <a:pt x="470146" y="0"/>
                  <a:pt x="495000" y="0"/>
                </a:cubicBezTo>
                <a:lnTo>
                  <a:pt x="787500" y="0"/>
                </a:lnTo>
                <a:cubicBezTo>
                  <a:pt x="812354" y="0"/>
                  <a:pt x="832500" y="20147"/>
                  <a:pt x="832500" y="45000"/>
                </a:cubicBezTo>
                <a:lnTo>
                  <a:pt x="832500" y="337500"/>
                </a:lnTo>
                <a:cubicBezTo>
                  <a:pt x="832500" y="362354"/>
                  <a:pt x="812354" y="382500"/>
                  <a:pt x="787500" y="382500"/>
                </a:cubicBezTo>
                <a:cubicBezTo>
                  <a:pt x="762647" y="382500"/>
                  <a:pt x="742500" y="362354"/>
                  <a:pt x="742500" y="337500"/>
                </a:cubicBezTo>
                <a:lnTo>
                  <a:pt x="742500" y="153630"/>
                </a:lnTo>
                <a:lnTo>
                  <a:pt x="526815" y="369315"/>
                </a:lnTo>
                <a:cubicBezTo>
                  <a:pt x="509549" y="387193"/>
                  <a:pt x="481064" y="387689"/>
                  <a:pt x="463185" y="370422"/>
                </a:cubicBezTo>
                <a:cubicBezTo>
                  <a:pt x="445307" y="353156"/>
                  <a:pt x="444812" y="324667"/>
                  <a:pt x="462078" y="306791"/>
                </a:cubicBezTo>
                <a:cubicBezTo>
                  <a:pt x="462443" y="306416"/>
                  <a:pt x="462812" y="306047"/>
                  <a:pt x="463185" y="305685"/>
                </a:cubicBezTo>
                <a:lnTo>
                  <a:pt x="678870" y="90000"/>
                </a:lnTo>
                <a:lnTo>
                  <a:pt x="495000" y="90000"/>
                </a:lnTo>
                <a:cubicBezTo>
                  <a:pt x="470146" y="90000"/>
                  <a:pt x="450000" y="69853"/>
                  <a:pt x="450000" y="45000"/>
                </a:cubicBez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0" name="Graphic 10">
            <a:extLst>
              <a:ext uri="{FF2B5EF4-FFF2-40B4-BE49-F238E27FC236}">
                <a16:creationId xmlns:a16="http://schemas.microsoft.com/office/drawing/2014/main" id="{391528B4-BF8E-9664-1FC4-A0FCD0CC04E6}"/>
              </a:ext>
            </a:extLst>
          </p:cNvPr>
          <p:cNvSpPr/>
          <p:nvPr/>
        </p:nvSpPr>
        <p:spPr>
          <a:xfrm>
            <a:off x="2119280" y="5300605"/>
            <a:ext cx="416108" cy="416039"/>
          </a:xfrm>
          <a:custGeom>
            <a:avLst/>
            <a:gdLst>
              <a:gd name="connsiteX0" fmla="*/ 168705 w 810225"/>
              <a:gd name="connsiteY0" fmla="*/ 0 h 810090"/>
              <a:gd name="connsiteX1" fmla="*/ 641475 w 810225"/>
              <a:gd name="connsiteY1" fmla="*/ 90 h 810090"/>
              <a:gd name="connsiteX2" fmla="*/ 810000 w 810225"/>
              <a:gd name="connsiteY2" fmla="*/ 159885 h 810090"/>
              <a:gd name="connsiteX3" fmla="*/ 810225 w 810225"/>
              <a:gd name="connsiteY3" fmla="*/ 168885 h 810090"/>
              <a:gd name="connsiteX4" fmla="*/ 810225 w 810225"/>
              <a:gd name="connsiteY4" fmla="*/ 371025 h 810090"/>
              <a:gd name="connsiteX5" fmla="*/ 776466 w 810225"/>
              <a:gd name="connsiteY5" fmla="*/ 404766 h 810090"/>
              <a:gd name="connsiteX6" fmla="*/ 743040 w 810225"/>
              <a:gd name="connsiteY6" fmla="*/ 375615 h 810090"/>
              <a:gd name="connsiteX7" fmla="*/ 742725 w 810225"/>
              <a:gd name="connsiteY7" fmla="*/ 371025 h 810090"/>
              <a:gd name="connsiteX8" fmla="*/ 742725 w 810225"/>
              <a:gd name="connsiteY8" fmla="*/ 168840 h 810090"/>
              <a:gd name="connsiteX9" fmla="*/ 648405 w 810225"/>
              <a:gd name="connsiteY9" fmla="*/ 67815 h 810090"/>
              <a:gd name="connsiteX10" fmla="*/ 641475 w 810225"/>
              <a:gd name="connsiteY10" fmla="*/ 67590 h 810090"/>
              <a:gd name="connsiteX11" fmla="*/ 168705 w 810225"/>
              <a:gd name="connsiteY11" fmla="*/ 67500 h 810090"/>
              <a:gd name="connsiteX12" fmla="*/ 67815 w 810225"/>
              <a:gd name="connsiteY12" fmla="*/ 160065 h 810090"/>
              <a:gd name="connsiteX13" fmla="*/ 67455 w 810225"/>
              <a:gd name="connsiteY13" fmla="*/ 167220 h 810090"/>
              <a:gd name="connsiteX14" fmla="*/ 67545 w 810225"/>
              <a:gd name="connsiteY14" fmla="*/ 641340 h 810090"/>
              <a:gd name="connsiteX15" fmla="*/ 161910 w 810225"/>
              <a:gd name="connsiteY15" fmla="*/ 742365 h 810090"/>
              <a:gd name="connsiteX16" fmla="*/ 168840 w 810225"/>
              <a:gd name="connsiteY16" fmla="*/ 742590 h 810090"/>
              <a:gd name="connsiteX17" fmla="*/ 371160 w 810225"/>
              <a:gd name="connsiteY17" fmla="*/ 742590 h 810090"/>
              <a:gd name="connsiteX18" fmla="*/ 404901 w 810225"/>
              <a:gd name="connsiteY18" fmla="*/ 776349 h 810090"/>
              <a:gd name="connsiteX19" fmla="*/ 375750 w 810225"/>
              <a:gd name="connsiteY19" fmla="*/ 809775 h 810090"/>
              <a:gd name="connsiteX20" fmla="*/ 371160 w 810225"/>
              <a:gd name="connsiteY20" fmla="*/ 810090 h 810090"/>
              <a:gd name="connsiteX21" fmla="*/ 168840 w 810225"/>
              <a:gd name="connsiteY21" fmla="*/ 810090 h 810090"/>
              <a:gd name="connsiteX22" fmla="*/ 315 w 810225"/>
              <a:gd name="connsiteY22" fmla="*/ 650340 h 810090"/>
              <a:gd name="connsiteX23" fmla="*/ 45 w 810225"/>
              <a:gd name="connsiteY23" fmla="*/ 641340 h 810090"/>
              <a:gd name="connsiteX24" fmla="*/ 0 w 810225"/>
              <a:gd name="connsiteY24" fmla="*/ 168840 h 810090"/>
              <a:gd name="connsiteX25" fmla="*/ 180 w 810225"/>
              <a:gd name="connsiteY25" fmla="*/ 159705 h 810090"/>
              <a:gd name="connsiteX26" fmla="*/ 159750 w 810225"/>
              <a:gd name="connsiteY26" fmla="*/ 225 h 810090"/>
              <a:gd name="connsiteX27" fmla="*/ 168750 w 810225"/>
              <a:gd name="connsiteY27" fmla="*/ 0 h 810090"/>
              <a:gd name="connsiteX28" fmla="*/ 312435 w 810225"/>
              <a:gd name="connsiteY28" fmla="*/ 270090 h 810090"/>
              <a:gd name="connsiteX29" fmla="*/ 584910 w 810225"/>
              <a:gd name="connsiteY29" fmla="*/ 270090 h 810090"/>
              <a:gd name="connsiteX30" fmla="*/ 629505 w 810225"/>
              <a:gd name="connsiteY30" fmla="*/ 315490 h 810090"/>
              <a:gd name="connsiteX31" fmla="*/ 590175 w 810225"/>
              <a:gd name="connsiteY31" fmla="*/ 359730 h 810090"/>
              <a:gd name="connsiteX32" fmla="*/ 584910 w 810225"/>
              <a:gd name="connsiteY32" fmla="*/ 360045 h 810090"/>
              <a:gd name="connsiteX33" fmla="*/ 423810 w 810225"/>
              <a:gd name="connsiteY33" fmla="*/ 360045 h 810090"/>
              <a:gd name="connsiteX34" fmla="*/ 718290 w 810225"/>
              <a:gd name="connsiteY34" fmla="*/ 654435 h 810090"/>
              <a:gd name="connsiteX35" fmla="*/ 722070 w 810225"/>
              <a:gd name="connsiteY35" fmla="*/ 713835 h 810090"/>
              <a:gd name="connsiteX36" fmla="*/ 718335 w 810225"/>
              <a:gd name="connsiteY36" fmla="*/ 718065 h 810090"/>
              <a:gd name="connsiteX37" fmla="*/ 658935 w 810225"/>
              <a:gd name="connsiteY37" fmla="*/ 721800 h 810090"/>
              <a:gd name="connsiteX38" fmla="*/ 654705 w 810225"/>
              <a:gd name="connsiteY38" fmla="*/ 718065 h 810090"/>
              <a:gd name="connsiteX39" fmla="*/ 360045 w 810225"/>
              <a:gd name="connsiteY39" fmla="*/ 423540 h 810090"/>
              <a:gd name="connsiteX40" fmla="*/ 360045 w 810225"/>
              <a:gd name="connsiteY40" fmla="*/ 585090 h 810090"/>
              <a:gd name="connsiteX41" fmla="*/ 320265 w 810225"/>
              <a:gd name="connsiteY41" fmla="*/ 629820 h 810090"/>
              <a:gd name="connsiteX42" fmla="*/ 315045 w 810225"/>
              <a:gd name="connsiteY42" fmla="*/ 630090 h 810090"/>
              <a:gd name="connsiteX43" fmla="*/ 270360 w 810225"/>
              <a:gd name="connsiteY43" fmla="*/ 590355 h 810090"/>
              <a:gd name="connsiteX44" fmla="*/ 270045 w 810225"/>
              <a:gd name="connsiteY44" fmla="*/ 585090 h 810090"/>
              <a:gd name="connsiteX45" fmla="*/ 270045 w 810225"/>
              <a:gd name="connsiteY45" fmla="*/ 315090 h 810090"/>
              <a:gd name="connsiteX46" fmla="*/ 270180 w 810225"/>
              <a:gd name="connsiteY46" fmla="*/ 311265 h 810090"/>
              <a:gd name="connsiteX47" fmla="*/ 270900 w 810225"/>
              <a:gd name="connsiteY47" fmla="*/ 306540 h 810090"/>
              <a:gd name="connsiteX48" fmla="*/ 271305 w 810225"/>
              <a:gd name="connsiteY48" fmla="*/ 304470 h 810090"/>
              <a:gd name="connsiteX49" fmla="*/ 272160 w 810225"/>
              <a:gd name="connsiteY49" fmla="*/ 301500 h 810090"/>
              <a:gd name="connsiteX50" fmla="*/ 273780 w 810225"/>
              <a:gd name="connsiteY50" fmla="*/ 297045 h 810090"/>
              <a:gd name="connsiteX51" fmla="*/ 276660 w 810225"/>
              <a:gd name="connsiteY51" fmla="*/ 291555 h 810090"/>
              <a:gd name="connsiteX52" fmla="*/ 283275 w 810225"/>
              <a:gd name="connsiteY52" fmla="*/ 283185 h 810090"/>
              <a:gd name="connsiteX53" fmla="*/ 288180 w 810225"/>
              <a:gd name="connsiteY53" fmla="*/ 278910 h 810090"/>
              <a:gd name="connsiteX54" fmla="*/ 293670 w 810225"/>
              <a:gd name="connsiteY54" fmla="*/ 275400 h 810090"/>
              <a:gd name="connsiteX55" fmla="*/ 298260 w 810225"/>
              <a:gd name="connsiteY55" fmla="*/ 273285 h 810090"/>
              <a:gd name="connsiteX56" fmla="*/ 302220 w 810225"/>
              <a:gd name="connsiteY56" fmla="*/ 271890 h 810090"/>
              <a:gd name="connsiteX57" fmla="*/ 307215 w 810225"/>
              <a:gd name="connsiteY57" fmla="*/ 270675 h 810090"/>
              <a:gd name="connsiteX58" fmla="*/ 312435 w 810225"/>
              <a:gd name="connsiteY58" fmla="*/ 270090 h 810090"/>
              <a:gd name="connsiteX59" fmla="*/ 584910 w 810225"/>
              <a:gd name="connsiteY59" fmla="*/ 270090 h 810090"/>
              <a:gd name="connsiteX60" fmla="*/ 312435 w 810225"/>
              <a:gd name="connsiteY60" fmla="*/ 270090 h 81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10225" h="810090">
                <a:moveTo>
                  <a:pt x="168705" y="0"/>
                </a:moveTo>
                <a:lnTo>
                  <a:pt x="641475" y="90"/>
                </a:lnTo>
                <a:cubicBezTo>
                  <a:pt x="731178" y="129"/>
                  <a:pt x="805194" y="70309"/>
                  <a:pt x="810000" y="159885"/>
                </a:cubicBezTo>
                <a:lnTo>
                  <a:pt x="810225" y="168885"/>
                </a:lnTo>
                <a:lnTo>
                  <a:pt x="810225" y="371025"/>
                </a:lnTo>
                <a:cubicBezTo>
                  <a:pt x="810220" y="389664"/>
                  <a:pt x="795105" y="404771"/>
                  <a:pt x="776466" y="404766"/>
                </a:cubicBezTo>
                <a:cubicBezTo>
                  <a:pt x="759605" y="404762"/>
                  <a:pt x="745340" y="392314"/>
                  <a:pt x="743040" y="375615"/>
                </a:cubicBezTo>
                <a:lnTo>
                  <a:pt x="742725" y="371025"/>
                </a:lnTo>
                <a:lnTo>
                  <a:pt x="742725" y="168840"/>
                </a:lnTo>
                <a:cubicBezTo>
                  <a:pt x="742725" y="115290"/>
                  <a:pt x="701100" y="71415"/>
                  <a:pt x="648405" y="67815"/>
                </a:cubicBezTo>
                <a:lnTo>
                  <a:pt x="641475" y="67590"/>
                </a:lnTo>
                <a:lnTo>
                  <a:pt x="168705" y="67500"/>
                </a:lnTo>
                <a:cubicBezTo>
                  <a:pt x="116139" y="67472"/>
                  <a:pt x="72302" y="107691"/>
                  <a:pt x="67815" y="160065"/>
                </a:cubicBezTo>
                <a:lnTo>
                  <a:pt x="67455" y="167220"/>
                </a:lnTo>
                <a:lnTo>
                  <a:pt x="67545" y="641340"/>
                </a:lnTo>
                <a:cubicBezTo>
                  <a:pt x="67590" y="694890"/>
                  <a:pt x="109215" y="738765"/>
                  <a:pt x="161910" y="742365"/>
                </a:cubicBezTo>
                <a:lnTo>
                  <a:pt x="168840" y="742590"/>
                </a:lnTo>
                <a:lnTo>
                  <a:pt x="371160" y="742590"/>
                </a:lnTo>
                <a:cubicBezTo>
                  <a:pt x="389799" y="742595"/>
                  <a:pt x="404906" y="757710"/>
                  <a:pt x="404901" y="776349"/>
                </a:cubicBezTo>
                <a:cubicBezTo>
                  <a:pt x="404897" y="793211"/>
                  <a:pt x="392450" y="807475"/>
                  <a:pt x="375750" y="809775"/>
                </a:cubicBezTo>
                <a:lnTo>
                  <a:pt x="371160" y="810090"/>
                </a:lnTo>
                <a:lnTo>
                  <a:pt x="168840" y="810090"/>
                </a:lnTo>
                <a:cubicBezTo>
                  <a:pt x="79151" y="810054"/>
                  <a:pt x="5144" y="739899"/>
                  <a:pt x="315" y="650340"/>
                </a:cubicBezTo>
                <a:lnTo>
                  <a:pt x="45" y="641340"/>
                </a:lnTo>
                <a:lnTo>
                  <a:pt x="0" y="168840"/>
                </a:lnTo>
                <a:lnTo>
                  <a:pt x="180" y="159705"/>
                </a:lnTo>
                <a:cubicBezTo>
                  <a:pt x="4777" y="73568"/>
                  <a:pt x="73611" y="4773"/>
                  <a:pt x="159750" y="225"/>
                </a:cubicBezTo>
                <a:lnTo>
                  <a:pt x="168750" y="0"/>
                </a:lnTo>
                <a:close/>
                <a:moveTo>
                  <a:pt x="312435" y="270090"/>
                </a:moveTo>
                <a:lnTo>
                  <a:pt x="584910" y="270090"/>
                </a:lnTo>
                <a:cubicBezTo>
                  <a:pt x="609764" y="270312"/>
                  <a:pt x="629730" y="290638"/>
                  <a:pt x="629505" y="315490"/>
                </a:cubicBezTo>
                <a:cubicBezTo>
                  <a:pt x="629307" y="338000"/>
                  <a:pt x="612504" y="356895"/>
                  <a:pt x="590175" y="359730"/>
                </a:cubicBezTo>
                <a:lnTo>
                  <a:pt x="584910" y="360045"/>
                </a:lnTo>
                <a:lnTo>
                  <a:pt x="423810" y="360045"/>
                </a:lnTo>
                <a:lnTo>
                  <a:pt x="718290" y="654435"/>
                </a:lnTo>
                <a:cubicBezTo>
                  <a:pt x="734333" y="670455"/>
                  <a:pt x="735953" y="695912"/>
                  <a:pt x="722070" y="713835"/>
                </a:cubicBezTo>
                <a:lnTo>
                  <a:pt x="718335" y="718065"/>
                </a:lnTo>
                <a:cubicBezTo>
                  <a:pt x="702302" y="734094"/>
                  <a:pt x="676850" y="735696"/>
                  <a:pt x="658935" y="721800"/>
                </a:cubicBezTo>
                <a:lnTo>
                  <a:pt x="654705" y="718065"/>
                </a:lnTo>
                <a:lnTo>
                  <a:pt x="360045" y="423540"/>
                </a:lnTo>
                <a:lnTo>
                  <a:pt x="360045" y="585090"/>
                </a:lnTo>
                <a:cubicBezTo>
                  <a:pt x="360063" y="607937"/>
                  <a:pt x="342959" y="627170"/>
                  <a:pt x="320265" y="629820"/>
                </a:cubicBezTo>
                <a:lnTo>
                  <a:pt x="315045" y="630090"/>
                </a:lnTo>
                <a:cubicBezTo>
                  <a:pt x="292231" y="630086"/>
                  <a:pt x="273029" y="613013"/>
                  <a:pt x="270360" y="590355"/>
                </a:cubicBezTo>
                <a:lnTo>
                  <a:pt x="270045" y="585090"/>
                </a:lnTo>
                <a:lnTo>
                  <a:pt x="270045" y="315090"/>
                </a:lnTo>
                <a:lnTo>
                  <a:pt x="270180" y="311265"/>
                </a:lnTo>
                <a:lnTo>
                  <a:pt x="270900" y="306540"/>
                </a:lnTo>
                <a:lnTo>
                  <a:pt x="271305" y="304470"/>
                </a:lnTo>
                <a:lnTo>
                  <a:pt x="272160" y="301500"/>
                </a:lnTo>
                <a:lnTo>
                  <a:pt x="273780" y="297045"/>
                </a:lnTo>
                <a:lnTo>
                  <a:pt x="276660" y="291555"/>
                </a:lnTo>
                <a:cubicBezTo>
                  <a:pt x="278524" y="288512"/>
                  <a:pt x="280745" y="285702"/>
                  <a:pt x="283275" y="283185"/>
                </a:cubicBezTo>
                <a:lnTo>
                  <a:pt x="288180" y="278910"/>
                </a:lnTo>
                <a:lnTo>
                  <a:pt x="293670" y="275400"/>
                </a:lnTo>
                <a:lnTo>
                  <a:pt x="298260" y="273285"/>
                </a:lnTo>
                <a:lnTo>
                  <a:pt x="302220" y="271890"/>
                </a:lnTo>
                <a:lnTo>
                  <a:pt x="307215" y="270675"/>
                </a:lnTo>
                <a:lnTo>
                  <a:pt x="312435" y="270090"/>
                </a:lnTo>
                <a:lnTo>
                  <a:pt x="584910" y="270090"/>
                </a:lnTo>
                <a:lnTo>
                  <a:pt x="312435" y="270090"/>
                </a:lnTo>
                <a:close/>
              </a:path>
            </a:pathLst>
          </a:custGeom>
          <a:gradFill flip="none" rotWithShape="1">
            <a:gsLst>
              <a:gs pos="40000">
                <a:schemeClr val="accent1"/>
              </a:gs>
              <a:gs pos="99000">
                <a:srgbClr val="49C5B1"/>
              </a:gs>
              <a:gs pos="0">
                <a:srgbClr val="8661C5"/>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1" name="Graphic 6">
            <a:extLst>
              <a:ext uri="{FF2B5EF4-FFF2-40B4-BE49-F238E27FC236}">
                <a16:creationId xmlns:a16="http://schemas.microsoft.com/office/drawing/2014/main" id="{A90FA08E-C3CE-2CDA-B46E-27412CB1863F}"/>
              </a:ext>
            </a:extLst>
          </p:cNvPr>
          <p:cNvSpPr/>
          <p:nvPr/>
        </p:nvSpPr>
        <p:spPr>
          <a:xfrm>
            <a:off x="10836435" y="5323727"/>
            <a:ext cx="415998" cy="369794"/>
          </a:xfrm>
          <a:custGeom>
            <a:avLst/>
            <a:gdLst>
              <a:gd name="connsiteX0" fmla="*/ 481680 w 810011"/>
              <a:gd name="connsiteY0" fmla="*/ 13935 h 720044"/>
              <a:gd name="connsiteX1" fmla="*/ 418059 w 810011"/>
              <a:gd name="connsiteY1" fmla="*/ 12443 h 720044"/>
              <a:gd name="connsiteX2" fmla="*/ 416565 w 810011"/>
              <a:gd name="connsiteY2" fmla="*/ 76065 h 720044"/>
              <a:gd name="connsiteX3" fmla="*/ 418545 w 810011"/>
              <a:gd name="connsiteY3" fmla="*/ 78015 h 720044"/>
              <a:gd name="connsiteX4" fmla="*/ 660150 w 810011"/>
              <a:gd name="connsiteY4" fmla="*/ 316155 h 720044"/>
              <a:gd name="connsiteX5" fmla="*/ 45000 w 810011"/>
              <a:gd name="connsiteY5" fmla="*/ 316155 h 720044"/>
              <a:gd name="connsiteX6" fmla="*/ 0 w 810011"/>
              <a:gd name="connsiteY6" fmla="*/ 361155 h 720044"/>
              <a:gd name="connsiteX7" fmla="*/ 45000 w 810011"/>
              <a:gd name="connsiteY7" fmla="*/ 406155 h 720044"/>
              <a:gd name="connsiteX8" fmla="*/ 659925 w 810011"/>
              <a:gd name="connsiteY8" fmla="*/ 406155 h 720044"/>
              <a:gd name="connsiteX9" fmla="*/ 418500 w 810011"/>
              <a:gd name="connsiteY9" fmla="*/ 643980 h 720044"/>
              <a:gd name="connsiteX10" fmla="*/ 419994 w 810011"/>
              <a:gd name="connsiteY10" fmla="*/ 707601 h 720044"/>
              <a:gd name="connsiteX11" fmla="*/ 481635 w 810011"/>
              <a:gd name="connsiteY11" fmla="*/ 708060 h 720044"/>
              <a:gd name="connsiteX12" fmla="*/ 793260 w 810011"/>
              <a:gd name="connsiteY12" fmla="*/ 401070 h 720044"/>
              <a:gd name="connsiteX13" fmla="*/ 793814 w 810011"/>
              <a:gd name="connsiteY13" fmla="*/ 321524 h 720044"/>
              <a:gd name="connsiteX14" fmla="*/ 793260 w 810011"/>
              <a:gd name="connsiteY14" fmla="*/ 320970 h 720044"/>
              <a:gd name="connsiteX15" fmla="*/ 481635 w 810011"/>
              <a:gd name="connsiteY15" fmla="*/ 13935 h 72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10011" h="720044">
                <a:moveTo>
                  <a:pt x="481680" y="13935"/>
                </a:moveTo>
                <a:cubicBezTo>
                  <a:pt x="464521" y="-4046"/>
                  <a:pt x="436041" y="-4714"/>
                  <a:pt x="418059" y="12443"/>
                </a:cubicBezTo>
                <a:cubicBezTo>
                  <a:pt x="400077" y="29599"/>
                  <a:pt x="399407" y="58084"/>
                  <a:pt x="416565" y="76065"/>
                </a:cubicBezTo>
                <a:cubicBezTo>
                  <a:pt x="417204" y="76735"/>
                  <a:pt x="417866" y="77386"/>
                  <a:pt x="418545" y="78015"/>
                </a:cubicBezTo>
                <a:lnTo>
                  <a:pt x="660150" y="316155"/>
                </a:lnTo>
                <a:lnTo>
                  <a:pt x="45000" y="316155"/>
                </a:lnTo>
                <a:cubicBezTo>
                  <a:pt x="20147" y="316155"/>
                  <a:pt x="0" y="336302"/>
                  <a:pt x="0" y="361155"/>
                </a:cubicBezTo>
                <a:cubicBezTo>
                  <a:pt x="0" y="386009"/>
                  <a:pt x="20147" y="406155"/>
                  <a:pt x="45000" y="406155"/>
                </a:cubicBezTo>
                <a:lnTo>
                  <a:pt x="659925" y="406155"/>
                </a:lnTo>
                <a:lnTo>
                  <a:pt x="418500" y="643980"/>
                </a:lnTo>
                <a:cubicBezTo>
                  <a:pt x="401342" y="661963"/>
                  <a:pt x="402012" y="690447"/>
                  <a:pt x="419994" y="707601"/>
                </a:cubicBezTo>
                <a:cubicBezTo>
                  <a:pt x="437193" y="724013"/>
                  <a:pt x="464193" y="724216"/>
                  <a:pt x="481635" y="708060"/>
                </a:cubicBezTo>
                <a:lnTo>
                  <a:pt x="793260" y="401070"/>
                </a:lnTo>
                <a:cubicBezTo>
                  <a:pt x="815377" y="379254"/>
                  <a:pt x="815625" y="343641"/>
                  <a:pt x="793814" y="321524"/>
                </a:cubicBezTo>
                <a:cubicBezTo>
                  <a:pt x="793629" y="321339"/>
                  <a:pt x="793444" y="321155"/>
                  <a:pt x="793260" y="320970"/>
                </a:cubicBezTo>
                <a:lnTo>
                  <a:pt x="481635" y="13935"/>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2" name="Graphic 8">
            <a:extLst>
              <a:ext uri="{FF2B5EF4-FFF2-40B4-BE49-F238E27FC236}">
                <a16:creationId xmlns:a16="http://schemas.microsoft.com/office/drawing/2014/main" id="{F46393CD-9477-84B5-06A3-5EA01AC3D018}"/>
              </a:ext>
            </a:extLst>
          </p:cNvPr>
          <p:cNvSpPr/>
          <p:nvPr/>
        </p:nvSpPr>
        <p:spPr>
          <a:xfrm>
            <a:off x="7086102" y="5319476"/>
            <a:ext cx="378297" cy="378297"/>
          </a:xfrm>
          <a:custGeom>
            <a:avLst/>
            <a:gdLst>
              <a:gd name="connsiteX0" fmla="*/ 157500 w 832500"/>
              <a:gd name="connsiteY0" fmla="*/ 90000 h 832500"/>
              <a:gd name="connsiteX1" fmla="*/ 90000 w 832500"/>
              <a:gd name="connsiteY1" fmla="*/ 157500 h 832500"/>
              <a:gd name="connsiteX2" fmla="*/ 90000 w 832500"/>
              <a:gd name="connsiteY2" fmla="*/ 675000 h 832500"/>
              <a:gd name="connsiteX3" fmla="*/ 157500 w 832500"/>
              <a:gd name="connsiteY3" fmla="*/ 742500 h 832500"/>
              <a:gd name="connsiteX4" fmla="*/ 675000 w 832500"/>
              <a:gd name="connsiteY4" fmla="*/ 742500 h 832500"/>
              <a:gd name="connsiteX5" fmla="*/ 742500 w 832500"/>
              <a:gd name="connsiteY5" fmla="*/ 675000 h 832500"/>
              <a:gd name="connsiteX6" fmla="*/ 742500 w 832500"/>
              <a:gd name="connsiteY6" fmla="*/ 495000 h 832500"/>
              <a:gd name="connsiteX7" fmla="*/ 787500 w 832500"/>
              <a:gd name="connsiteY7" fmla="*/ 450000 h 832500"/>
              <a:gd name="connsiteX8" fmla="*/ 832500 w 832500"/>
              <a:gd name="connsiteY8" fmla="*/ 495000 h 832500"/>
              <a:gd name="connsiteX9" fmla="*/ 832500 w 832500"/>
              <a:gd name="connsiteY9" fmla="*/ 675000 h 832500"/>
              <a:gd name="connsiteX10" fmla="*/ 675000 w 832500"/>
              <a:gd name="connsiteY10" fmla="*/ 832500 h 832500"/>
              <a:gd name="connsiteX11" fmla="*/ 157500 w 832500"/>
              <a:gd name="connsiteY11" fmla="*/ 832500 h 832500"/>
              <a:gd name="connsiteX12" fmla="*/ 0 w 832500"/>
              <a:gd name="connsiteY12" fmla="*/ 675000 h 832500"/>
              <a:gd name="connsiteX13" fmla="*/ 0 w 832500"/>
              <a:gd name="connsiteY13" fmla="*/ 157500 h 832500"/>
              <a:gd name="connsiteX14" fmla="*/ 157500 w 832500"/>
              <a:gd name="connsiteY14" fmla="*/ 0 h 832500"/>
              <a:gd name="connsiteX15" fmla="*/ 337500 w 832500"/>
              <a:gd name="connsiteY15" fmla="*/ 0 h 832500"/>
              <a:gd name="connsiteX16" fmla="*/ 382500 w 832500"/>
              <a:gd name="connsiteY16" fmla="*/ 45000 h 832500"/>
              <a:gd name="connsiteX17" fmla="*/ 337500 w 832500"/>
              <a:gd name="connsiteY17" fmla="*/ 90000 h 832500"/>
              <a:gd name="connsiteX18" fmla="*/ 157500 w 832500"/>
              <a:gd name="connsiteY18" fmla="*/ 90000 h 832500"/>
              <a:gd name="connsiteX19" fmla="*/ 450000 w 832500"/>
              <a:gd name="connsiteY19" fmla="*/ 45000 h 832500"/>
              <a:gd name="connsiteX20" fmla="*/ 495000 w 832500"/>
              <a:gd name="connsiteY20" fmla="*/ 0 h 832500"/>
              <a:gd name="connsiteX21" fmla="*/ 787500 w 832500"/>
              <a:gd name="connsiteY21" fmla="*/ 0 h 832500"/>
              <a:gd name="connsiteX22" fmla="*/ 832500 w 832500"/>
              <a:gd name="connsiteY22" fmla="*/ 45000 h 832500"/>
              <a:gd name="connsiteX23" fmla="*/ 832500 w 832500"/>
              <a:gd name="connsiteY23" fmla="*/ 337500 h 832500"/>
              <a:gd name="connsiteX24" fmla="*/ 787500 w 832500"/>
              <a:gd name="connsiteY24" fmla="*/ 382500 h 832500"/>
              <a:gd name="connsiteX25" fmla="*/ 742500 w 832500"/>
              <a:gd name="connsiteY25" fmla="*/ 337500 h 832500"/>
              <a:gd name="connsiteX26" fmla="*/ 742500 w 832500"/>
              <a:gd name="connsiteY26" fmla="*/ 153630 h 832500"/>
              <a:gd name="connsiteX27" fmla="*/ 526815 w 832500"/>
              <a:gd name="connsiteY27" fmla="*/ 369315 h 832500"/>
              <a:gd name="connsiteX28" fmla="*/ 463185 w 832500"/>
              <a:gd name="connsiteY28" fmla="*/ 370422 h 832500"/>
              <a:gd name="connsiteX29" fmla="*/ 462078 w 832500"/>
              <a:gd name="connsiteY29" fmla="*/ 306791 h 832500"/>
              <a:gd name="connsiteX30" fmla="*/ 463185 w 832500"/>
              <a:gd name="connsiteY30" fmla="*/ 305685 h 832500"/>
              <a:gd name="connsiteX31" fmla="*/ 678870 w 832500"/>
              <a:gd name="connsiteY31" fmla="*/ 90000 h 832500"/>
              <a:gd name="connsiteX32" fmla="*/ 495000 w 832500"/>
              <a:gd name="connsiteY32" fmla="*/ 90000 h 832500"/>
              <a:gd name="connsiteX33" fmla="*/ 450000 w 832500"/>
              <a:gd name="connsiteY33" fmla="*/ 45000 h 83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32500" h="832500">
                <a:moveTo>
                  <a:pt x="157500" y="90000"/>
                </a:moveTo>
                <a:cubicBezTo>
                  <a:pt x="120221" y="90000"/>
                  <a:pt x="90000" y="120221"/>
                  <a:pt x="90000" y="157500"/>
                </a:cubicBezTo>
                <a:lnTo>
                  <a:pt x="90000" y="675000"/>
                </a:lnTo>
                <a:cubicBezTo>
                  <a:pt x="90000" y="712278"/>
                  <a:pt x="120221" y="742500"/>
                  <a:pt x="157500" y="742500"/>
                </a:cubicBezTo>
                <a:lnTo>
                  <a:pt x="675000" y="742500"/>
                </a:lnTo>
                <a:cubicBezTo>
                  <a:pt x="712278" y="742500"/>
                  <a:pt x="742500" y="712278"/>
                  <a:pt x="742500" y="675000"/>
                </a:cubicBezTo>
                <a:lnTo>
                  <a:pt x="742500" y="495000"/>
                </a:lnTo>
                <a:cubicBezTo>
                  <a:pt x="742500" y="470146"/>
                  <a:pt x="762647" y="450000"/>
                  <a:pt x="787500" y="450000"/>
                </a:cubicBezTo>
                <a:cubicBezTo>
                  <a:pt x="812354" y="450000"/>
                  <a:pt x="832500" y="470146"/>
                  <a:pt x="832500" y="495000"/>
                </a:cubicBezTo>
                <a:lnTo>
                  <a:pt x="832500" y="675000"/>
                </a:lnTo>
                <a:cubicBezTo>
                  <a:pt x="832500" y="761985"/>
                  <a:pt x="761985" y="832500"/>
                  <a:pt x="675000" y="832500"/>
                </a:cubicBezTo>
                <a:lnTo>
                  <a:pt x="157500" y="832500"/>
                </a:lnTo>
                <a:cubicBezTo>
                  <a:pt x="70515" y="832500"/>
                  <a:pt x="0" y="761985"/>
                  <a:pt x="0" y="675000"/>
                </a:cubicBezTo>
                <a:lnTo>
                  <a:pt x="0" y="157500"/>
                </a:lnTo>
                <a:cubicBezTo>
                  <a:pt x="0" y="70515"/>
                  <a:pt x="70515" y="0"/>
                  <a:pt x="157500" y="0"/>
                </a:cubicBezTo>
                <a:lnTo>
                  <a:pt x="337500" y="0"/>
                </a:lnTo>
                <a:cubicBezTo>
                  <a:pt x="362354" y="0"/>
                  <a:pt x="382500" y="20147"/>
                  <a:pt x="382500" y="45000"/>
                </a:cubicBezTo>
                <a:cubicBezTo>
                  <a:pt x="382500" y="69853"/>
                  <a:pt x="362354" y="90000"/>
                  <a:pt x="337500" y="90000"/>
                </a:cubicBezTo>
                <a:lnTo>
                  <a:pt x="157500" y="90000"/>
                </a:lnTo>
                <a:close/>
                <a:moveTo>
                  <a:pt x="450000" y="45000"/>
                </a:moveTo>
                <a:cubicBezTo>
                  <a:pt x="450000" y="20147"/>
                  <a:pt x="470146" y="0"/>
                  <a:pt x="495000" y="0"/>
                </a:cubicBezTo>
                <a:lnTo>
                  <a:pt x="787500" y="0"/>
                </a:lnTo>
                <a:cubicBezTo>
                  <a:pt x="812354" y="0"/>
                  <a:pt x="832500" y="20147"/>
                  <a:pt x="832500" y="45000"/>
                </a:cubicBezTo>
                <a:lnTo>
                  <a:pt x="832500" y="337500"/>
                </a:lnTo>
                <a:cubicBezTo>
                  <a:pt x="832500" y="362354"/>
                  <a:pt x="812354" y="382500"/>
                  <a:pt x="787500" y="382500"/>
                </a:cubicBezTo>
                <a:cubicBezTo>
                  <a:pt x="762647" y="382500"/>
                  <a:pt x="742500" y="362354"/>
                  <a:pt x="742500" y="337500"/>
                </a:cubicBezTo>
                <a:lnTo>
                  <a:pt x="742500" y="153630"/>
                </a:lnTo>
                <a:lnTo>
                  <a:pt x="526815" y="369315"/>
                </a:lnTo>
                <a:cubicBezTo>
                  <a:pt x="509549" y="387193"/>
                  <a:pt x="481064" y="387689"/>
                  <a:pt x="463185" y="370422"/>
                </a:cubicBezTo>
                <a:cubicBezTo>
                  <a:pt x="445307" y="353156"/>
                  <a:pt x="444812" y="324667"/>
                  <a:pt x="462078" y="306791"/>
                </a:cubicBezTo>
                <a:cubicBezTo>
                  <a:pt x="462443" y="306416"/>
                  <a:pt x="462812" y="306047"/>
                  <a:pt x="463185" y="305685"/>
                </a:cubicBezTo>
                <a:lnTo>
                  <a:pt x="678870" y="90000"/>
                </a:lnTo>
                <a:lnTo>
                  <a:pt x="495000" y="90000"/>
                </a:lnTo>
                <a:cubicBezTo>
                  <a:pt x="470146" y="90000"/>
                  <a:pt x="450000" y="69853"/>
                  <a:pt x="450000" y="45000"/>
                </a:cubicBez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23" name="Graphic 10">
            <a:extLst>
              <a:ext uri="{FF2B5EF4-FFF2-40B4-BE49-F238E27FC236}">
                <a16:creationId xmlns:a16="http://schemas.microsoft.com/office/drawing/2014/main" id="{0EE09FFB-0D38-3EA8-97D7-165D637204A7}"/>
              </a:ext>
            </a:extLst>
          </p:cNvPr>
          <p:cNvSpPr/>
          <p:nvPr/>
        </p:nvSpPr>
        <p:spPr>
          <a:xfrm>
            <a:off x="3274980" y="5300605"/>
            <a:ext cx="416108" cy="416039"/>
          </a:xfrm>
          <a:custGeom>
            <a:avLst/>
            <a:gdLst>
              <a:gd name="connsiteX0" fmla="*/ 168705 w 810225"/>
              <a:gd name="connsiteY0" fmla="*/ 0 h 810090"/>
              <a:gd name="connsiteX1" fmla="*/ 641475 w 810225"/>
              <a:gd name="connsiteY1" fmla="*/ 90 h 810090"/>
              <a:gd name="connsiteX2" fmla="*/ 810000 w 810225"/>
              <a:gd name="connsiteY2" fmla="*/ 159885 h 810090"/>
              <a:gd name="connsiteX3" fmla="*/ 810225 w 810225"/>
              <a:gd name="connsiteY3" fmla="*/ 168885 h 810090"/>
              <a:gd name="connsiteX4" fmla="*/ 810225 w 810225"/>
              <a:gd name="connsiteY4" fmla="*/ 371025 h 810090"/>
              <a:gd name="connsiteX5" fmla="*/ 776466 w 810225"/>
              <a:gd name="connsiteY5" fmla="*/ 404766 h 810090"/>
              <a:gd name="connsiteX6" fmla="*/ 743040 w 810225"/>
              <a:gd name="connsiteY6" fmla="*/ 375615 h 810090"/>
              <a:gd name="connsiteX7" fmla="*/ 742725 w 810225"/>
              <a:gd name="connsiteY7" fmla="*/ 371025 h 810090"/>
              <a:gd name="connsiteX8" fmla="*/ 742725 w 810225"/>
              <a:gd name="connsiteY8" fmla="*/ 168840 h 810090"/>
              <a:gd name="connsiteX9" fmla="*/ 648405 w 810225"/>
              <a:gd name="connsiteY9" fmla="*/ 67815 h 810090"/>
              <a:gd name="connsiteX10" fmla="*/ 641475 w 810225"/>
              <a:gd name="connsiteY10" fmla="*/ 67590 h 810090"/>
              <a:gd name="connsiteX11" fmla="*/ 168705 w 810225"/>
              <a:gd name="connsiteY11" fmla="*/ 67500 h 810090"/>
              <a:gd name="connsiteX12" fmla="*/ 67815 w 810225"/>
              <a:gd name="connsiteY12" fmla="*/ 160065 h 810090"/>
              <a:gd name="connsiteX13" fmla="*/ 67455 w 810225"/>
              <a:gd name="connsiteY13" fmla="*/ 167220 h 810090"/>
              <a:gd name="connsiteX14" fmla="*/ 67545 w 810225"/>
              <a:gd name="connsiteY14" fmla="*/ 641340 h 810090"/>
              <a:gd name="connsiteX15" fmla="*/ 161910 w 810225"/>
              <a:gd name="connsiteY15" fmla="*/ 742365 h 810090"/>
              <a:gd name="connsiteX16" fmla="*/ 168840 w 810225"/>
              <a:gd name="connsiteY16" fmla="*/ 742590 h 810090"/>
              <a:gd name="connsiteX17" fmla="*/ 371160 w 810225"/>
              <a:gd name="connsiteY17" fmla="*/ 742590 h 810090"/>
              <a:gd name="connsiteX18" fmla="*/ 404901 w 810225"/>
              <a:gd name="connsiteY18" fmla="*/ 776349 h 810090"/>
              <a:gd name="connsiteX19" fmla="*/ 375750 w 810225"/>
              <a:gd name="connsiteY19" fmla="*/ 809775 h 810090"/>
              <a:gd name="connsiteX20" fmla="*/ 371160 w 810225"/>
              <a:gd name="connsiteY20" fmla="*/ 810090 h 810090"/>
              <a:gd name="connsiteX21" fmla="*/ 168840 w 810225"/>
              <a:gd name="connsiteY21" fmla="*/ 810090 h 810090"/>
              <a:gd name="connsiteX22" fmla="*/ 315 w 810225"/>
              <a:gd name="connsiteY22" fmla="*/ 650340 h 810090"/>
              <a:gd name="connsiteX23" fmla="*/ 45 w 810225"/>
              <a:gd name="connsiteY23" fmla="*/ 641340 h 810090"/>
              <a:gd name="connsiteX24" fmla="*/ 0 w 810225"/>
              <a:gd name="connsiteY24" fmla="*/ 168840 h 810090"/>
              <a:gd name="connsiteX25" fmla="*/ 180 w 810225"/>
              <a:gd name="connsiteY25" fmla="*/ 159705 h 810090"/>
              <a:gd name="connsiteX26" fmla="*/ 159750 w 810225"/>
              <a:gd name="connsiteY26" fmla="*/ 225 h 810090"/>
              <a:gd name="connsiteX27" fmla="*/ 168750 w 810225"/>
              <a:gd name="connsiteY27" fmla="*/ 0 h 810090"/>
              <a:gd name="connsiteX28" fmla="*/ 312435 w 810225"/>
              <a:gd name="connsiteY28" fmla="*/ 270090 h 810090"/>
              <a:gd name="connsiteX29" fmla="*/ 584910 w 810225"/>
              <a:gd name="connsiteY29" fmla="*/ 270090 h 810090"/>
              <a:gd name="connsiteX30" fmla="*/ 629505 w 810225"/>
              <a:gd name="connsiteY30" fmla="*/ 315490 h 810090"/>
              <a:gd name="connsiteX31" fmla="*/ 590175 w 810225"/>
              <a:gd name="connsiteY31" fmla="*/ 359730 h 810090"/>
              <a:gd name="connsiteX32" fmla="*/ 584910 w 810225"/>
              <a:gd name="connsiteY32" fmla="*/ 360045 h 810090"/>
              <a:gd name="connsiteX33" fmla="*/ 423810 w 810225"/>
              <a:gd name="connsiteY33" fmla="*/ 360045 h 810090"/>
              <a:gd name="connsiteX34" fmla="*/ 718290 w 810225"/>
              <a:gd name="connsiteY34" fmla="*/ 654435 h 810090"/>
              <a:gd name="connsiteX35" fmla="*/ 722070 w 810225"/>
              <a:gd name="connsiteY35" fmla="*/ 713835 h 810090"/>
              <a:gd name="connsiteX36" fmla="*/ 718335 w 810225"/>
              <a:gd name="connsiteY36" fmla="*/ 718065 h 810090"/>
              <a:gd name="connsiteX37" fmla="*/ 658935 w 810225"/>
              <a:gd name="connsiteY37" fmla="*/ 721800 h 810090"/>
              <a:gd name="connsiteX38" fmla="*/ 654705 w 810225"/>
              <a:gd name="connsiteY38" fmla="*/ 718065 h 810090"/>
              <a:gd name="connsiteX39" fmla="*/ 360045 w 810225"/>
              <a:gd name="connsiteY39" fmla="*/ 423540 h 810090"/>
              <a:gd name="connsiteX40" fmla="*/ 360045 w 810225"/>
              <a:gd name="connsiteY40" fmla="*/ 585090 h 810090"/>
              <a:gd name="connsiteX41" fmla="*/ 320265 w 810225"/>
              <a:gd name="connsiteY41" fmla="*/ 629820 h 810090"/>
              <a:gd name="connsiteX42" fmla="*/ 315045 w 810225"/>
              <a:gd name="connsiteY42" fmla="*/ 630090 h 810090"/>
              <a:gd name="connsiteX43" fmla="*/ 270360 w 810225"/>
              <a:gd name="connsiteY43" fmla="*/ 590355 h 810090"/>
              <a:gd name="connsiteX44" fmla="*/ 270045 w 810225"/>
              <a:gd name="connsiteY44" fmla="*/ 585090 h 810090"/>
              <a:gd name="connsiteX45" fmla="*/ 270045 w 810225"/>
              <a:gd name="connsiteY45" fmla="*/ 315090 h 810090"/>
              <a:gd name="connsiteX46" fmla="*/ 270180 w 810225"/>
              <a:gd name="connsiteY46" fmla="*/ 311265 h 810090"/>
              <a:gd name="connsiteX47" fmla="*/ 270900 w 810225"/>
              <a:gd name="connsiteY47" fmla="*/ 306540 h 810090"/>
              <a:gd name="connsiteX48" fmla="*/ 271305 w 810225"/>
              <a:gd name="connsiteY48" fmla="*/ 304470 h 810090"/>
              <a:gd name="connsiteX49" fmla="*/ 272160 w 810225"/>
              <a:gd name="connsiteY49" fmla="*/ 301500 h 810090"/>
              <a:gd name="connsiteX50" fmla="*/ 273780 w 810225"/>
              <a:gd name="connsiteY50" fmla="*/ 297045 h 810090"/>
              <a:gd name="connsiteX51" fmla="*/ 276660 w 810225"/>
              <a:gd name="connsiteY51" fmla="*/ 291555 h 810090"/>
              <a:gd name="connsiteX52" fmla="*/ 283275 w 810225"/>
              <a:gd name="connsiteY52" fmla="*/ 283185 h 810090"/>
              <a:gd name="connsiteX53" fmla="*/ 288180 w 810225"/>
              <a:gd name="connsiteY53" fmla="*/ 278910 h 810090"/>
              <a:gd name="connsiteX54" fmla="*/ 293670 w 810225"/>
              <a:gd name="connsiteY54" fmla="*/ 275400 h 810090"/>
              <a:gd name="connsiteX55" fmla="*/ 298260 w 810225"/>
              <a:gd name="connsiteY55" fmla="*/ 273285 h 810090"/>
              <a:gd name="connsiteX56" fmla="*/ 302220 w 810225"/>
              <a:gd name="connsiteY56" fmla="*/ 271890 h 810090"/>
              <a:gd name="connsiteX57" fmla="*/ 307215 w 810225"/>
              <a:gd name="connsiteY57" fmla="*/ 270675 h 810090"/>
              <a:gd name="connsiteX58" fmla="*/ 312435 w 810225"/>
              <a:gd name="connsiteY58" fmla="*/ 270090 h 810090"/>
              <a:gd name="connsiteX59" fmla="*/ 584910 w 810225"/>
              <a:gd name="connsiteY59" fmla="*/ 270090 h 810090"/>
              <a:gd name="connsiteX60" fmla="*/ 312435 w 810225"/>
              <a:gd name="connsiteY60" fmla="*/ 270090 h 81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10225" h="810090">
                <a:moveTo>
                  <a:pt x="168705" y="0"/>
                </a:moveTo>
                <a:lnTo>
                  <a:pt x="641475" y="90"/>
                </a:lnTo>
                <a:cubicBezTo>
                  <a:pt x="731178" y="129"/>
                  <a:pt x="805194" y="70309"/>
                  <a:pt x="810000" y="159885"/>
                </a:cubicBezTo>
                <a:lnTo>
                  <a:pt x="810225" y="168885"/>
                </a:lnTo>
                <a:lnTo>
                  <a:pt x="810225" y="371025"/>
                </a:lnTo>
                <a:cubicBezTo>
                  <a:pt x="810220" y="389664"/>
                  <a:pt x="795105" y="404771"/>
                  <a:pt x="776466" y="404766"/>
                </a:cubicBezTo>
                <a:cubicBezTo>
                  <a:pt x="759605" y="404762"/>
                  <a:pt x="745340" y="392314"/>
                  <a:pt x="743040" y="375615"/>
                </a:cubicBezTo>
                <a:lnTo>
                  <a:pt x="742725" y="371025"/>
                </a:lnTo>
                <a:lnTo>
                  <a:pt x="742725" y="168840"/>
                </a:lnTo>
                <a:cubicBezTo>
                  <a:pt x="742725" y="115290"/>
                  <a:pt x="701100" y="71415"/>
                  <a:pt x="648405" y="67815"/>
                </a:cubicBezTo>
                <a:lnTo>
                  <a:pt x="641475" y="67590"/>
                </a:lnTo>
                <a:lnTo>
                  <a:pt x="168705" y="67500"/>
                </a:lnTo>
                <a:cubicBezTo>
                  <a:pt x="116139" y="67472"/>
                  <a:pt x="72302" y="107691"/>
                  <a:pt x="67815" y="160065"/>
                </a:cubicBezTo>
                <a:lnTo>
                  <a:pt x="67455" y="167220"/>
                </a:lnTo>
                <a:lnTo>
                  <a:pt x="67545" y="641340"/>
                </a:lnTo>
                <a:cubicBezTo>
                  <a:pt x="67590" y="694890"/>
                  <a:pt x="109215" y="738765"/>
                  <a:pt x="161910" y="742365"/>
                </a:cubicBezTo>
                <a:lnTo>
                  <a:pt x="168840" y="742590"/>
                </a:lnTo>
                <a:lnTo>
                  <a:pt x="371160" y="742590"/>
                </a:lnTo>
                <a:cubicBezTo>
                  <a:pt x="389799" y="742595"/>
                  <a:pt x="404906" y="757710"/>
                  <a:pt x="404901" y="776349"/>
                </a:cubicBezTo>
                <a:cubicBezTo>
                  <a:pt x="404897" y="793211"/>
                  <a:pt x="392450" y="807475"/>
                  <a:pt x="375750" y="809775"/>
                </a:cubicBezTo>
                <a:lnTo>
                  <a:pt x="371160" y="810090"/>
                </a:lnTo>
                <a:lnTo>
                  <a:pt x="168840" y="810090"/>
                </a:lnTo>
                <a:cubicBezTo>
                  <a:pt x="79151" y="810054"/>
                  <a:pt x="5144" y="739899"/>
                  <a:pt x="315" y="650340"/>
                </a:cubicBezTo>
                <a:lnTo>
                  <a:pt x="45" y="641340"/>
                </a:lnTo>
                <a:lnTo>
                  <a:pt x="0" y="168840"/>
                </a:lnTo>
                <a:lnTo>
                  <a:pt x="180" y="159705"/>
                </a:lnTo>
                <a:cubicBezTo>
                  <a:pt x="4777" y="73568"/>
                  <a:pt x="73611" y="4773"/>
                  <a:pt x="159750" y="225"/>
                </a:cubicBezTo>
                <a:lnTo>
                  <a:pt x="168750" y="0"/>
                </a:lnTo>
                <a:close/>
                <a:moveTo>
                  <a:pt x="312435" y="270090"/>
                </a:moveTo>
                <a:lnTo>
                  <a:pt x="584910" y="270090"/>
                </a:lnTo>
                <a:cubicBezTo>
                  <a:pt x="609764" y="270312"/>
                  <a:pt x="629730" y="290638"/>
                  <a:pt x="629505" y="315490"/>
                </a:cubicBezTo>
                <a:cubicBezTo>
                  <a:pt x="629307" y="338000"/>
                  <a:pt x="612504" y="356895"/>
                  <a:pt x="590175" y="359730"/>
                </a:cubicBezTo>
                <a:lnTo>
                  <a:pt x="584910" y="360045"/>
                </a:lnTo>
                <a:lnTo>
                  <a:pt x="423810" y="360045"/>
                </a:lnTo>
                <a:lnTo>
                  <a:pt x="718290" y="654435"/>
                </a:lnTo>
                <a:cubicBezTo>
                  <a:pt x="734333" y="670455"/>
                  <a:pt x="735953" y="695912"/>
                  <a:pt x="722070" y="713835"/>
                </a:cubicBezTo>
                <a:lnTo>
                  <a:pt x="718335" y="718065"/>
                </a:lnTo>
                <a:cubicBezTo>
                  <a:pt x="702302" y="734094"/>
                  <a:pt x="676850" y="735696"/>
                  <a:pt x="658935" y="721800"/>
                </a:cubicBezTo>
                <a:lnTo>
                  <a:pt x="654705" y="718065"/>
                </a:lnTo>
                <a:lnTo>
                  <a:pt x="360045" y="423540"/>
                </a:lnTo>
                <a:lnTo>
                  <a:pt x="360045" y="585090"/>
                </a:lnTo>
                <a:cubicBezTo>
                  <a:pt x="360063" y="607937"/>
                  <a:pt x="342959" y="627170"/>
                  <a:pt x="320265" y="629820"/>
                </a:cubicBezTo>
                <a:lnTo>
                  <a:pt x="315045" y="630090"/>
                </a:lnTo>
                <a:cubicBezTo>
                  <a:pt x="292231" y="630086"/>
                  <a:pt x="273029" y="613013"/>
                  <a:pt x="270360" y="590355"/>
                </a:cubicBezTo>
                <a:lnTo>
                  <a:pt x="270045" y="585090"/>
                </a:lnTo>
                <a:lnTo>
                  <a:pt x="270045" y="315090"/>
                </a:lnTo>
                <a:lnTo>
                  <a:pt x="270180" y="311265"/>
                </a:lnTo>
                <a:lnTo>
                  <a:pt x="270900" y="306540"/>
                </a:lnTo>
                <a:lnTo>
                  <a:pt x="271305" y="304470"/>
                </a:lnTo>
                <a:lnTo>
                  <a:pt x="272160" y="301500"/>
                </a:lnTo>
                <a:lnTo>
                  <a:pt x="273780" y="297045"/>
                </a:lnTo>
                <a:lnTo>
                  <a:pt x="276660" y="291555"/>
                </a:lnTo>
                <a:cubicBezTo>
                  <a:pt x="278524" y="288512"/>
                  <a:pt x="280745" y="285702"/>
                  <a:pt x="283275" y="283185"/>
                </a:cubicBezTo>
                <a:lnTo>
                  <a:pt x="288180" y="278910"/>
                </a:lnTo>
                <a:lnTo>
                  <a:pt x="293670" y="275400"/>
                </a:lnTo>
                <a:lnTo>
                  <a:pt x="298260" y="273285"/>
                </a:lnTo>
                <a:lnTo>
                  <a:pt x="302220" y="271890"/>
                </a:lnTo>
                <a:lnTo>
                  <a:pt x="307215" y="270675"/>
                </a:lnTo>
                <a:lnTo>
                  <a:pt x="312435" y="270090"/>
                </a:lnTo>
                <a:lnTo>
                  <a:pt x="584910" y="270090"/>
                </a:lnTo>
                <a:lnTo>
                  <a:pt x="312435" y="270090"/>
                </a:lnTo>
                <a:close/>
              </a:path>
            </a:pathLst>
          </a:custGeom>
          <a:gradFill flip="none" rotWithShape="1">
            <a:gsLst>
              <a:gs pos="40000">
                <a:srgbClr val="FFA38B"/>
              </a:gs>
              <a:gs pos="99000">
                <a:srgbClr val="FFE399"/>
              </a:gs>
              <a:gs pos="0">
                <a:srgbClr val="8DC8E8"/>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Tree>
    <p:extLst>
      <p:ext uri="{BB962C8B-B14F-4D97-AF65-F5344CB8AC3E}">
        <p14:creationId xmlns:p14="http://schemas.microsoft.com/office/powerpoint/2010/main" val="320641360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 palette info</a:t>
            </a:r>
          </a:p>
        </p:txBody>
      </p:sp>
      <p:sp>
        <p:nvSpPr>
          <p:cNvPr id="44" name="Text Placeholder 2"/>
          <p:cNvSpPr txBox="1">
            <a:spLocks/>
          </p:cNvSpPr>
          <p:nvPr/>
        </p:nvSpPr>
        <p:spPr>
          <a:xfrm>
            <a:off x="585216" y="1436688"/>
            <a:ext cx="9962134" cy="492443"/>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spcBef>
                <a:spcPts val="0"/>
              </a:spcBef>
            </a:pPr>
            <a:r>
              <a:rPr lang="en-US" sz="1600" spc="19" dirty="0">
                <a:solidFill>
                  <a:schemeClr val="tx1"/>
                </a:solidFill>
                <a:latin typeface="+mn-lt"/>
                <a:cs typeface="Segoe UI Semibold" panose="020B0702040204020203" pitchFamily="34" charset="0"/>
              </a:rPr>
              <a:t>The PowerPoint palette for this template has been built for you and is shown below. </a:t>
            </a:r>
          </a:p>
          <a:p>
            <a:pPr>
              <a:lnSpc>
                <a:spcPct val="100000"/>
              </a:lnSpc>
              <a:spcBef>
                <a:spcPts val="0"/>
              </a:spcBef>
            </a:pPr>
            <a:r>
              <a:rPr lang="en-US" sz="1600" spc="19" dirty="0">
                <a:solidFill>
                  <a:schemeClr val="tx1"/>
                </a:solidFill>
                <a:latin typeface="+mn-lt"/>
                <a:cs typeface="Segoe UI Semibold" panose="020B0702040204020203" pitchFamily="34" charset="0"/>
              </a:rPr>
              <a:t>Avoid using too many colors in your presentation. </a:t>
            </a:r>
          </a:p>
        </p:txBody>
      </p:sp>
      <p:sp>
        <p:nvSpPr>
          <p:cNvPr id="37" name="TextBox 36"/>
          <p:cNvSpPr txBox="1"/>
          <p:nvPr/>
        </p:nvSpPr>
        <p:spPr>
          <a:xfrm>
            <a:off x="585216" y="2331507"/>
            <a:ext cx="6287261" cy="246221"/>
          </a:xfrm>
          <a:prstGeom prst="rect">
            <a:avLst/>
          </a:prstGeom>
          <a:noFill/>
        </p:spPr>
        <p:txBody>
          <a:bodyPr wrap="square" lIns="0" tIns="0" rIns="0" bIns="0" rtlCol="0">
            <a:spAutoFit/>
          </a:bodyPr>
          <a:lstStyle/>
          <a:p>
            <a:pPr>
              <a:spcAft>
                <a:spcPts val="600"/>
              </a:spcAft>
              <a:buSzPct val="90000"/>
              <a:defRPr/>
            </a:pPr>
            <a:r>
              <a:rPr lang="en-US" sz="1600" b="1" dirty="0">
                <a:cs typeface="Segoe UI Semibold" panose="020B0702040204020203" pitchFamily="34" charset="0"/>
              </a:rPr>
              <a:t>PowerPoint Theme Accent colors</a:t>
            </a:r>
          </a:p>
        </p:txBody>
      </p:sp>
      <p:sp>
        <p:nvSpPr>
          <p:cNvPr id="33" name="Rectangle 32"/>
          <p:cNvSpPr/>
          <p:nvPr/>
        </p:nvSpPr>
        <p:spPr bwMode="auto">
          <a:xfrm>
            <a:off x="585216" y="2810265"/>
            <a:ext cx="1101566" cy="1101122"/>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dirty="0">
                <a:solidFill>
                  <a:schemeClr val="bg1"/>
                </a:solidFill>
              </a:rPr>
              <a:t>Accent 1</a:t>
            </a:r>
          </a:p>
        </p:txBody>
      </p:sp>
      <p:sp>
        <p:nvSpPr>
          <p:cNvPr id="32" name="Rectangle 31"/>
          <p:cNvSpPr/>
          <p:nvPr/>
        </p:nvSpPr>
        <p:spPr bwMode="auto">
          <a:xfrm>
            <a:off x="1776666" y="2810265"/>
            <a:ext cx="1101566" cy="1101122"/>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dirty="0">
                <a:solidFill>
                  <a:schemeClr val="bg1"/>
                </a:solidFill>
              </a:rPr>
              <a:t>Accent 2</a:t>
            </a:r>
          </a:p>
        </p:txBody>
      </p:sp>
      <p:sp>
        <p:nvSpPr>
          <p:cNvPr id="31" name="Rectangle 30"/>
          <p:cNvSpPr/>
          <p:nvPr/>
        </p:nvSpPr>
        <p:spPr bwMode="auto">
          <a:xfrm>
            <a:off x="2968116" y="2810265"/>
            <a:ext cx="1101566" cy="1101123"/>
          </a:xfrm>
          <a:prstGeom prst="rect">
            <a:avLst/>
          </a:prstGeom>
          <a:solidFill>
            <a:schemeClr val="accent3"/>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dirty="0">
                <a:solidFill>
                  <a:schemeClr val="tx1"/>
                </a:solidFill>
              </a:rPr>
              <a:t>Accent 3</a:t>
            </a:r>
          </a:p>
        </p:txBody>
      </p:sp>
      <p:sp>
        <p:nvSpPr>
          <p:cNvPr id="36" name="Rectangle 35"/>
          <p:cNvSpPr/>
          <p:nvPr/>
        </p:nvSpPr>
        <p:spPr bwMode="auto">
          <a:xfrm>
            <a:off x="4159568" y="3057402"/>
            <a:ext cx="854329" cy="853986"/>
          </a:xfrm>
          <a:prstGeom prst="rect">
            <a:avLst/>
          </a:prstGeom>
          <a:solidFill>
            <a:schemeClr val="accent4"/>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chemeClr val="tx1"/>
                </a:solidFill>
              </a:rPr>
              <a:t>Accent 4</a:t>
            </a:r>
          </a:p>
        </p:txBody>
      </p:sp>
      <p:sp>
        <p:nvSpPr>
          <p:cNvPr id="35" name="Rectangle 34"/>
          <p:cNvSpPr/>
          <p:nvPr/>
        </p:nvSpPr>
        <p:spPr bwMode="auto">
          <a:xfrm>
            <a:off x="5108027" y="3057402"/>
            <a:ext cx="854329" cy="853986"/>
          </a:xfrm>
          <a:prstGeom prst="rect">
            <a:avLst/>
          </a:prstGeom>
          <a:solidFill>
            <a:schemeClr val="accent5"/>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rgbClr val="000000"/>
                </a:solidFill>
              </a:rPr>
              <a:t>Accent 5</a:t>
            </a:r>
          </a:p>
        </p:txBody>
      </p:sp>
      <p:sp>
        <p:nvSpPr>
          <p:cNvPr id="34" name="Rectangle 33"/>
          <p:cNvSpPr/>
          <p:nvPr/>
        </p:nvSpPr>
        <p:spPr bwMode="auto">
          <a:xfrm>
            <a:off x="6049846" y="3057402"/>
            <a:ext cx="854329" cy="853986"/>
          </a:xfrm>
          <a:prstGeom prst="rect">
            <a:avLst/>
          </a:prstGeom>
          <a:solidFill>
            <a:schemeClr val="accent6"/>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rgbClr val="000000"/>
                </a:solidFill>
              </a:rPr>
              <a:t>Accent 6</a:t>
            </a:r>
          </a:p>
        </p:txBody>
      </p:sp>
    </p:spTree>
    <p:extLst>
      <p:ext uri="{BB962C8B-B14F-4D97-AF65-F5344CB8AC3E}">
        <p14:creationId xmlns:p14="http://schemas.microsoft.com/office/powerpoint/2010/main" val="4585295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4622A3A5-8FE5-44DD-B7B1-A05435F85799}"/>
              </a:ext>
            </a:extLst>
          </p:cNvPr>
          <p:cNvSpPr>
            <a:spLocks noGrp="1"/>
          </p:cNvSpPr>
          <p:nvPr>
            <p:ph type="title"/>
          </p:nvPr>
        </p:nvSpPr>
        <p:spPr/>
        <p:txBody>
          <a:bodyPr/>
          <a:lstStyle/>
          <a:p>
            <a:r>
              <a:rPr lang="en-US" dirty="0"/>
              <a:t>Microsoft brand colors</a:t>
            </a:r>
          </a:p>
        </p:txBody>
      </p:sp>
      <p:sp>
        <p:nvSpPr>
          <p:cNvPr id="4" name="object 22">
            <a:extLst>
              <a:ext uri="{FF2B5EF4-FFF2-40B4-BE49-F238E27FC236}">
                <a16:creationId xmlns:a16="http://schemas.microsoft.com/office/drawing/2014/main" id="{DE45C2CD-49CE-3613-3AF6-F5BA123DBE7E}"/>
              </a:ext>
            </a:extLst>
          </p:cNvPr>
          <p:cNvSpPr txBox="1"/>
          <p:nvPr/>
        </p:nvSpPr>
        <p:spPr>
          <a:xfrm>
            <a:off x="575426" y="1272928"/>
            <a:ext cx="10981800" cy="380018"/>
          </a:xfrm>
          <a:prstGeom prst="rect">
            <a:avLst/>
          </a:prstGeom>
        </p:spPr>
        <p:txBody>
          <a:bodyPr vert="horz" wrap="square" lIns="0" tIns="10583" rIns="0" bIns="0" rtlCol="0">
            <a:spAutoFit/>
          </a:bodyPr>
          <a:lstStyle/>
          <a:p>
            <a:pPr marL="10583" marR="0" lvl="0" indent="0" algn="l" defTabSz="914367" rtl="0" eaLnBrk="1" fontAlgn="auto" latinLnBrk="0" hangingPunct="1">
              <a:lnSpc>
                <a:spcPct val="100000"/>
              </a:lnSpc>
              <a:spcBef>
                <a:spcPts val="80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Type and background combinations must meet a minimum 4.5:1 contrast ratio to help ensure people of all abilities can access and understand our communications. </a:t>
            </a:r>
            <a:br>
              <a:rPr kumimoji="0" lang="en-US" sz="1200" b="0" i="0" u="none" strike="noStrike" kern="1200" cap="none" spc="0" normalizeH="0" baseline="0" noProof="0" dirty="0">
                <a:ln>
                  <a:noFill/>
                </a:ln>
                <a:effectLst/>
                <a:uLnTx/>
                <a:uFillTx/>
                <a:latin typeface="Segoe UI"/>
                <a:ea typeface="+mn-ea"/>
                <a:cs typeface="Segoe UI"/>
              </a:rPr>
            </a:br>
            <a:r>
              <a:rPr kumimoji="0" lang="en-US" sz="1200" b="0" i="0" u="none" strike="noStrike" kern="1200" cap="none" spc="0" normalizeH="0" baseline="0" noProof="0" dirty="0">
                <a:ln>
                  <a:noFill/>
                </a:ln>
                <a:effectLst/>
                <a:uLnTx/>
                <a:uFillTx/>
                <a:latin typeface="Segoe UI"/>
                <a:ea typeface="+mn-ea"/>
                <a:cs typeface="Segoe UI"/>
              </a:rPr>
              <a:t>Pick colors carefully and avoid relying on color alone to convey information. </a:t>
            </a:r>
          </a:p>
        </p:txBody>
      </p:sp>
      <p:sp>
        <p:nvSpPr>
          <p:cNvPr id="110" name="Freeform: Shape 109">
            <a:extLst>
              <a:ext uri="{FF2B5EF4-FFF2-40B4-BE49-F238E27FC236}">
                <a16:creationId xmlns:a16="http://schemas.microsoft.com/office/drawing/2014/main" id="{73BFCC0B-A0F7-20B9-42C8-21B317F3B696}"/>
              </a:ext>
            </a:extLst>
          </p:cNvPr>
          <p:cNvSpPr/>
          <p:nvPr/>
        </p:nvSpPr>
        <p:spPr>
          <a:xfrm>
            <a:off x="980770" y="224924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FFFFFF"/>
          </a:solidFill>
          <a:ln w="6320" cap="flat">
            <a:noFill/>
            <a:prstDash val="solid"/>
            <a:miter/>
          </a:ln>
        </p:spPr>
        <p:txBody>
          <a:bodyPr lIns="91440" tIns="91440" rIns="73152" bIns="0" rtlCol="0" anchor="t" anchorCtr="0"/>
          <a:lstStyle/>
          <a:p>
            <a:pPr marL="0" marR="0" lvl="0" indent="0" algn="l" defTabSz="914367" rtl="0" eaLnBrk="1" fontAlgn="auto" latinLnBrk="0" hangingPunct="1">
              <a:lnSpc>
                <a:spcPct val="100000"/>
              </a:lnSpc>
              <a:spcBef>
                <a:spcPts val="400"/>
              </a:spcBef>
              <a:spcAft>
                <a:spcPts val="600"/>
              </a:spcAft>
              <a:buClrTx/>
              <a:buSzTx/>
              <a:buFontTx/>
              <a:buNone/>
              <a:tabLst/>
              <a:defRPr/>
            </a:pPr>
            <a:r>
              <a:rPr lang="en-US" sz="650" dirty="0">
                <a:solidFill>
                  <a:srgbClr val="000000"/>
                </a:solidFill>
                <a:latin typeface="Segoe UI Semibold"/>
              </a:rPr>
              <a:t>Pure White</a:t>
            </a:r>
          </a:p>
          <a:p>
            <a:pPr marL="0" marR="0" lvl="0" indent="0" algn="l" defTabSz="914367" rtl="0" eaLnBrk="1" fontAlgn="auto" latinLnBrk="0" hangingPunct="1">
              <a:lnSpc>
                <a:spcPct val="100000"/>
              </a:lnSpc>
              <a:spcBef>
                <a:spcPts val="400"/>
              </a:spcBef>
              <a:spcAft>
                <a:spcPts val="0"/>
              </a:spcAft>
              <a:buClrTx/>
              <a:buSzTx/>
              <a:buFontTx/>
              <a:buNone/>
              <a:tabLst/>
              <a:defRPr/>
            </a:pPr>
            <a:r>
              <a:rPr lang="en-US" sz="650" dirty="0">
                <a:solidFill>
                  <a:srgbClr val="000000"/>
                </a:solidFill>
                <a:latin typeface="Segoe UI Semibold"/>
              </a:rPr>
              <a:t>R255 G255 B255</a:t>
            </a:r>
          </a:p>
          <a:p>
            <a:pPr marL="0" marR="0" lvl="0" indent="0" algn="l" defTabSz="914367" rtl="0" eaLnBrk="1" fontAlgn="auto" latinLnBrk="0" hangingPunct="1">
              <a:lnSpc>
                <a:spcPct val="100000"/>
              </a:lnSpc>
              <a:spcBef>
                <a:spcPts val="400"/>
              </a:spcBef>
              <a:spcAft>
                <a:spcPts val="0"/>
              </a:spcAft>
              <a:buClrTx/>
              <a:buSzTx/>
              <a:buFontTx/>
              <a:buNone/>
              <a:tabLst/>
              <a:defRPr/>
            </a:pPr>
            <a:r>
              <a:rPr lang="en-US" sz="650" dirty="0">
                <a:solidFill>
                  <a:srgbClr val="000000"/>
                </a:solidFill>
                <a:latin typeface="Segoe UI Semibold"/>
              </a:rPr>
              <a:t>Hex #FFFFFF</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7" name="Freeform: Shape 176">
            <a:extLst>
              <a:ext uri="{FF2B5EF4-FFF2-40B4-BE49-F238E27FC236}">
                <a16:creationId xmlns:a16="http://schemas.microsoft.com/office/drawing/2014/main" id="{7FED4855-84AB-5279-73AB-BB6401863427}"/>
              </a:ext>
            </a:extLst>
          </p:cNvPr>
          <p:cNvSpPr/>
          <p:nvPr/>
        </p:nvSpPr>
        <p:spPr>
          <a:xfrm>
            <a:off x="1798337" y="224924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E8E6DF"/>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Warm Light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R232 G230 B223</a:t>
            </a:r>
          </a:p>
          <a:p>
            <a:pPr>
              <a:spcBef>
                <a:spcPts val="400"/>
              </a:spcBef>
              <a:defRPr/>
            </a:pPr>
            <a:r>
              <a:rPr lang="en-US" sz="650" dirty="0">
                <a:solidFill>
                  <a:srgbClr val="000000"/>
                </a:solidFill>
                <a:latin typeface="Segoe UI Semibold"/>
              </a:rPr>
              <a:t>Hex #E8E6DF</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5" name="Freeform: Shape 174">
            <a:extLst>
              <a:ext uri="{FF2B5EF4-FFF2-40B4-BE49-F238E27FC236}">
                <a16:creationId xmlns:a16="http://schemas.microsoft.com/office/drawing/2014/main" id="{AE1A0C5C-F0E7-A759-4264-5420345E3339}"/>
              </a:ext>
            </a:extLst>
          </p:cNvPr>
          <p:cNvSpPr/>
          <p:nvPr/>
        </p:nvSpPr>
        <p:spPr>
          <a:xfrm>
            <a:off x="2615968" y="224924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D9D9D6"/>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R217 G217 B214</a:t>
            </a:r>
          </a:p>
          <a:p>
            <a:pPr>
              <a:spcBef>
                <a:spcPts val="400"/>
              </a:spcBef>
              <a:defRPr/>
            </a:pPr>
            <a:r>
              <a:rPr lang="en-US" sz="650" dirty="0">
                <a:solidFill>
                  <a:srgbClr val="000000"/>
                </a:solidFill>
                <a:latin typeface="Segoe UI Semibold"/>
              </a:rPr>
              <a:t>Hex #D9D9D6</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9" name="Freeform: Shape 178">
            <a:extLst>
              <a:ext uri="{FF2B5EF4-FFF2-40B4-BE49-F238E27FC236}">
                <a16:creationId xmlns:a16="http://schemas.microsoft.com/office/drawing/2014/main" id="{AC94C86B-78EE-83DD-89C7-603E4EAD2A14}"/>
              </a:ext>
            </a:extLst>
          </p:cNvPr>
          <p:cNvSpPr/>
          <p:nvPr/>
        </p:nvSpPr>
        <p:spPr>
          <a:xfrm>
            <a:off x="3433534" y="2249245"/>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E1D3C7"/>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Brown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R225 G211 B199</a:t>
            </a:r>
          </a:p>
          <a:p>
            <a:pPr>
              <a:spcBef>
                <a:spcPts val="400"/>
              </a:spcBef>
              <a:defRPr/>
            </a:pPr>
            <a:r>
              <a:rPr lang="en-US" sz="650" dirty="0">
                <a:solidFill>
                  <a:srgbClr val="000000"/>
                </a:solidFill>
                <a:latin typeface="Segoe UI Semibold"/>
              </a:rPr>
              <a:t>Hex #E1D3C7</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81" name="Freeform: Shape 180">
            <a:extLst>
              <a:ext uri="{FF2B5EF4-FFF2-40B4-BE49-F238E27FC236}">
                <a16:creationId xmlns:a16="http://schemas.microsoft.com/office/drawing/2014/main" id="{DA6D20EF-4AB7-54CB-01E6-9033C805855E}"/>
              </a:ext>
              <a:ext uri="{C183D7F6-B498-43B3-948B-1728B52AA6E4}">
                <adec:decorative xmlns:adec="http://schemas.microsoft.com/office/drawing/2017/decorative" val="0"/>
              </a:ext>
            </a:extLst>
          </p:cNvPr>
          <p:cNvSpPr/>
          <p:nvPr/>
        </p:nvSpPr>
        <p:spPr>
          <a:xfrm>
            <a:off x="4251100" y="224924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FFE399"/>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Yellow</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G227 B153</a:t>
            </a:r>
          </a:p>
          <a:p>
            <a:pPr>
              <a:spcBef>
                <a:spcPts val="400"/>
              </a:spcBef>
              <a:defRPr/>
            </a:pPr>
            <a:r>
              <a:rPr lang="en-US" sz="650" dirty="0">
                <a:solidFill>
                  <a:srgbClr val="000000"/>
                </a:solidFill>
                <a:latin typeface="Segoe UI Semibold"/>
              </a:rPr>
              <a:t>Hex #FFE399</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6" name="Freeform: Shape 105">
            <a:extLst>
              <a:ext uri="{FF2B5EF4-FFF2-40B4-BE49-F238E27FC236}">
                <a16:creationId xmlns:a16="http://schemas.microsoft.com/office/drawing/2014/main" id="{AF138D22-8996-A490-B76A-05406587A346}"/>
              </a:ext>
            </a:extLst>
          </p:cNvPr>
          <p:cNvSpPr/>
          <p:nvPr/>
        </p:nvSpPr>
        <p:spPr>
          <a:xfrm>
            <a:off x="5068667" y="224924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FFA38B"/>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Orange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G163 B139</a:t>
            </a:r>
          </a:p>
          <a:p>
            <a:pPr>
              <a:spcBef>
                <a:spcPts val="400"/>
              </a:spcBef>
              <a:defRPr/>
            </a:pPr>
            <a:r>
              <a:rPr lang="en-US" sz="650" dirty="0">
                <a:solidFill>
                  <a:srgbClr val="000000"/>
                </a:solidFill>
                <a:latin typeface="Segoe UI Semibold"/>
              </a:rPr>
              <a:t>Hex #FFA38B</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9" name="Freeform: Shape 98">
            <a:extLst>
              <a:ext uri="{FF2B5EF4-FFF2-40B4-BE49-F238E27FC236}">
                <a16:creationId xmlns:a16="http://schemas.microsoft.com/office/drawing/2014/main" id="{46D7A762-9F3D-0A47-615E-A3879684DE86}"/>
              </a:ext>
            </a:extLst>
          </p:cNvPr>
          <p:cNvSpPr/>
          <p:nvPr/>
        </p:nvSpPr>
        <p:spPr>
          <a:xfrm>
            <a:off x="5886297" y="2249245"/>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FFB3BB"/>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Red</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G179 B187</a:t>
            </a:r>
          </a:p>
          <a:p>
            <a:pPr>
              <a:spcBef>
                <a:spcPts val="400"/>
              </a:spcBef>
              <a:defRPr/>
            </a:pPr>
            <a:r>
              <a:rPr lang="en-US" sz="650" dirty="0">
                <a:solidFill>
                  <a:srgbClr val="000000"/>
                </a:solidFill>
                <a:latin typeface="Segoe UI Semibold"/>
              </a:rPr>
              <a:t>Hex #FFB3BB</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1" name="Freeform: Shape 90">
            <a:extLst>
              <a:ext uri="{FF2B5EF4-FFF2-40B4-BE49-F238E27FC236}">
                <a16:creationId xmlns:a16="http://schemas.microsoft.com/office/drawing/2014/main" id="{30603BA0-A103-D225-94AA-59B8272EF177}"/>
              </a:ext>
            </a:extLst>
          </p:cNvPr>
          <p:cNvSpPr/>
          <p:nvPr/>
        </p:nvSpPr>
        <p:spPr>
          <a:xfrm>
            <a:off x="6703865" y="224924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D59ED7"/>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Magenta</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R213 G158 B215</a:t>
            </a:r>
          </a:p>
          <a:p>
            <a:pPr>
              <a:spcBef>
                <a:spcPts val="400"/>
              </a:spcBef>
              <a:defRPr/>
            </a:pPr>
            <a:r>
              <a:rPr lang="en-US" sz="650" dirty="0">
                <a:solidFill>
                  <a:srgbClr val="000000"/>
                </a:solidFill>
                <a:latin typeface="Segoe UI Semibold"/>
              </a:rPr>
              <a:t>Hex #D59ED7</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9" name="Freeform: Shape 88">
            <a:extLst>
              <a:ext uri="{FF2B5EF4-FFF2-40B4-BE49-F238E27FC236}">
                <a16:creationId xmlns:a16="http://schemas.microsoft.com/office/drawing/2014/main" id="{ABEC99E0-1B94-F82D-FFA9-39D4BD0BBBFB}"/>
              </a:ext>
            </a:extLst>
          </p:cNvPr>
          <p:cNvSpPr/>
          <p:nvPr/>
        </p:nvSpPr>
        <p:spPr>
          <a:xfrm>
            <a:off x="7521431" y="2249245"/>
            <a:ext cx="817631" cy="1163801"/>
          </a:xfrm>
          <a:custGeom>
            <a:avLst/>
            <a:gdLst>
              <a:gd name="connsiteX0" fmla="*/ 0 w 802633"/>
              <a:gd name="connsiteY0" fmla="*/ 0 h 1163890"/>
              <a:gd name="connsiteX1" fmla="*/ 802633 w 802633"/>
              <a:gd name="connsiteY1" fmla="*/ 0 h 1163890"/>
              <a:gd name="connsiteX2" fmla="*/ 802633 w 802633"/>
              <a:gd name="connsiteY2" fmla="*/ 1163890 h 1163890"/>
              <a:gd name="connsiteX3" fmla="*/ 0 w 802633"/>
              <a:gd name="connsiteY3" fmla="*/ 1163890 h 1163890"/>
              <a:gd name="connsiteX4" fmla="*/ 0 w 802633"/>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3" h="1163890">
                <a:moveTo>
                  <a:pt x="0" y="0"/>
                </a:moveTo>
                <a:lnTo>
                  <a:pt x="802633" y="0"/>
                </a:lnTo>
                <a:lnTo>
                  <a:pt x="802633" y="1163890"/>
                </a:lnTo>
                <a:lnTo>
                  <a:pt x="0" y="1163890"/>
                </a:lnTo>
                <a:lnTo>
                  <a:pt x="0" y="0"/>
                </a:lnTo>
              </a:path>
            </a:pathLst>
          </a:custGeom>
          <a:solidFill>
            <a:srgbClr val="C5B4E3"/>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Purple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R197 G180 B227</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Hex #C5B4E3</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87" name="Freeform: Shape 86">
            <a:extLst>
              <a:ext uri="{FF2B5EF4-FFF2-40B4-BE49-F238E27FC236}">
                <a16:creationId xmlns:a16="http://schemas.microsoft.com/office/drawing/2014/main" id="{4EED3960-F097-3B49-8BC1-91997F2B271D}"/>
              </a:ext>
            </a:extLst>
          </p:cNvPr>
          <p:cNvSpPr/>
          <p:nvPr/>
        </p:nvSpPr>
        <p:spPr>
          <a:xfrm>
            <a:off x="8339062" y="2249245"/>
            <a:ext cx="817565" cy="1163801"/>
          </a:xfrm>
          <a:custGeom>
            <a:avLst/>
            <a:gdLst>
              <a:gd name="connsiteX0" fmla="*/ 0 w 802568"/>
              <a:gd name="connsiteY0" fmla="*/ 0 h 1163890"/>
              <a:gd name="connsiteX1" fmla="*/ 802569 w 802568"/>
              <a:gd name="connsiteY1" fmla="*/ 0 h 1163890"/>
              <a:gd name="connsiteX2" fmla="*/ 802569 w 802568"/>
              <a:gd name="connsiteY2" fmla="*/ 1163890 h 1163890"/>
              <a:gd name="connsiteX3" fmla="*/ 0 w 802568"/>
              <a:gd name="connsiteY3" fmla="*/ 1163890 h 1163890"/>
              <a:gd name="connsiteX4" fmla="*/ 0 w 802568"/>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8" h="1163890">
                <a:moveTo>
                  <a:pt x="0" y="0"/>
                </a:moveTo>
                <a:lnTo>
                  <a:pt x="802569" y="0"/>
                </a:lnTo>
                <a:lnTo>
                  <a:pt x="802569" y="1163890"/>
                </a:lnTo>
                <a:lnTo>
                  <a:pt x="0" y="1163890"/>
                </a:lnTo>
                <a:lnTo>
                  <a:pt x="0" y="0"/>
                </a:lnTo>
              </a:path>
            </a:pathLst>
          </a:custGeom>
          <a:solidFill>
            <a:srgbClr val="8DC8E8"/>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Blue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R141 G200 B232</a:t>
            </a:r>
          </a:p>
          <a:p>
            <a:pPr>
              <a:spcBef>
                <a:spcPts val="400"/>
              </a:spcBef>
              <a:defRPr/>
            </a:pPr>
            <a:r>
              <a:rPr lang="en-US" sz="650" dirty="0">
                <a:solidFill>
                  <a:srgbClr val="000000"/>
                </a:solidFill>
                <a:latin typeface="Segoe UI Semibold"/>
              </a:rPr>
              <a:t>Hex #8DC8E8</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0" name="Freeform: Shape 59">
            <a:extLst>
              <a:ext uri="{FF2B5EF4-FFF2-40B4-BE49-F238E27FC236}">
                <a16:creationId xmlns:a16="http://schemas.microsoft.com/office/drawing/2014/main" id="{B9EFDAE6-DFE7-90FA-37AA-78DC0CE16707}"/>
              </a:ext>
            </a:extLst>
          </p:cNvPr>
          <p:cNvSpPr/>
          <p:nvPr/>
        </p:nvSpPr>
        <p:spPr>
          <a:xfrm>
            <a:off x="9156628" y="224924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B9DCD2"/>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Teal</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R185 G220 B210</a:t>
            </a:r>
          </a:p>
          <a:p>
            <a:pPr>
              <a:spcBef>
                <a:spcPts val="400"/>
              </a:spcBef>
              <a:defRPr/>
            </a:pPr>
            <a:r>
              <a:rPr lang="en-US" sz="650" dirty="0">
                <a:solidFill>
                  <a:srgbClr val="000000"/>
                </a:solidFill>
                <a:latin typeface="Segoe UI Semibold"/>
              </a:rPr>
              <a:t>Hex #B9DCD2 </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	</a:t>
            </a:r>
          </a:p>
        </p:txBody>
      </p:sp>
      <p:sp>
        <p:nvSpPr>
          <p:cNvPr id="85" name="Freeform: Shape 84">
            <a:extLst>
              <a:ext uri="{FF2B5EF4-FFF2-40B4-BE49-F238E27FC236}">
                <a16:creationId xmlns:a16="http://schemas.microsoft.com/office/drawing/2014/main" id="{A2DBB59D-802A-502E-D6AB-F3CD1EFF681A}"/>
              </a:ext>
            </a:extLst>
          </p:cNvPr>
          <p:cNvSpPr/>
          <p:nvPr/>
        </p:nvSpPr>
        <p:spPr>
          <a:xfrm>
            <a:off x="9974195" y="2249245"/>
            <a:ext cx="817630" cy="1163801"/>
          </a:xfrm>
          <a:custGeom>
            <a:avLst/>
            <a:gdLst>
              <a:gd name="connsiteX0" fmla="*/ 0 w 802632"/>
              <a:gd name="connsiteY0" fmla="*/ 0 h 1163890"/>
              <a:gd name="connsiteX1" fmla="*/ 802632 w 802632"/>
              <a:gd name="connsiteY1" fmla="*/ 0 h 1163890"/>
              <a:gd name="connsiteX2" fmla="*/ 802632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2" y="0"/>
                </a:lnTo>
                <a:lnTo>
                  <a:pt x="802632" y="1163890"/>
                </a:lnTo>
                <a:lnTo>
                  <a:pt x="0" y="1163890"/>
                </a:lnTo>
                <a:lnTo>
                  <a:pt x="0" y="0"/>
                </a:lnTo>
              </a:path>
            </a:pathLst>
          </a:custGeom>
          <a:solidFill>
            <a:srgbClr val="D4EC8E"/>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Light Green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R212 G236 B142</a:t>
            </a:r>
          </a:p>
          <a:p>
            <a:pPr>
              <a:spcBef>
                <a:spcPts val="400"/>
              </a:spcBef>
              <a:defRPr/>
            </a:pPr>
            <a:r>
              <a:rPr lang="en-US" sz="650" dirty="0">
                <a:solidFill>
                  <a:srgbClr val="000000"/>
                </a:solidFill>
                <a:latin typeface="Segoe UI Semibold"/>
              </a:rPr>
              <a:t>Hex #D4EC8E</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3" name="Freeform: Shape 82">
            <a:extLst>
              <a:ext uri="{FF2B5EF4-FFF2-40B4-BE49-F238E27FC236}">
                <a16:creationId xmlns:a16="http://schemas.microsoft.com/office/drawing/2014/main" id="{81C13EFF-D026-C1AF-A2BB-CF3A50AA6A96}"/>
              </a:ext>
            </a:extLst>
          </p:cNvPr>
          <p:cNvSpPr/>
          <p:nvPr/>
        </p:nvSpPr>
        <p:spPr>
          <a:xfrm>
            <a:off x="10791825" y="224924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091F2C"/>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Blue Black</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R9 G31 B44</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#091F2C </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108" name="Freeform: Shape 107">
            <a:extLst>
              <a:ext uri="{FF2B5EF4-FFF2-40B4-BE49-F238E27FC236}">
                <a16:creationId xmlns:a16="http://schemas.microsoft.com/office/drawing/2014/main" id="{FA5B755E-A3EB-BCA1-0CF2-D1E8FF81FC97}"/>
              </a:ext>
            </a:extLst>
          </p:cNvPr>
          <p:cNvSpPr/>
          <p:nvPr/>
        </p:nvSpPr>
        <p:spPr>
          <a:xfrm>
            <a:off x="980770" y="3413110"/>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F4F3F5"/>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Off White</a:t>
            </a:r>
          </a:p>
          <a:p>
            <a:pPr marL="0" marR="0" lvl="0" indent="0" algn="l" defTabSz="914367" rtl="0" eaLnBrk="1" fontAlgn="auto" latinLnBrk="0" hangingPunct="1">
              <a:lnSpc>
                <a:spcPct val="100000"/>
              </a:lnSpc>
              <a:spcBef>
                <a:spcPts val="400"/>
              </a:spcBef>
              <a:spcAft>
                <a:spcPts val="0"/>
              </a:spcAft>
              <a:buClrTx/>
              <a:buSzTx/>
              <a:buFontTx/>
              <a:buNone/>
              <a:tabLst/>
              <a:defRPr/>
            </a:pPr>
            <a:r>
              <a:rPr lang="en-US" sz="650" dirty="0">
                <a:solidFill>
                  <a:srgbClr val="000000"/>
                </a:solidFill>
                <a:latin typeface="Segoe UI Semibold"/>
              </a:rPr>
              <a:t>R244 G243 B245</a:t>
            </a:r>
          </a:p>
          <a:p>
            <a:pPr marL="0" marR="0" lvl="0" indent="0" algn="l" defTabSz="914367" rtl="0" eaLnBrk="1" fontAlgn="auto" latinLnBrk="0" hangingPunct="1">
              <a:lnSpc>
                <a:spcPct val="100000"/>
              </a:lnSpc>
              <a:spcBef>
                <a:spcPts val="400"/>
              </a:spcBef>
              <a:spcAft>
                <a:spcPts val="0"/>
              </a:spcAft>
              <a:buClrTx/>
              <a:buSzTx/>
              <a:buFontTx/>
              <a:buNone/>
              <a:tabLst/>
              <a:defRPr/>
            </a:pPr>
            <a:r>
              <a:rPr lang="en-US" sz="650" dirty="0">
                <a:solidFill>
                  <a:srgbClr val="000000"/>
                </a:solidFill>
                <a:latin typeface="Segoe UI Semibold"/>
              </a:rPr>
              <a:t>Hex # F4F3F5</a:t>
            </a:r>
            <a:endParaRPr kumimoji="0" lang="en-US" sz="65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81" name="Freeform: Shape 80">
            <a:extLst>
              <a:ext uri="{FF2B5EF4-FFF2-40B4-BE49-F238E27FC236}">
                <a16:creationId xmlns:a16="http://schemas.microsoft.com/office/drawing/2014/main" id="{280A2F3E-7726-A3D3-27D4-968C8DAC56DA}"/>
              </a:ext>
            </a:extLst>
          </p:cNvPr>
          <p:cNvSpPr/>
          <p:nvPr/>
        </p:nvSpPr>
        <p:spPr>
          <a:xfrm>
            <a:off x="1798337" y="3413110"/>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D7D2CB"/>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Mid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R215 G210 B203</a:t>
            </a:r>
          </a:p>
          <a:p>
            <a:pPr>
              <a:spcBef>
                <a:spcPts val="400"/>
              </a:spcBef>
              <a:defRPr/>
            </a:pPr>
            <a:r>
              <a:rPr lang="en-US" sz="650" dirty="0">
                <a:solidFill>
                  <a:srgbClr val="000000"/>
                </a:solidFill>
                <a:latin typeface="Segoe UI Semibold"/>
              </a:rPr>
              <a:t>Hex #D7D2CB</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9" name="Freeform: Shape 78">
            <a:extLst>
              <a:ext uri="{FF2B5EF4-FFF2-40B4-BE49-F238E27FC236}">
                <a16:creationId xmlns:a16="http://schemas.microsoft.com/office/drawing/2014/main" id="{1CCBD1F3-6AD0-B37C-78AC-BAD233480953}"/>
              </a:ext>
            </a:extLst>
          </p:cNvPr>
          <p:cNvSpPr/>
          <p:nvPr/>
        </p:nvSpPr>
        <p:spPr>
          <a:xfrm>
            <a:off x="2615968" y="3413110"/>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B1B3B3"/>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Cool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R177 G179 B179</a:t>
            </a:r>
          </a:p>
          <a:p>
            <a:pPr>
              <a:spcBef>
                <a:spcPts val="400"/>
              </a:spcBef>
              <a:defRPr/>
            </a:pPr>
            <a:r>
              <a:rPr lang="en-US" sz="650" dirty="0">
                <a:solidFill>
                  <a:srgbClr val="000000"/>
                </a:solidFill>
                <a:latin typeface="Segoe UI Semibold"/>
              </a:rPr>
              <a:t>Hex #B1B3B3</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7" name="Freeform: Shape 76">
            <a:extLst>
              <a:ext uri="{FF2B5EF4-FFF2-40B4-BE49-F238E27FC236}">
                <a16:creationId xmlns:a16="http://schemas.microsoft.com/office/drawing/2014/main" id="{465F125F-BD2A-FFB5-E9AC-1FB5C192E2B8}"/>
              </a:ext>
            </a:extLst>
          </p:cNvPr>
          <p:cNvSpPr/>
          <p:nvPr/>
        </p:nvSpPr>
        <p:spPr>
          <a:xfrm>
            <a:off x="3433534" y="3413110"/>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BF9474"/>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Brown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R191 G148 B116</a:t>
            </a:r>
          </a:p>
          <a:p>
            <a:pPr>
              <a:spcBef>
                <a:spcPts val="400"/>
              </a:spcBef>
              <a:defRPr/>
            </a:pPr>
            <a:r>
              <a:rPr lang="en-US" sz="650" dirty="0">
                <a:solidFill>
                  <a:srgbClr val="000000"/>
                </a:solidFill>
                <a:latin typeface="Segoe UI Semibold"/>
              </a:rPr>
              <a:t>Hex #BF9474</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5" name="Freeform: Shape 74">
            <a:extLst>
              <a:ext uri="{FF2B5EF4-FFF2-40B4-BE49-F238E27FC236}">
                <a16:creationId xmlns:a16="http://schemas.microsoft.com/office/drawing/2014/main" id="{DA84DA77-3DB7-6EEF-009E-413A15419F14}"/>
              </a:ext>
            </a:extLst>
          </p:cNvPr>
          <p:cNvSpPr/>
          <p:nvPr/>
        </p:nvSpPr>
        <p:spPr>
          <a:xfrm>
            <a:off x="4251100" y="3413110"/>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FFB900"/>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Yellow</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G185 B0</a:t>
            </a:r>
          </a:p>
          <a:p>
            <a:pPr>
              <a:spcBef>
                <a:spcPts val="400"/>
              </a:spcBef>
              <a:defRPr/>
            </a:pPr>
            <a:r>
              <a:rPr lang="en-US" sz="650" dirty="0">
                <a:solidFill>
                  <a:srgbClr val="000000"/>
                </a:solidFill>
                <a:latin typeface="Segoe UI Semibold"/>
              </a:rPr>
              <a:t>Hex #FFB900</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3" name="Freeform: Shape 72">
            <a:extLst>
              <a:ext uri="{FF2B5EF4-FFF2-40B4-BE49-F238E27FC236}">
                <a16:creationId xmlns:a16="http://schemas.microsoft.com/office/drawing/2014/main" id="{364E5C97-567B-1221-CABA-122FE4A21655}"/>
              </a:ext>
            </a:extLst>
          </p:cNvPr>
          <p:cNvSpPr/>
          <p:nvPr/>
        </p:nvSpPr>
        <p:spPr>
          <a:xfrm>
            <a:off x="5068667" y="3413110"/>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FF5C39"/>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Orange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G92 B57</a:t>
            </a:r>
          </a:p>
          <a:p>
            <a:pPr>
              <a:spcBef>
                <a:spcPts val="400"/>
              </a:spcBef>
              <a:defRPr/>
            </a:pPr>
            <a:r>
              <a:rPr lang="en-US" sz="650" dirty="0">
                <a:solidFill>
                  <a:srgbClr val="000000"/>
                </a:solidFill>
                <a:latin typeface="Segoe UI Semibold"/>
              </a:rPr>
              <a:t>Hex #FF5C39</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1" name="Freeform: Shape 70">
            <a:extLst>
              <a:ext uri="{FF2B5EF4-FFF2-40B4-BE49-F238E27FC236}">
                <a16:creationId xmlns:a16="http://schemas.microsoft.com/office/drawing/2014/main" id="{3CEB18E2-8DED-982D-CE16-C58DEF0F5A2B}"/>
              </a:ext>
            </a:extLst>
          </p:cNvPr>
          <p:cNvSpPr/>
          <p:nvPr/>
        </p:nvSpPr>
        <p:spPr>
          <a:xfrm>
            <a:off x="5886297" y="3413110"/>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F4364C"/>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Red</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R244 G54 B76</a:t>
            </a:r>
          </a:p>
          <a:p>
            <a:pPr>
              <a:spcBef>
                <a:spcPts val="400"/>
              </a:spcBef>
              <a:defRPr/>
            </a:pPr>
            <a:r>
              <a:rPr lang="en-US" sz="650" dirty="0">
                <a:solidFill>
                  <a:srgbClr val="000000"/>
                </a:solidFill>
                <a:latin typeface="Segoe UI Semibold"/>
              </a:rPr>
              <a:t>Hex #F4364C</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9" name="Freeform: Shape 68">
            <a:extLst>
              <a:ext uri="{FF2B5EF4-FFF2-40B4-BE49-F238E27FC236}">
                <a16:creationId xmlns:a16="http://schemas.microsoft.com/office/drawing/2014/main" id="{75755343-D07B-2D0F-BEC4-C809041B3174}"/>
              </a:ext>
            </a:extLst>
          </p:cNvPr>
          <p:cNvSpPr/>
          <p:nvPr/>
        </p:nvSpPr>
        <p:spPr>
          <a:xfrm>
            <a:off x="6703865" y="3413110"/>
            <a:ext cx="817631" cy="1163801"/>
          </a:xfrm>
          <a:custGeom>
            <a:avLst/>
            <a:gdLst>
              <a:gd name="connsiteX0" fmla="*/ 0 w 802633"/>
              <a:gd name="connsiteY0" fmla="*/ 0 h 1163890"/>
              <a:gd name="connsiteX1" fmla="*/ 802633 w 802633"/>
              <a:gd name="connsiteY1" fmla="*/ 0 h 1163890"/>
              <a:gd name="connsiteX2" fmla="*/ 802633 w 802633"/>
              <a:gd name="connsiteY2" fmla="*/ 1163890 h 1163890"/>
              <a:gd name="connsiteX3" fmla="*/ 0 w 802633"/>
              <a:gd name="connsiteY3" fmla="*/ 1163890 h 1163890"/>
              <a:gd name="connsiteX4" fmla="*/ 0 w 802633"/>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3" h="1163890">
                <a:moveTo>
                  <a:pt x="0" y="0"/>
                </a:moveTo>
                <a:lnTo>
                  <a:pt x="802633" y="0"/>
                </a:lnTo>
                <a:lnTo>
                  <a:pt x="802633" y="1163890"/>
                </a:lnTo>
                <a:lnTo>
                  <a:pt x="0" y="1163890"/>
                </a:lnTo>
                <a:lnTo>
                  <a:pt x="0" y="0"/>
                </a:lnTo>
              </a:path>
            </a:pathLst>
          </a:custGeom>
          <a:solidFill>
            <a:srgbClr val="C03BC4"/>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Magenta</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R192 G59 B196</a:t>
            </a:r>
          </a:p>
          <a:p>
            <a:pPr>
              <a:spcBef>
                <a:spcPts val="400"/>
              </a:spcBef>
              <a:defRPr/>
            </a:pPr>
            <a:r>
              <a:rPr lang="en-US" sz="650" dirty="0">
                <a:solidFill>
                  <a:srgbClr val="000000"/>
                </a:solidFill>
                <a:latin typeface="Segoe UI Semibold"/>
              </a:rPr>
              <a:t>Hex #C03BC4</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7" name="Freeform: Shape 66">
            <a:extLst>
              <a:ext uri="{FF2B5EF4-FFF2-40B4-BE49-F238E27FC236}">
                <a16:creationId xmlns:a16="http://schemas.microsoft.com/office/drawing/2014/main" id="{5CD5DBDE-C944-1CC7-9E14-DB96D7B01827}"/>
              </a:ext>
            </a:extLst>
          </p:cNvPr>
          <p:cNvSpPr/>
          <p:nvPr/>
        </p:nvSpPr>
        <p:spPr>
          <a:xfrm>
            <a:off x="7521431" y="3413110"/>
            <a:ext cx="817631" cy="1163801"/>
          </a:xfrm>
          <a:custGeom>
            <a:avLst/>
            <a:gdLst>
              <a:gd name="connsiteX0" fmla="*/ 0 w 802633"/>
              <a:gd name="connsiteY0" fmla="*/ 0 h 1163890"/>
              <a:gd name="connsiteX1" fmla="*/ 802633 w 802633"/>
              <a:gd name="connsiteY1" fmla="*/ 0 h 1163890"/>
              <a:gd name="connsiteX2" fmla="*/ 802633 w 802633"/>
              <a:gd name="connsiteY2" fmla="*/ 1163890 h 1163890"/>
              <a:gd name="connsiteX3" fmla="*/ 0 w 802633"/>
              <a:gd name="connsiteY3" fmla="*/ 1163890 h 1163890"/>
              <a:gd name="connsiteX4" fmla="*/ 0 w 802633"/>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3" h="1163890">
                <a:moveTo>
                  <a:pt x="0" y="0"/>
                </a:moveTo>
                <a:lnTo>
                  <a:pt x="802633" y="0"/>
                </a:lnTo>
                <a:lnTo>
                  <a:pt x="802633" y="1163890"/>
                </a:lnTo>
                <a:lnTo>
                  <a:pt x="0" y="1163890"/>
                </a:lnTo>
                <a:lnTo>
                  <a:pt x="0" y="0"/>
                </a:lnTo>
              </a:path>
            </a:pathLst>
          </a:custGeom>
          <a:solidFill>
            <a:srgbClr val="8661C5"/>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Purple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R134 G97 B197</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#8661C5</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62" name="Freeform: Shape 61">
            <a:extLst>
              <a:ext uri="{FF2B5EF4-FFF2-40B4-BE49-F238E27FC236}">
                <a16:creationId xmlns:a16="http://schemas.microsoft.com/office/drawing/2014/main" id="{EDB1528D-5252-3CB5-521C-E6AF74DB8D51}"/>
              </a:ext>
            </a:extLst>
          </p:cNvPr>
          <p:cNvSpPr/>
          <p:nvPr/>
        </p:nvSpPr>
        <p:spPr>
          <a:xfrm>
            <a:off x="8339062" y="3413110"/>
            <a:ext cx="817565" cy="1163801"/>
          </a:xfrm>
          <a:custGeom>
            <a:avLst/>
            <a:gdLst>
              <a:gd name="connsiteX0" fmla="*/ 0 w 802568"/>
              <a:gd name="connsiteY0" fmla="*/ 0 h 1163890"/>
              <a:gd name="connsiteX1" fmla="*/ 802569 w 802568"/>
              <a:gd name="connsiteY1" fmla="*/ 0 h 1163890"/>
              <a:gd name="connsiteX2" fmla="*/ 802569 w 802568"/>
              <a:gd name="connsiteY2" fmla="*/ 1163890 h 1163890"/>
              <a:gd name="connsiteX3" fmla="*/ 0 w 802568"/>
              <a:gd name="connsiteY3" fmla="*/ 1163890 h 1163890"/>
              <a:gd name="connsiteX4" fmla="*/ 0 w 802568"/>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8" h="1163890">
                <a:moveTo>
                  <a:pt x="0" y="0"/>
                </a:moveTo>
                <a:lnTo>
                  <a:pt x="802569" y="0"/>
                </a:lnTo>
                <a:lnTo>
                  <a:pt x="802569" y="1163890"/>
                </a:lnTo>
                <a:lnTo>
                  <a:pt x="0" y="1163890"/>
                </a:lnTo>
                <a:lnTo>
                  <a:pt x="0" y="0"/>
                </a:lnTo>
              </a:path>
            </a:pathLst>
          </a:custGeom>
          <a:solidFill>
            <a:srgbClr val="0078D4"/>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Blue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R0 G120 B212</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#0078D4 </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56" name="Freeform: Shape 55">
            <a:extLst>
              <a:ext uri="{FF2B5EF4-FFF2-40B4-BE49-F238E27FC236}">
                <a16:creationId xmlns:a16="http://schemas.microsoft.com/office/drawing/2014/main" id="{008343CD-7193-742A-F1D2-B2DE26CBA603}"/>
              </a:ext>
            </a:extLst>
          </p:cNvPr>
          <p:cNvSpPr/>
          <p:nvPr/>
        </p:nvSpPr>
        <p:spPr>
          <a:xfrm>
            <a:off x="9156628" y="3413110"/>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49C5B1"/>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Teal</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R73 G197 B177</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Hex #49C5B1 </a:t>
            </a:r>
          </a:p>
        </p:txBody>
      </p:sp>
      <p:sp>
        <p:nvSpPr>
          <p:cNvPr id="54" name="Freeform: Shape 53">
            <a:extLst>
              <a:ext uri="{FF2B5EF4-FFF2-40B4-BE49-F238E27FC236}">
                <a16:creationId xmlns:a16="http://schemas.microsoft.com/office/drawing/2014/main" id="{CD1299B3-948E-6516-4D2F-E09B9D5E7322}"/>
              </a:ext>
            </a:extLst>
          </p:cNvPr>
          <p:cNvSpPr/>
          <p:nvPr/>
        </p:nvSpPr>
        <p:spPr>
          <a:xfrm>
            <a:off x="9974195" y="3413110"/>
            <a:ext cx="817630" cy="1163801"/>
          </a:xfrm>
          <a:custGeom>
            <a:avLst/>
            <a:gdLst>
              <a:gd name="connsiteX0" fmla="*/ 0 w 802632"/>
              <a:gd name="connsiteY0" fmla="*/ 0 h 1163890"/>
              <a:gd name="connsiteX1" fmla="*/ 802632 w 802632"/>
              <a:gd name="connsiteY1" fmla="*/ 0 h 1163890"/>
              <a:gd name="connsiteX2" fmla="*/ 802632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2" y="0"/>
                </a:lnTo>
                <a:lnTo>
                  <a:pt x="802632" y="1163890"/>
                </a:lnTo>
                <a:lnTo>
                  <a:pt x="0" y="1163890"/>
                </a:lnTo>
                <a:lnTo>
                  <a:pt x="0" y="0"/>
                </a:lnTo>
              </a:path>
            </a:pathLst>
          </a:custGeom>
          <a:solidFill>
            <a:srgbClr val="8DE971"/>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Green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R141 G233 B113</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Hex #8DE971 </a:t>
            </a:r>
          </a:p>
        </p:txBody>
      </p:sp>
      <p:sp>
        <p:nvSpPr>
          <p:cNvPr id="49" name="Freeform: Shape 48">
            <a:extLst>
              <a:ext uri="{FF2B5EF4-FFF2-40B4-BE49-F238E27FC236}">
                <a16:creationId xmlns:a16="http://schemas.microsoft.com/office/drawing/2014/main" id="{EC24A263-B6BE-EA60-DE73-6D4BF1FCE03D}"/>
              </a:ext>
            </a:extLst>
          </p:cNvPr>
          <p:cNvSpPr/>
          <p:nvPr/>
        </p:nvSpPr>
        <p:spPr>
          <a:xfrm>
            <a:off x="10791825" y="3413110"/>
            <a:ext cx="817566" cy="1171831"/>
          </a:xfrm>
          <a:custGeom>
            <a:avLst/>
            <a:gdLst>
              <a:gd name="connsiteX0" fmla="*/ 0 w 802569"/>
              <a:gd name="connsiteY0" fmla="*/ 0 h 1171920"/>
              <a:gd name="connsiteX1" fmla="*/ 802570 w 802569"/>
              <a:gd name="connsiteY1" fmla="*/ 0 h 1171920"/>
              <a:gd name="connsiteX2" fmla="*/ 802570 w 802569"/>
              <a:gd name="connsiteY2" fmla="*/ 1171921 h 1171920"/>
              <a:gd name="connsiteX3" fmla="*/ 0 w 802569"/>
              <a:gd name="connsiteY3" fmla="*/ 1171921 h 1171920"/>
              <a:gd name="connsiteX4" fmla="*/ 0 w 802569"/>
              <a:gd name="connsiteY4" fmla="*/ 0 h 1171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71920">
                <a:moveTo>
                  <a:pt x="0" y="0"/>
                </a:moveTo>
                <a:lnTo>
                  <a:pt x="802570" y="0"/>
                </a:lnTo>
                <a:lnTo>
                  <a:pt x="802570" y="1171921"/>
                </a:lnTo>
                <a:lnTo>
                  <a:pt x="0" y="1171921"/>
                </a:lnTo>
                <a:lnTo>
                  <a:pt x="0" y="0"/>
                </a:lnTo>
              </a:path>
            </a:pathLst>
          </a:custGeom>
          <a:solidFill>
            <a:srgbClr val="000000"/>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Pure Black</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R0 G0 B0</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a:t>
            </a:r>
            <a:r>
              <a:rPr lang="en-US" sz="650" dirty="0">
                <a:solidFill>
                  <a:srgbClr val="FFFFFF"/>
                </a:solidFill>
                <a:latin typeface="Segoe UI Semibold"/>
              </a:rPr>
              <a:t>000000</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7" name="Freeform: Shape 46">
            <a:extLst>
              <a:ext uri="{FF2B5EF4-FFF2-40B4-BE49-F238E27FC236}">
                <a16:creationId xmlns:a16="http://schemas.microsoft.com/office/drawing/2014/main" id="{4FD5892C-D1A3-1739-3ABA-D03B78E2E203}"/>
              </a:ext>
            </a:extLst>
          </p:cNvPr>
          <p:cNvSpPr/>
          <p:nvPr/>
        </p:nvSpPr>
        <p:spPr>
          <a:xfrm>
            <a:off x="980739" y="4575012"/>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FFF8F3"/>
          </a:solidFill>
          <a:ln w="6320" cap="flat">
            <a:noFill/>
            <a:prstDash val="solid"/>
            <a:miter/>
          </a:ln>
        </p:spPr>
        <p:txBody>
          <a:bodyPr lIns="91440" tIns="91440" rIns="73152" bIns="0" rtlCol="0" anchor="t" anchorCtr="0"/>
          <a:lstStyle/>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Warm White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R255 G248 B243</a:t>
            </a:r>
          </a:p>
          <a:p>
            <a:pPr>
              <a:spcBef>
                <a:spcPts val="400"/>
              </a:spcBef>
              <a:defRPr/>
            </a:pPr>
            <a:r>
              <a:rPr lang="en-US" sz="650" dirty="0">
                <a:solidFill>
                  <a:srgbClr val="000000"/>
                </a:solidFill>
                <a:latin typeface="Segoe UI Semibold"/>
              </a:rPr>
              <a:t>Hex #FFF8F3</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5" name="Freeform: Shape 44">
            <a:extLst>
              <a:ext uri="{FF2B5EF4-FFF2-40B4-BE49-F238E27FC236}">
                <a16:creationId xmlns:a16="http://schemas.microsoft.com/office/drawing/2014/main" id="{88D3FFB4-76D2-3C46-A40B-5FE448F97D54}"/>
              </a:ext>
            </a:extLst>
          </p:cNvPr>
          <p:cNvSpPr/>
          <p:nvPr/>
        </p:nvSpPr>
        <p:spPr>
          <a:xfrm>
            <a:off x="1798337" y="457501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8C8279"/>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000000"/>
                </a:solidFill>
                <a:latin typeface="Segoe UI Semibold"/>
              </a:rPr>
              <a:t>Warm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000000"/>
                </a:solidFill>
                <a:effectLst/>
                <a:uLnTx/>
                <a:uFillTx/>
                <a:latin typeface="Segoe UI Semibold"/>
                <a:ea typeface="+mn-ea"/>
                <a:cs typeface="+mn-cs"/>
              </a:rPr>
              <a:t>R140 G130 B121</a:t>
            </a:r>
          </a:p>
          <a:p>
            <a:pPr>
              <a:spcBef>
                <a:spcPts val="400"/>
              </a:spcBef>
              <a:defRPr/>
            </a:pPr>
            <a:r>
              <a:rPr lang="en-US" sz="650" dirty="0">
                <a:solidFill>
                  <a:srgbClr val="000000"/>
                </a:solidFill>
                <a:latin typeface="Segoe UI Semibold"/>
              </a:rPr>
              <a:t>Hex #8C8279</a:t>
            </a:r>
            <a:endParaRPr kumimoji="0" lang="en-US" sz="65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Freeform: Shape 41">
            <a:extLst>
              <a:ext uri="{FF2B5EF4-FFF2-40B4-BE49-F238E27FC236}">
                <a16:creationId xmlns:a16="http://schemas.microsoft.com/office/drawing/2014/main" id="{F462BFE3-8EC1-0BDC-E0A3-E1986B8A4D27}"/>
              </a:ext>
            </a:extLst>
          </p:cNvPr>
          <p:cNvSpPr/>
          <p:nvPr/>
        </p:nvSpPr>
        <p:spPr>
          <a:xfrm>
            <a:off x="2615968" y="457501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454142"/>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Gray</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R69 G65 B66</a:t>
            </a:r>
          </a:p>
          <a:p>
            <a:pPr marL="0" marR="0" lvl="0" indent="0" algn="l" defTabSz="914367" rtl="0" eaLnBrk="1" fontAlgn="auto" latinLnBrk="0" hangingPunct="1">
              <a:lnSpc>
                <a:spcPct val="100000"/>
              </a:lnSpc>
              <a:spcBef>
                <a:spcPts val="400"/>
              </a:spcBef>
              <a:spcAft>
                <a:spcPts val="0"/>
              </a:spcAft>
              <a:buClrTx/>
              <a:buSzTx/>
              <a:buFontTx/>
              <a:buNone/>
              <a:tabLst/>
              <a:defRPr/>
            </a:pPr>
            <a:r>
              <a:rPr lang="en-US" sz="650" dirty="0">
                <a:solidFill>
                  <a:srgbClr val="FFFFFF"/>
                </a:solidFill>
                <a:latin typeface="Segoe UI Semibold"/>
              </a:rPr>
              <a:t>Hex #454142</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5" name="Freeform: Shape 34">
            <a:extLst>
              <a:ext uri="{FF2B5EF4-FFF2-40B4-BE49-F238E27FC236}">
                <a16:creationId xmlns:a16="http://schemas.microsoft.com/office/drawing/2014/main" id="{3E777C2A-5CF5-50D1-F296-00B07D7FA13D}"/>
              </a:ext>
            </a:extLst>
          </p:cNvPr>
          <p:cNvSpPr/>
          <p:nvPr/>
        </p:nvSpPr>
        <p:spPr>
          <a:xfrm>
            <a:off x="3433534" y="4575015"/>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5C4738"/>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Brown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R92 G71 B56</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a:t>
            </a:r>
            <a:r>
              <a:rPr lang="en-US" sz="650" dirty="0">
                <a:solidFill>
                  <a:srgbClr val="FFFFFF"/>
                </a:solidFill>
                <a:latin typeface="Segoe UI Semibold"/>
              </a:rPr>
              <a:t>5C4738</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3" name="Freeform: Shape 32">
            <a:extLst>
              <a:ext uri="{FF2B5EF4-FFF2-40B4-BE49-F238E27FC236}">
                <a16:creationId xmlns:a16="http://schemas.microsoft.com/office/drawing/2014/main" id="{692E79D8-2096-A9D9-0231-F4945A90CAFD}"/>
              </a:ext>
            </a:extLst>
          </p:cNvPr>
          <p:cNvSpPr/>
          <p:nvPr/>
        </p:nvSpPr>
        <p:spPr>
          <a:xfrm>
            <a:off x="4251100" y="457501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7F5A1A"/>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Yellow</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R127 G90 B26</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a:t>
            </a:r>
            <a:r>
              <a:rPr lang="en-US" sz="650" dirty="0">
                <a:solidFill>
                  <a:srgbClr val="FFFFFF"/>
                </a:solidFill>
                <a:latin typeface="Segoe UI Semibold"/>
              </a:rPr>
              <a:t>7F5A1A</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27" name="Freeform: Shape 26">
            <a:extLst>
              <a:ext uri="{FF2B5EF4-FFF2-40B4-BE49-F238E27FC236}">
                <a16:creationId xmlns:a16="http://schemas.microsoft.com/office/drawing/2014/main" id="{13F0587D-373C-28EB-04AE-296CAD248DA3}"/>
              </a:ext>
            </a:extLst>
          </p:cNvPr>
          <p:cNvSpPr/>
          <p:nvPr/>
        </p:nvSpPr>
        <p:spPr>
          <a:xfrm>
            <a:off x="5068667" y="4575015"/>
            <a:ext cx="817630" cy="1163801"/>
          </a:xfrm>
          <a:custGeom>
            <a:avLst/>
            <a:gdLst>
              <a:gd name="connsiteX0" fmla="*/ 0 w 802632"/>
              <a:gd name="connsiteY0" fmla="*/ 0 h 1163890"/>
              <a:gd name="connsiteX1" fmla="*/ 802633 w 802632"/>
              <a:gd name="connsiteY1" fmla="*/ 0 h 1163890"/>
              <a:gd name="connsiteX2" fmla="*/ 802633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3" y="0"/>
                </a:lnTo>
                <a:lnTo>
                  <a:pt x="802633" y="1163890"/>
                </a:lnTo>
                <a:lnTo>
                  <a:pt x="0" y="1163890"/>
                </a:lnTo>
                <a:lnTo>
                  <a:pt x="0" y="0"/>
                </a:lnTo>
              </a:path>
            </a:pathLst>
          </a:custGeom>
          <a:solidFill>
            <a:srgbClr val="73391D"/>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Orange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R115 G57 B29</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a:t>
            </a:r>
            <a:r>
              <a:rPr lang="en-US" sz="650" dirty="0">
                <a:solidFill>
                  <a:srgbClr val="FFFFFF"/>
                </a:solidFill>
                <a:latin typeface="Segoe UI Semibold"/>
              </a:rPr>
              <a:t>73391D</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29" name="Freeform: Shape 28">
            <a:extLst>
              <a:ext uri="{FF2B5EF4-FFF2-40B4-BE49-F238E27FC236}">
                <a16:creationId xmlns:a16="http://schemas.microsoft.com/office/drawing/2014/main" id="{FE9CB5FD-F5AE-A958-375F-3F73EFAB4836}"/>
              </a:ext>
            </a:extLst>
          </p:cNvPr>
          <p:cNvSpPr/>
          <p:nvPr/>
        </p:nvSpPr>
        <p:spPr>
          <a:xfrm>
            <a:off x="5886297" y="4575015"/>
            <a:ext cx="817566" cy="1163801"/>
          </a:xfrm>
          <a:custGeom>
            <a:avLst/>
            <a:gdLst>
              <a:gd name="connsiteX0" fmla="*/ 0 w 802569"/>
              <a:gd name="connsiteY0" fmla="*/ 0 h 1163890"/>
              <a:gd name="connsiteX1" fmla="*/ 802569 w 802569"/>
              <a:gd name="connsiteY1" fmla="*/ 0 h 1163890"/>
              <a:gd name="connsiteX2" fmla="*/ 802569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69" y="0"/>
                </a:lnTo>
                <a:lnTo>
                  <a:pt x="802569" y="1163890"/>
                </a:lnTo>
                <a:lnTo>
                  <a:pt x="0" y="1163890"/>
                </a:lnTo>
                <a:lnTo>
                  <a:pt x="0" y="0"/>
                </a:lnTo>
              </a:path>
            </a:pathLst>
          </a:custGeom>
          <a:solidFill>
            <a:srgbClr val="73262F"/>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Red</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R115 G38 B47</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a:t>
            </a:r>
            <a:r>
              <a:rPr lang="en-US" sz="650" dirty="0">
                <a:solidFill>
                  <a:srgbClr val="FFFFFF"/>
                </a:solidFill>
                <a:latin typeface="Segoe UI Semibold"/>
              </a:rPr>
              <a:t>73262F</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1" name="Freeform: Shape 30">
            <a:extLst>
              <a:ext uri="{FF2B5EF4-FFF2-40B4-BE49-F238E27FC236}">
                <a16:creationId xmlns:a16="http://schemas.microsoft.com/office/drawing/2014/main" id="{6E5808B7-1DEB-65D2-32FF-29B46F74BD8F}"/>
              </a:ext>
            </a:extLst>
          </p:cNvPr>
          <p:cNvSpPr/>
          <p:nvPr/>
        </p:nvSpPr>
        <p:spPr>
          <a:xfrm>
            <a:off x="6703865" y="457501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702573"/>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Magenta</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R112 G37 B115</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#702573</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23" name="Freeform: Shape 22">
            <a:extLst>
              <a:ext uri="{FF2B5EF4-FFF2-40B4-BE49-F238E27FC236}">
                <a16:creationId xmlns:a16="http://schemas.microsoft.com/office/drawing/2014/main" id="{97419B20-911A-625E-4FAD-CA97A5E4C29F}"/>
              </a:ext>
            </a:extLst>
          </p:cNvPr>
          <p:cNvSpPr/>
          <p:nvPr/>
        </p:nvSpPr>
        <p:spPr>
          <a:xfrm>
            <a:off x="7521431" y="4575015"/>
            <a:ext cx="817631" cy="1163801"/>
          </a:xfrm>
          <a:custGeom>
            <a:avLst/>
            <a:gdLst>
              <a:gd name="connsiteX0" fmla="*/ 0 w 802633"/>
              <a:gd name="connsiteY0" fmla="*/ 0 h 1163890"/>
              <a:gd name="connsiteX1" fmla="*/ 802633 w 802633"/>
              <a:gd name="connsiteY1" fmla="*/ 0 h 1163890"/>
              <a:gd name="connsiteX2" fmla="*/ 802633 w 802633"/>
              <a:gd name="connsiteY2" fmla="*/ 1163890 h 1163890"/>
              <a:gd name="connsiteX3" fmla="*/ 0 w 802633"/>
              <a:gd name="connsiteY3" fmla="*/ 1163890 h 1163890"/>
              <a:gd name="connsiteX4" fmla="*/ 0 w 802633"/>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3" h="1163890">
                <a:moveTo>
                  <a:pt x="0" y="0"/>
                </a:moveTo>
                <a:lnTo>
                  <a:pt x="802633" y="0"/>
                </a:lnTo>
                <a:lnTo>
                  <a:pt x="802633" y="1163890"/>
                </a:lnTo>
                <a:lnTo>
                  <a:pt x="0" y="1163890"/>
                </a:lnTo>
                <a:lnTo>
                  <a:pt x="0" y="0"/>
                </a:lnTo>
              </a:path>
            </a:pathLst>
          </a:custGeom>
          <a:solidFill>
            <a:srgbClr val="463668"/>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Purple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R70 G54 B104</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#463668</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25" name="Freeform: Shape 24">
            <a:extLst>
              <a:ext uri="{FF2B5EF4-FFF2-40B4-BE49-F238E27FC236}">
                <a16:creationId xmlns:a16="http://schemas.microsoft.com/office/drawing/2014/main" id="{EDC5F93A-1BAF-CECC-F7F6-E17CDADAE543}"/>
              </a:ext>
            </a:extLst>
          </p:cNvPr>
          <p:cNvSpPr/>
          <p:nvPr/>
        </p:nvSpPr>
        <p:spPr>
          <a:xfrm>
            <a:off x="8339062" y="4575015"/>
            <a:ext cx="817565" cy="1163801"/>
          </a:xfrm>
          <a:custGeom>
            <a:avLst/>
            <a:gdLst>
              <a:gd name="connsiteX0" fmla="*/ 0 w 802568"/>
              <a:gd name="connsiteY0" fmla="*/ 0 h 1163890"/>
              <a:gd name="connsiteX1" fmla="*/ 802569 w 802568"/>
              <a:gd name="connsiteY1" fmla="*/ 0 h 1163890"/>
              <a:gd name="connsiteX2" fmla="*/ 802569 w 802568"/>
              <a:gd name="connsiteY2" fmla="*/ 1163890 h 1163890"/>
              <a:gd name="connsiteX3" fmla="*/ 0 w 802568"/>
              <a:gd name="connsiteY3" fmla="*/ 1163890 h 1163890"/>
              <a:gd name="connsiteX4" fmla="*/ 0 w 802568"/>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8" h="1163890">
                <a:moveTo>
                  <a:pt x="0" y="0"/>
                </a:moveTo>
                <a:lnTo>
                  <a:pt x="802569" y="0"/>
                </a:lnTo>
                <a:lnTo>
                  <a:pt x="802569" y="1163890"/>
                </a:lnTo>
                <a:lnTo>
                  <a:pt x="0" y="1163890"/>
                </a:lnTo>
                <a:lnTo>
                  <a:pt x="0" y="0"/>
                </a:lnTo>
              </a:path>
            </a:pathLst>
          </a:custGeom>
          <a:solidFill>
            <a:srgbClr val="2A446F"/>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Blue</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R42 G68 B111</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#2</a:t>
            </a:r>
            <a:r>
              <a:rPr lang="en-US" sz="650" dirty="0">
                <a:solidFill>
                  <a:srgbClr val="FFFFFF"/>
                </a:solidFill>
                <a:latin typeface="Segoe UI Semibold"/>
              </a:rPr>
              <a:t>A446F</a:t>
            </a: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16" name="Freeform: Shape 15">
            <a:extLst>
              <a:ext uri="{FF2B5EF4-FFF2-40B4-BE49-F238E27FC236}">
                <a16:creationId xmlns:a16="http://schemas.microsoft.com/office/drawing/2014/main" id="{9E6EC491-1D77-1D27-FA00-11EC98EE253B}"/>
              </a:ext>
            </a:extLst>
          </p:cNvPr>
          <p:cNvSpPr/>
          <p:nvPr/>
        </p:nvSpPr>
        <p:spPr>
          <a:xfrm>
            <a:off x="9156627" y="4575013"/>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225B62"/>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Teal</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R34 G91 B98</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#225B62</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18" name="Freeform: Shape 17">
            <a:extLst>
              <a:ext uri="{FF2B5EF4-FFF2-40B4-BE49-F238E27FC236}">
                <a16:creationId xmlns:a16="http://schemas.microsoft.com/office/drawing/2014/main" id="{A09627D3-7917-099A-236B-7E5C9C407B76}"/>
              </a:ext>
            </a:extLst>
          </p:cNvPr>
          <p:cNvSpPr/>
          <p:nvPr/>
        </p:nvSpPr>
        <p:spPr>
          <a:xfrm>
            <a:off x="9974194" y="4575015"/>
            <a:ext cx="817630" cy="1163801"/>
          </a:xfrm>
          <a:custGeom>
            <a:avLst/>
            <a:gdLst>
              <a:gd name="connsiteX0" fmla="*/ 0 w 802632"/>
              <a:gd name="connsiteY0" fmla="*/ 0 h 1163890"/>
              <a:gd name="connsiteX1" fmla="*/ 802632 w 802632"/>
              <a:gd name="connsiteY1" fmla="*/ 0 h 1163890"/>
              <a:gd name="connsiteX2" fmla="*/ 802632 w 802632"/>
              <a:gd name="connsiteY2" fmla="*/ 1163890 h 1163890"/>
              <a:gd name="connsiteX3" fmla="*/ 0 w 802632"/>
              <a:gd name="connsiteY3" fmla="*/ 1163890 h 1163890"/>
              <a:gd name="connsiteX4" fmla="*/ 0 w 802632"/>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2" h="1163890">
                <a:moveTo>
                  <a:pt x="0" y="0"/>
                </a:moveTo>
                <a:lnTo>
                  <a:pt x="802632" y="0"/>
                </a:lnTo>
                <a:lnTo>
                  <a:pt x="802632" y="1163890"/>
                </a:lnTo>
                <a:lnTo>
                  <a:pt x="0" y="1163890"/>
                </a:lnTo>
                <a:lnTo>
                  <a:pt x="0" y="0"/>
                </a:lnTo>
              </a:path>
            </a:pathLst>
          </a:custGeom>
          <a:solidFill>
            <a:srgbClr val="07641D"/>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Dark Green</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R7 G100 B29</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#07641D</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21" name="Freeform: Shape 20">
            <a:extLst>
              <a:ext uri="{FF2B5EF4-FFF2-40B4-BE49-F238E27FC236}">
                <a16:creationId xmlns:a16="http://schemas.microsoft.com/office/drawing/2014/main" id="{72392FEB-A2FD-651A-A7C4-4E2AA847BD6D}"/>
              </a:ext>
            </a:extLst>
          </p:cNvPr>
          <p:cNvSpPr/>
          <p:nvPr/>
        </p:nvSpPr>
        <p:spPr>
          <a:xfrm>
            <a:off x="10791825" y="4575015"/>
            <a:ext cx="817566" cy="1163801"/>
          </a:xfrm>
          <a:custGeom>
            <a:avLst/>
            <a:gdLst>
              <a:gd name="connsiteX0" fmla="*/ 0 w 802569"/>
              <a:gd name="connsiteY0" fmla="*/ 0 h 1163890"/>
              <a:gd name="connsiteX1" fmla="*/ 802570 w 802569"/>
              <a:gd name="connsiteY1" fmla="*/ 0 h 1163890"/>
              <a:gd name="connsiteX2" fmla="*/ 802570 w 802569"/>
              <a:gd name="connsiteY2" fmla="*/ 1163890 h 1163890"/>
              <a:gd name="connsiteX3" fmla="*/ 0 w 802569"/>
              <a:gd name="connsiteY3" fmla="*/ 1163890 h 1163890"/>
              <a:gd name="connsiteX4" fmla="*/ 0 w 802569"/>
              <a:gd name="connsiteY4" fmla="*/ 0 h 11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69" h="1163890">
                <a:moveTo>
                  <a:pt x="0" y="0"/>
                </a:moveTo>
                <a:lnTo>
                  <a:pt x="802570" y="0"/>
                </a:lnTo>
                <a:lnTo>
                  <a:pt x="802570" y="1163890"/>
                </a:lnTo>
                <a:lnTo>
                  <a:pt x="0" y="1163890"/>
                </a:lnTo>
                <a:lnTo>
                  <a:pt x="0" y="0"/>
                </a:lnTo>
              </a:path>
            </a:pathLst>
          </a:custGeom>
          <a:solidFill>
            <a:srgbClr val="291817"/>
          </a:solidFill>
          <a:ln w="6320" cap="flat">
            <a:noFill/>
            <a:prstDash val="solid"/>
            <a:miter/>
          </a:ln>
        </p:spPr>
        <p:txBody>
          <a:bodyPr lIns="91440" tIns="91440" rIns="73152" bIns="0" rtlCol="0" anchor="t" anchorCtr="0"/>
          <a:lstStyle/>
          <a:p>
            <a:pPr>
              <a:spcBef>
                <a:spcPts val="400"/>
              </a:spcBef>
              <a:spcAft>
                <a:spcPts val="600"/>
              </a:spcAft>
              <a:defRPr/>
            </a:pPr>
            <a:r>
              <a:rPr lang="en-US" sz="650" dirty="0">
                <a:solidFill>
                  <a:srgbClr val="FFFFFF"/>
                </a:solidFill>
                <a:latin typeface="Segoe UI Semibold"/>
              </a:rPr>
              <a:t>Brown Black</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R41 G24 B23</a:t>
            </a:r>
          </a:p>
          <a:p>
            <a:pPr marL="0" marR="0" lvl="0" indent="0" algn="l" defTabSz="914367" rtl="0" eaLnBrk="1" fontAlgn="auto" latinLnBrk="0" hangingPunct="1">
              <a:lnSpc>
                <a:spcPct val="100000"/>
              </a:lnSpc>
              <a:spcBef>
                <a:spcPts val="40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Segoe UI Semibold"/>
                <a:ea typeface="+mn-ea"/>
                <a:cs typeface="+mn-cs"/>
              </a:rPr>
              <a:t>Hex #291817 </a:t>
            </a:r>
          </a:p>
          <a:p>
            <a:pPr marL="0" marR="0" lvl="0" indent="0" algn="l" defTabSz="914367" rtl="0" eaLnBrk="1" fontAlgn="auto" latinLnBrk="0" hangingPunct="1">
              <a:lnSpc>
                <a:spcPct val="100000"/>
              </a:lnSpc>
              <a:spcBef>
                <a:spcPts val="400"/>
              </a:spcBef>
              <a:spcAft>
                <a:spcPts val="0"/>
              </a:spcAft>
              <a:buClrTx/>
              <a:buSzTx/>
              <a:buFontTx/>
              <a:buNone/>
              <a:tabLst/>
              <a:defRPr/>
            </a:pPr>
            <a:endParaRPr kumimoji="0" lang="en-US" sz="650" b="0"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5" name="object 22">
            <a:extLst>
              <a:ext uri="{FF2B5EF4-FFF2-40B4-BE49-F238E27FC236}">
                <a16:creationId xmlns:a16="http://schemas.microsoft.com/office/drawing/2014/main" id="{034D5306-AFBC-1D43-42AF-49D667982E53}"/>
              </a:ext>
            </a:extLst>
          </p:cNvPr>
          <p:cNvSpPr txBox="1"/>
          <p:nvPr/>
        </p:nvSpPr>
        <p:spPr>
          <a:xfrm>
            <a:off x="6396871" y="5885231"/>
            <a:ext cx="5160355" cy="523647"/>
          </a:xfrm>
          <a:prstGeom prst="rect">
            <a:avLst/>
          </a:prstGeom>
        </p:spPr>
        <p:txBody>
          <a:bodyPr vert="horz" wrap="square" lIns="0" tIns="10583" rIns="0" bIns="0" rtlCol="0">
            <a:spAutoFit/>
          </a:bodyPr>
          <a:lstStyle/>
          <a:p>
            <a:pPr marL="0" marR="0" lvl="0" indent="0" algn="r" defTabSz="914367" rtl="0" eaLnBrk="1" fontAlgn="auto" latinLnBrk="0" hangingPunct="1">
              <a:lnSpc>
                <a:spcPct val="100000"/>
              </a:lnSpc>
              <a:spcBef>
                <a:spcPts val="200"/>
              </a:spcBef>
              <a:spcAft>
                <a:spcPts val="0"/>
              </a:spcAft>
              <a:buClrTx/>
              <a:buSzTx/>
              <a:buFontTx/>
              <a:buNone/>
              <a:tabLst/>
              <a:defRPr/>
            </a:pPr>
            <a:r>
              <a:rPr kumimoji="0" lang="en-US" sz="1000" b="0" i="0" u="none" strike="noStrike" kern="1200" cap="none" spc="0" normalizeH="0" baseline="0" noProof="0" dirty="0">
                <a:ln>
                  <a:noFill/>
                </a:ln>
                <a:effectLst/>
                <a:uLnTx/>
                <a:uFillTx/>
                <a:latin typeface="Segoe UI"/>
                <a:ea typeface="+mn-ea"/>
                <a:cs typeface="+mn-cs"/>
                <a:hlinkClick r:id="rId3"/>
              </a:rPr>
              <a:t>Get the Color Contrast Analyzer</a:t>
            </a:r>
            <a:endParaRPr kumimoji="0" lang="en-US" sz="1000" b="0" i="0" u="none" strike="noStrike" kern="1200" cap="none" spc="0" normalizeH="0" baseline="0" noProof="0" dirty="0">
              <a:ln>
                <a:noFill/>
              </a:ln>
              <a:effectLst/>
              <a:uLnTx/>
              <a:uFillTx/>
              <a:latin typeface="Segoe UI"/>
              <a:ea typeface="+mn-ea"/>
              <a:cs typeface="+mn-cs"/>
            </a:endParaRPr>
          </a:p>
          <a:p>
            <a:pPr marL="0" marR="0" lvl="0" indent="0" algn="r" defTabSz="914367" rtl="0" eaLnBrk="1" fontAlgn="auto" latinLnBrk="0" hangingPunct="1">
              <a:lnSpc>
                <a:spcPct val="100000"/>
              </a:lnSpc>
              <a:spcBef>
                <a:spcPts val="200"/>
              </a:spcBef>
              <a:spcAft>
                <a:spcPts val="0"/>
              </a:spcAft>
              <a:buClrTx/>
              <a:buSzTx/>
              <a:buFontTx/>
              <a:buNone/>
              <a:tabLst/>
              <a:defRPr/>
            </a:pPr>
            <a:r>
              <a:rPr kumimoji="0" lang="en-US" sz="1000" b="0" i="0" u="none" strike="noStrike" kern="1200" cap="none" spc="0" normalizeH="0" baseline="0" noProof="0" dirty="0">
                <a:ln>
                  <a:noFill/>
                </a:ln>
                <a:effectLst/>
                <a:uLnTx/>
                <a:uFillTx/>
                <a:latin typeface="Segoe UI"/>
                <a:ea typeface="+mn-ea"/>
                <a:cs typeface="+mn-cs"/>
                <a:hlinkClick r:id="rId4"/>
              </a:rPr>
              <a:t>Get more information on accessibility </a:t>
            </a:r>
            <a:endParaRPr kumimoji="0" lang="en-US" sz="1000" b="0" i="0" u="none" strike="noStrike" kern="1200" cap="none" spc="0" normalizeH="0" baseline="0" noProof="0" dirty="0">
              <a:ln>
                <a:noFill/>
              </a:ln>
              <a:effectLst/>
              <a:uLnTx/>
              <a:uFillTx/>
              <a:latin typeface="Segoe UI"/>
              <a:ea typeface="+mn-ea"/>
              <a:cs typeface="+mn-cs"/>
            </a:endParaRPr>
          </a:p>
          <a:p>
            <a:pPr marL="0" marR="0" lvl="0" indent="0" algn="r" defTabSz="914367" rtl="0" eaLnBrk="1" fontAlgn="auto" latinLnBrk="0" hangingPunct="1">
              <a:lnSpc>
                <a:spcPct val="100000"/>
              </a:lnSpc>
              <a:spcBef>
                <a:spcPts val="200"/>
              </a:spcBef>
              <a:spcAft>
                <a:spcPts val="0"/>
              </a:spcAft>
              <a:buClrTx/>
              <a:buSzTx/>
              <a:buFontTx/>
              <a:buNone/>
              <a:tabLst/>
              <a:defRPr/>
            </a:pPr>
            <a:r>
              <a:rPr kumimoji="0" lang="en-US" sz="1000" b="0" i="0" u="none" strike="noStrike" kern="1200" cap="none" spc="0" normalizeH="0" baseline="0" noProof="0" dirty="0">
                <a:ln>
                  <a:noFill/>
                </a:ln>
                <a:effectLst/>
                <a:uLnTx/>
                <a:uFillTx/>
                <a:latin typeface="Segoe UI"/>
                <a:ea typeface="+mn-ea"/>
                <a:cs typeface="+mn-cs"/>
                <a:hlinkClick r:id="rId5"/>
              </a:rPr>
              <a:t>Get the Microsoft color guidelines PDF</a:t>
            </a:r>
            <a:endParaRPr kumimoji="0" lang="en-US" sz="1000" b="0" i="0" u="none" strike="noStrike" kern="1200" cap="none" spc="0" normalizeH="0" baseline="0" noProof="0" dirty="0">
              <a:ln>
                <a:noFill/>
              </a:ln>
              <a:effectLst/>
              <a:uLnTx/>
              <a:uFillTx/>
              <a:latin typeface="Segoe UI"/>
              <a:ea typeface="+mn-ea"/>
              <a:cs typeface="+mn-cs"/>
            </a:endParaRPr>
          </a:p>
        </p:txBody>
      </p:sp>
      <p:graphicFrame>
        <p:nvGraphicFramePr>
          <p:cNvPr id="161" name="Table 10">
            <a:extLst>
              <a:ext uri="{FF2B5EF4-FFF2-40B4-BE49-F238E27FC236}">
                <a16:creationId xmlns:a16="http://schemas.microsoft.com/office/drawing/2014/main" id="{23D4FDFF-ED6B-A770-88CA-87AEBAFD45CA}"/>
              </a:ext>
              <a:ext uri="{C183D7F6-B498-43B3-948B-1728B52AA6E4}">
                <adec:decorative xmlns:adec="http://schemas.microsoft.com/office/drawing/2017/decorative" val="1"/>
              </a:ext>
            </a:extLst>
          </p:cNvPr>
          <p:cNvGraphicFramePr>
            <a:graphicFrameLocks noGrp="1"/>
          </p:cNvGraphicFramePr>
          <p:nvPr/>
        </p:nvGraphicFramePr>
        <p:xfrm>
          <a:off x="404813" y="1838326"/>
          <a:ext cx="11204568" cy="3900487"/>
        </p:xfrm>
        <a:graphic>
          <a:graphicData uri="http://schemas.openxmlformats.org/drawingml/2006/table">
            <a:tbl>
              <a:tblPr firstRow="1" bandRow="1">
                <a:tableStyleId>{5C22544A-7EE6-4342-B048-85BDC9FD1C3A}</a:tableStyleId>
              </a:tblPr>
              <a:tblGrid>
                <a:gridCol w="576262">
                  <a:extLst>
                    <a:ext uri="{9D8B030D-6E8A-4147-A177-3AD203B41FA5}">
                      <a16:colId xmlns:a16="http://schemas.microsoft.com/office/drawing/2014/main" val="1732040875"/>
                    </a:ext>
                  </a:extLst>
                </a:gridCol>
                <a:gridCol w="817562">
                  <a:extLst>
                    <a:ext uri="{9D8B030D-6E8A-4147-A177-3AD203B41FA5}">
                      <a16:colId xmlns:a16="http://schemas.microsoft.com/office/drawing/2014/main" val="2397085061"/>
                    </a:ext>
                  </a:extLst>
                </a:gridCol>
                <a:gridCol w="817562">
                  <a:extLst>
                    <a:ext uri="{9D8B030D-6E8A-4147-A177-3AD203B41FA5}">
                      <a16:colId xmlns:a16="http://schemas.microsoft.com/office/drawing/2014/main" val="2992908250"/>
                    </a:ext>
                  </a:extLst>
                </a:gridCol>
                <a:gridCol w="817562">
                  <a:extLst>
                    <a:ext uri="{9D8B030D-6E8A-4147-A177-3AD203B41FA5}">
                      <a16:colId xmlns:a16="http://schemas.microsoft.com/office/drawing/2014/main" val="2559182962"/>
                    </a:ext>
                  </a:extLst>
                </a:gridCol>
                <a:gridCol w="817562">
                  <a:extLst>
                    <a:ext uri="{9D8B030D-6E8A-4147-A177-3AD203B41FA5}">
                      <a16:colId xmlns:a16="http://schemas.microsoft.com/office/drawing/2014/main" val="3504230005"/>
                    </a:ext>
                  </a:extLst>
                </a:gridCol>
                <a:gridCol w="817562">
                  <a:extLst>
                    <a:ext uri="{9D8B030D-6E8A-4147-A177-3AD203B41FA5}">
                      <a16:colId xmlns:a16="http://schemas.microsoft.com/office/drawing/2014/main" val="420292067"/>
                    </a:ext>
                  </a:extLst>
                </a:gridCol>
                <a:gridCol w="817562">
                  <a:extLst>
                    <a:ext uri="{9D8B030D-6E8A-4147-A177-3AD203B41FA5}">
                      <a16:colId xmlns:a16="http://schemas.microsoft.com/office/drawing/2014/main" val="802143886"/>
                    </a:ext>
                  </a:extLst>
                </a:gridCol>
                <a:gridCol w="817562">
                  <a:extLst>
                    <a:ext uri="{9D8B030D-6E8A-4147-A177-3AD203B41FA5}">
                      <a16:colId xmlns:a16="http://schemas.microsoft.com/office/drawing/2014/main" val="2026375453"/>
                    </a:ext>
                  </a:extLst>
                </a:gridCol>
                <a:gridCol w="817562">
                  <a:extLst>
                    <a:ext uri="{9D8B030D-6E8A-4147-A177-3AD203B41FA5}">
                      <a16:colId xmlns:a16="http://schemas.microsoft.com/office/drawing/2014/main" val="3664867690"/>
                    </a:ext>
                  </a:extLst>
                </a:gridCol>
                <a:gridCol w="817562">
                  <a:extLst>
                    <a:ext uri="{9D8B030D-6E8A-4147-A177-3AD203B41FA5}">
                      <a16:colId xmlns:a16="http://schemas.microsoft.com/office/drawing/2014/main" val="1946094977"/>
                    </a:ext>
                  </a:extLst>
                </a:gridCol>
                <a:gridCol w="817562">
                  <a:extLst>
                    <a:ext uri="{9D8B030D-6E8A-4147-A177-3AD203B41FA5}">
                      <a16:colId xmlns:a16="http://schemas.microsoft.com/office/drawing/2014/main" val="816337899"/>
                    </a:ext>
                  </a:extLst>
                </a:gridCol>
                <a:gridCol w="817562">
                  <a:extLst>
                    <a:ext uri="{9D8B030D-6E8A-4147-A177-3AD203B41FA5}">
                      <a16:colId xmlns:a16="http://schemas.microsoft.com/office/drawing/2014/main" val="1280850635"/>
                    </a:ext>
                  </a:extLst>
                </a:gridCol>
                <a:gridCol w="817562">
                  <a:extLst>
                    <a:ext uri="{9D8B030D-6E8A-4147-A177-3AD203B41FA5}">
                      <a16:colId xmlns:a16="http://schemas.microsoft.com/office/drawing/2014/main" val="1135190460"/>
                    </a:ext>
                  </a:extLst>
                </a:gridCol>
                <a:gridCol w="817562">
                  <a:extLst>
                    <a:ext uri="{9D8B030D-6E8A-4147-A177-3AD203B41FA5}">
                      <a16:colId xmlns:a16="http://schemas.microsoft.com/office/drawing/2014/main" val="1191011670"/>
                    </a:ext>
                  </a:extLst>
                </a:gridCol>
              </a:tblGrid>
              <a:tr h="404018">
                <a:tc>
                  <a:txBody>
                    <a:bodyPr/>
                    <a:lstStyle/>
                    <a:p>
                      <a:endParaRPr lang="en-US" sz="900" dirty="0">
                        <a:solidFill>
                          <a:schemeClr val="tx1"/>
                        </a:solidFill>
                      </a:endParaRPr>
                    </a:p>
                  </a:txBody>
                  <a:tcPr marB="4657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Whites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Warm grays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Cold grays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Browns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Yellows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Oranges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Reds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Magenta</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Blues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Purples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Teals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Greens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dirty="0">
                          <a:solidFill>
                            <a:schemeClr val="tx1"/>
                          </a:solidFill>
                          <a:latin typeface="+mj-lt"/>
                        </a:rPr>
                        <a:t>Blacks</a:t>
                      </a:r>
                    </a:p>
                  </a:txBody>
                  <a:tcPr marB="465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4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0534680"/>
                  </a:ext>
                </a:extLst>
              </a:tr>
              <a:tr h="1163756">
                <a:tc>
                  <a:txBody>
                    <a:bodyPr/>
                    <a:lstStyle/>
                    <a:p>
                      <a:pPr algn="l"/>
                      <a:r>
                        <a:rPr lang="en-US" sz="1050" dirty="0">
                          <a:solidFill>
                            <a:schemeClr val="tx1"/>
                          </a:solidFill>
                          <a:latin typeface="+mj-lt"/>
                        </a:rPr>
                        <a:t>Light</a:t>
                      </a:r>
                    </a:p>
                  </a:txBody>
                  <a:tcPr marT="137160" marB="4657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solidFill>
                          <a:schemeClr val="tx1"/>
                        </a:solidFill>
                      </a:endParaRPr>
                    </a:p>
                  </a:txBody>
                  <a:tcPr marB="46574">
                    <a:lnL w="12700" cap="flat" cmpd="sng" algn="ctr">
                      <a:no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49804"/>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2835697203"/>
                  </a:ext>
                </a:extLst>
              </a:tr>
              <a:tr h="1164453">
                <a:tc>
                  <a:txBody>
                    <a:bodyPr/>
                    <a:lstStyle/>
                    <a:p>
                      <a:pPr algn="l"/>
                      <a:r>
                        <a:rPr lang="en-US" sz="1050" dirty="0">
                          <a:solidFill>
                            <a:schemeClr val="tx1"/>
                          </a:solidFill>
                          <a:latin typeface="+mj-lt"/>
                        </a:rPr>
                        <a:t>Mid</a:t>
                      </a:r>
                    </a:p>
                  </a:txBody>
                  <a:tcPr marT="137160" marB="4657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solidFill>
                          <a:schemeClr val="tx1"/>
                        </a:solidFill>
                      </a:endParaRPr>
                    </a:p>
                  </a:txBody>
                  <a:tcPr marB="46574">
                    <a:lnL w="12700" cap="flat" cmpd="sng" algn="ctr">
                      <a:no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2559720514"/>
                  </a:ext>
                </a:extLst>
              </a:tr>
              <a:tr h="1168260">
                <a:tc>
                  <a:txBody>
                    <a:bodyPr/>
                    <a:lstStyle/>
                    <a:p>
                      <a:pPr algn="l"/>
                      <a:r>
                        <a:rPr lang="en-US" sz="1050" dirty="0">
                          <a:solidFill>
                            <a:schemeClr val="tx1"/>
                          </a:solidFill>
                          <a:latin typeface="+mj-lt"/>
                        </a:rPr>
                        <a:t>Darks</a:t>
                      </a:r>
                    </a:p>
                  </a:txBody>
                  <a:tcPr marT="137160" marB="4657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solidFill>
                          <a:schemeClr val="tx1"/>
                        </a:solidFill>
                      </a:endParaRPr>
                    </a:p>
                  </a:txBody>
                  <a:tcPr marB="46574">
                    <a:lnL w="12700" cap="flat" cmpd="sng" algn="ctr">
                      <a:no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tc>
                  <a:txBody>
                    <a:bodyPr/>
                    <a:lstStyle/>
                    <a:p>
                      <a:endParaRPr lang="en-US" sz="1000" dirty="0">
                        <a:solidFill>
                          <a:schemeClr val="tx1"/>
                        </a:solidFill>
                      </a:endParaRPr>
                    </a:p>
                  </a:txBody>
                  <a:tcPr marB="46574">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3081824346"/>
                  </a:ext>
                </a:extLst>
              </a:tr>
            </a:tbl>
          </a:graphicData>
        </a:graphic>
      </p:graphicFrame>
    </p:spTree>
    <p:extLst>
      <p:ext uri="{BB962C8B-B14F-4D97-AF65-F5344CB8AC3E}">
        <p14:creationId xmlns:p14="http://schemas.microsoft.com/office/powerpoint/2010/main" val="2897246103"/>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2F52-BBF4-4959-382A-DD59CCFB5364}"/>
              </a:ext>
            </a:extLst>
          </p:cNvPr>
          <p:cNvSpPr>
            <a:spLocks noGrp="1"/>
          </p:cNvSpPr>
          <p:nvPr>
            <p:ph type="title"/>
          </p:nvPr>
        </p:nvSpPr>
        <p:spPr/>
        <p:txBody>
          <a:bodyPr/>
          <a:lstStyle/>
          <a:p>
            <a:r>
              <a:rPr lang="en-US" dirty="0"/>
              <a:t>Adjusting theme colors on light backgrounds</a:t>
            </a:r>
          </a:p>
        </p:txBody>
      </p:sp>
      <p:grpSp>
        <p:nvGrpSpPr>
          <p:cNvPr id="14" name="Group 13">
            <a:extLst>
              <a:ext uri="{FF2B5EF4-FFF2-40B4-BE49-F238E27FC236}">
                <a16:creationId xmlns:a16="http://schemas.microsoft.com/office/drawing/2014/main" id="{BCAC2C36-A9F9-F2D9-18FD-0BF8C4DC7949}"/>
              </a:ext>
            </a:extLst>
          </p:cNvPr>
          <p:cNvGrpSpPr/>
          <p:nvPr/>
        </p:nvGrpSpPr>
        <p:grpSpPr>
          <a:xfrm>
            <a:off x="582609" y="1289050"/>
            <a:ext cx="3482975" cy="4894435"/>
            <a:chOff x="582609" y="1289050"/>
            <a:chExt cx="3482975" cy="4894435"/>
          </a:xfrm>
        </p:grpSpPr>
        <p:sp>
          <p:nvSpPr>
            <p:cNvPr id="3" name="object 2">
              <a:extLst>
                <a:ext uri="{FF2B5EF4-FFF2-40B4-BE49-F238E27FC236}">
                  <a16:creationId xmlns:a16="http://schemas.microsoft.com/office/drawing/2014/main" id="{FAC27BDE-B84B-EF21-40AC-530042593B07}"/>
                </a:ext>
              </a:extLst>
            </p:cNvPr>
            <p:cNvSpPr txBox="1"/>
            <p:nvPr/>
          </p:nvSpPr>
          <p:spPr>
            <a:xfrm>
              <a:off x="582609" y="1289050"/>
              <a:ext cx="3482975" cy="1087904"/>
            </a:xfrm>
            <a:prstGeom prst="rect">
              <a:avLst/>
            </a:prstGeom>
          </p:spPr>
          <p:txBody>
            <a:bodyPr vert="horz" wrap="square" lIns="0" tIns="0" rIns="0" bIns="0" rtlCol="0">
              <a:spAutoFit/>
            </a:bodyPr>
            <a:lstStyle/>
            <a:p>
              <a:pPr marR="121703"/>
              <a:r>
                <a:rPr lang="en-US" sz="1000" dirty="0">
                  <a:solidFill>
                    <a:srgbClr val="000000"/>
                  </a:solidFill>
                  <a:latin typeface="Segoe UI"/>
                  <a:cs typeface="Segoe UI"/>
                </a:rPr>
                <a:t>This PowerPoint template has been built with the color theme as shown. Avoid using too many colors in your presentation.</a:t>
              </a:r>
            </a:p>
            <a:p>
              <a:pPr marR="121703"/>
              <a:endParaRPr lang="en-US" sz="1000" dirty="0">
                <a:solidFill>
                  <a:srgbClr val="000000"/>
                </a:solidFill>
                <a:latin typeface="Segoe UI"/>
                <a:cs typeface="Segoe UI"/>
              </a:endParaRPr>
            </a:p>
            <a:p>
              <a:pPr marR="121703"/>
              <a:r>
                <a:rPr lang="en-US" sz="1000" dirty="0">
                  <a:solidFill>
                    <a:srgbClr val="000000"/>
                  </a:solidFill>
                  <a:latin typeface="Segoe UI"/>
                  <a:cs typeface="Segoe UI"/>
                </a:rPr>
                <a:t>If you need to customize theme accent colors based on photo or illustration choices, access theme by selecting Colors under Variants on the Design tab on the ribbon.</a:t>
              </a:r>
            </a:p>
          </p:txBody>
        </p:sp>
        <p:grpSp>
          <p:nvGrpSpPr>
            <p:cNvPr id="13" name="Group 12">
              <a:extLst>
                <a:ext uri="{FF2B5EF4-FFF2-40B4-BE49-F238E27FC236}">
                  <a16:creationId xmlns:a16="http://schemas.microsoft.com/office/drawing/2014/main" id="{BA307D9F-0DA6-C4B3-51FD-4EF2AB035542}"/>
                </a:ext>
              </a:extLst>
            </p:cNvPr>
            <p:cNvGrpSpPr/>
            <p:nvPr/>
          </p:nvGrpSpPr>
          <p:grpSpPr>
            <a:xfrm>
              <a:off x="582609" y="2764816"/>
              <a:ext cx="3312058" cy="3418669"/>
              <a:chOff x="582609" y="2764816"/>
              <a:chExt cx="3312058" cy="3418669"/>
            </a:xfrm>
          </p:grpSpPr>
          <p:pic>
            <p:nvPicPr>
              <p:cNvPr id="4" name="Picture 3">
                <a:extLst>
                  <a:ext uri="{FF2B5EF4-FFF2-40B4-BE49-F238E27FC236}">
                    <a16:creationId xmlns:a16="http://schemas.microsoft.com/office/drawing/2014/main" id="{87F2439D-8A75-DB3B-8F37-CBB88F9C8037}"/>
                  </a:ext>
                </a:extLst>
              </p:cNvPr>
              <p:cNvPicPr>
                <a:picLocks noChangeAspect="1"/>
              </p:cNvPicPr>
              <p:nvPr/>
            </p:nvPicPr>
            <p:blipFill>
              <a:blip r:embed="rId2"/>
              <a:srcRect/>
              <a:stretch/>
            </p:blipFill>
            <p:spPr>
              <a:xfrm>
                <a:off x="582609" y="2764816"/>
                <a:ext cx="3312058" cy="3418669"/>
              </a:xfrm>
              <a:prstGeom prst="rect">
                <a:avLst/>
              </a:prstGeom>
              <a:ln w="6350">
                <a:solidFill>
                  <a:srgbClr val="0D0D0D"/>
                </a:solidFill>
              </a:ln>
            </p:spPr>
          </p:pic>
          <p:grpSp>
            <p:nvGrpSpPr>
              <p:cNvPr id="5" name="Group 4">
                <a:extLst>
                  <a:ext uri="{FF2B5EF4-FFF2-40B4-BE49-F238E27FC236}">
                    <a16:creationId xmlns:a16="http://schemas.microsoft.com/office/drawing/2014/main" id="{9E8E182B-5844-F728-D70A-CD8602B04EC4}"/>
                  </a:ext>
                  <a:ext uri="{C183D7F6-B498-43B3-948B-1728B52AA6E4}">
                    <adec:decorative xmlns:adec="http://schemas.microsoft.com/office/drawing/2017/decorative" val="1"/>
                  </a:ext>
                </a:extLst>
              </p:cNvPr>
              <p:cNvGrpSpPr/>
              <p:nvPr/>
            </p:nvGrpSpPr>
            <p:grpSpPr>
              <a:xfrm>
                <a:off x="2184410" y="3265945"/>
                <a:ext cx="245530" cy="2381604"/>
                <a:chOff x="2494898" y="2010825"/>
                <a:chExt cx="257296" cy="2909208"/>
              </a:xfrm>
            </p:grpSpPr>
            <p:sp>
              <p:nvSpPr>
                <p:cNvPr id="6" name="Freeform: Shape 5" descr="&#10;" title="bracket">
                  <a:extLst>
                    <a:ext uri="{FF2B5EF4-FFF2-40B4-BE49-F238E27FC236}">
                      <a16:creationId xmlns:a16="http://schemas.microsoft.com/office/drawing/2014/main" id="{793F3349-489A-8443-FE8D-D5B27BA9DA34}"/>
                    </a:ext>
                  </a:extLst>
                </p:cNvPr>
                <p:cNvSpPr/>
                <p:nvPr/>
              </p:nvSpPr>
              <p:spPr bwMode="auto">
                <a:xfrm>
                  <a:off x="2494898" y="2032361"/>
                  <a:ext cx="62103" cy="909358"/>
                </a:xfrm>
                <a:custGeom>
                  <a:avLst/>
                  <a:gdLst>
                    <a:gd name="connsiteX0" fmla="*/ 0 w 228600"/>
                    <a:gd name="connsiteY0" fmla="*/ 0 h 885825"/>
                    <a:gd name="connsiteX1" fmla="*/ 228600 w 228600"/>
                    <a:gd name="connsiteY1" fmla="*/ 0 h 885825"/>
                    <a:gd name="connsiteX2" fmla="*/ 228600 w 228600"/>
                    <a:gd name="connsiteY2" fmla="*/ 885825 h 885825"/>
                    <a:gd name="connsiteX3" fmla="*/ 0 w 228600"/>
                    <a:gd name="connsiteY3" fmla="*/ 885825 h 885825"/>
                  </a:gdLst>
                  <a:ahLst/>
                  <a:cxnLst>
                    <a:cxn ang="0">
                      <a:pos x="connsiteX0" y="connsiteY0"/>
                    </a:cxn>
                    <a:cxn ang="0">
                      <a:pos x="connsiteX1" y="connsiteY1"/>
                    </a:cxn>
                    <a:cxn ang="0">
                      <a:pos x="connsiteX2" y="connsiteY2"/>
                    </a:cxn>
                    <a:cxn ang="0">
                      <a:pos x="connsiteX3" y="connsiteY3"/>
                    </a:cxn>
                  </a:cxnLst>
                  <a:rect l="l" t="t" r="r" b="b"/>
                  <a:pathLst>
                    <a:path w="228600" h="885825">
                      <a:moveTo>
                        <a:pt x="0" y="0"/>
                      </a:moveTo>
                      <a:lnTo>
                        <a:pt x="228600" y="0"/>
                      </a:lnTo>
                      <a:lnTo>
                        <a:pt x="228600" y="885825"/>
                      </a:lnTo>
                      <a:lnTo>
                        <a:pt x="0" y="885825"/>
                      </a:lnTo>
                    </a:path>
                  </a:pathLst>
                </a:custGeom>
                <a:noFill/>
                <a:ln w="9525" cap="flat" cmpd="sng" algn="ctr">
                  <a:solidFill>
                    <a:srgbClr val="0D0D0D"/>
                  </a:solidFill>
                  <a:prstDash val="soli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A1A1A"/>
                    </a:solidFill>
                    <a:effectLst/>
                    <a:highlight>
                      <a:srgbClr val="0D0D0D"/>
                    </a:highlight>
                    <a:uLnTx/>
                    <a:uFillTx/>
                    <a:latin typeface="Segoe UI"/>
                    <a:ea typeface="+mn-ea"/>
                    <a:cs typeface="+mn-cs"/>
                  </a:endParaRPr>
                </a:p>
              </p:txBody>
            </p:sp>
            <p:sp>
              <p:nvSpPr>
                <p:cNvPr id="7" name="TextBox 6">
                  <a:extLst>
                    <a:ext uri="{FF2B5EF4-FFF2-40B4-BE49-F238E27FC236}">
                      <a16:creationId xmlns:a16="http://schemas.microsoft.com/office/drawing/2014/main" id="{9C36A72E-90EB-1439-5F0C-9CFD7B935EE8}"/>
                    </a:ext>
                  </a:extLst>
                </p:cNvPr>
                <p:cNvSpPr txBox="1"/>
                <p:nvPr/>
              </p:nvSpPr>
              <p:spPr>
                <a:xfrm rot="16200000">
                  <a:off x="2222282" y="2390271"/>
                  <a:ext cx="909358" cy="150466"/>
                </a:xfrm>
                <a:prstGeom prst="rect">
                  <a:avLst/>
                </a:prstGeom>
                <a:solidFill>
                  <a:srgbClr val="FFFFFF"/>
                </a:solidFill>
              </p:spPr>
              <p:txBody>
                <a:bodyPr wrap="square" lIns="0" tIns="0" rIns="0" bIns="0"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700" b="0" i="0" u="none" strike="noStrike" kern="0" cap="none" spc="0" normalizeH="0" baseline="0" noProof="0" dirty="0">
                      <a:ln>
                        <a:noFill/>
                      </a:ln>
                      <a:solidFill>
                        <a:srgbClr val="1A1A1A"/>
                      </a:solidFill>
                      <a:effectLst/>
                      <a:uLnTx/>
                      <a:uFillTx/>
                      <a:latin typeface="Segoe UI"/>
                    </a:rPr>
                    <a:t>Text/Background</a:t>
                  </a:r>
                </a:p>
              </p:txBody>
            </p:sp>
            <p:sp>
              <p:nvSpPr>
                <p:cNvPr id="8" name="Freeform: Shape 7" title="bracket">
                  <a:extLst>
                    <a:ext uri="{FF2B5EF4-FFF2-40B4-BE49-F238E27FC236}">
                      <a16:creationId xmlns:a16="http://schemas.microsoft.com/office/drawing/2014/main" id="{63E9DDAD-A2EC-4CC0-B831-FC01A7382043}"/>
                    </a:ext>
                  </a:extLst>
                </p:cNvPr>
                <p:cNvSpPr/>
                <p:nvPr/>
              </p:nvSpPr>
              <p:spPr bwMode="auto">
                <a:xfrm>
                  <a:off x="2494898" y="2982783"/>
                  <a:ext cx="62103" cy="1423342"/>
                </a:xfrm>
                <a:custGeom>
                  <a:avLst/>
                  <a:gdLst>
                    <a:gd name="connsiteX0" fmla="*/ 0 w 228600"/>
                    <a:gd name="connsiteY0" fmla="*/ 0 h 885825"/>
                    <a:gd name="connsiteX1" fmla="*/ 228600 w 228600"/>
                    <a:gd name="connsiteY1" fmla="*/ 0 h 885825"/>
                    <a:gd name="connsiteX2" fmla="*/ 228600 w 228600"/>
                    <a:gd name="connsiteY2" fmla="*/ 885825 h 885825"/>
                    <a:gd name="connsiteX3" fmla="*/ 0 w 228600"/>
                    <a:gd name="connsiteY3" fmla="*/ 885825 h 885825"/>
                  </a:gdLst>
                  <a:ahLst/>
                  <a:cxnLst>
                    <a:cxn ang="0">
                      <a:pos x="connsiteX0" y="connsiteY0"/>
                    </a:cxn>
                    <a:cxn ang="0">
                      <a:pos x="connsiteX1" y="connsiteY1"/>
                    </a:cxn>
                    <a:cxn ang="0">
                      <a:pos x="connsiteX2" y="connsiteY2"/>
                    </a:cxn>
                    <a:cxn ang="0">
                      <a:pos x="connsiteX3" y="connsiteY3"/>
                    </a:cxn>
                  </a:cxnLst>
                  <a:rect l="l" t="t" r="r" b="b"/>
                  <a:pathLst>
                    <a:path w="228600" h="885825">
                      <a:moveTo>
                        <a:pt x="0" y="0"/>
                      </a:moveTo>
                      <a:lnTo>
                        <a:pt x="228600" y="0"/>
                      </a:lnTo>
                      <a:lnTo>
                        <a:pt x="228600" y="885825"/>
                      </a:lnTo>
                      <a:lnTo>
                        <a:pt x="0" y="885825"/>
                      </a:lnTo>
                    </a:path>
                  </a:pathLst>
                </a:custGeom>
                <a:noFill/>
                <a:ln w="9525" cap="flat" cmpd="sng" algn="ctr">
                  <a:solidFill>
                    <a:srgbClr val="0D0D0D"/>
                  </a:solidFill>
                  <a:prstDash val="soli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A1A1A"/>
                    </a:solidFill>
                    <a:effectLst/>
                    <a:highlight>
                      <a:srgbClr val="0D0D0D"/>
                    </a:highlight>
                    <a:uLnTx/>
                    <a:uFillTx/>
                    <a:latin typeface="Segoe UI"/>
                    <a:ea typeface="+mn-ea"/>
                    <a:cs typeface="+mn-cs"/>
                  </a:endParaRPr>
                </a:p>
              </p:txBody>
            </p:sp>
            <p:sp>
              <p:nvSpPr>
                <p:cNvPr id="9" name="TextBox 8">
                  <a:extLst>
                    <a:ext uri="{FF2B5EF4-FFF2-40B4-BE49-F238E27FC236}">
                      <a16:creationId xmlns:a16="http://schemas.microsoft.com/office/drawing/2014/main" id="{338E7C62-5EC6-EBBB-A209-768607F64626}"/>
                    </a:ext>
                  </a:extLst>
                </p:cNvPr>
                <p:cNvSpPr txBox="1"/>
                <p:nvPr/>
              </p:nvSpPr>
              <p:spPr>
                <a:xfrm rot="16200000">
                  <a:off x="2189511" y="3661875"/>
                  <a:ext cx="909360" cy="84927"/>
                </a:xfrm>
                <a:prstGeom prst="rect">
                  <a:avLst/>
                </a:prstGeom>
                <a:solidFill>
                  <a:srgbClr val="FFFFFF"/>
                </a:solidFill>
              </p:spPr>
              <p:txBody>
                <a:bodyPr wrap="square" lIns="0" tIns="0" rIns="0" bIns="0"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700" b="0" i="0" u="none" strike="noStrike" kern="0" cap="none" spc="0" normalizeH="0" baseline="0" noProof="0" dirty="0">
                      <a:ln>
                        <a:noFill/>
                      </a:ln>
                      <a:solidFill>
                        <a:srgbClr val="1A1A1A"/>
                      </a:solidFill>
                      <a:effectLst/>
                      <a:uLnTx/>
                      <a:uFillTx/>
                      <a:latin typeface="Segoe UI"/>
                    </a:rPr>
                    <a:t> 6 Accent Colors</a:t>
                  </a:r>
                </a:p>
              </p:txBody>
            </p:sp>
            <p:sp>
              <p:nvSpPr>
                <p:cNvPr id="10" name="Freeform: Shape 9" title="bracket">
                  <a:extLst>
                    <a:ext uri="{FF2B5EF4-FFF2-40B4-BE49-F238E27FC236}">
                      <a16:creationId xmlns:a16="http://schemas.microsoft.com/office/drawing/2014/main" id="{113258FA-651F-1420-9CDB-E285E800E49A}"/>
                    </a:ext>
                  </a:extLst>
                </p:cNvPr>
                <p:cNvSpPr/>
                <p:nvPr/>
              </p:nvSpPr>
              <p:spPr bwMode="auto">
                <a:xfrm>
                  <a:off x="2494898" y="4447190"/>
                  <a:ext cx="62103" cy="441501"/>
                </a:xfrm>
                <a:custGeom>
                  <a:avLst/>
                  <a:gdLst>
                    <a:gd name="connsiteX0" fmla="*/ 0 w 228600"/>
                    <a:gd name="connsiteY0" fmla="*/ 0 h 885825"/>
                    <a:gd name="connsiteX1" fmla="*/ 228600 w 228600"/>
                    <a:gd name="connsiteY1" fmla="*/ 0 h 885825"/>
                    <a:gd name="connsiteX2" fmla="*/ 228600 w 228600"/>
                    <a:gd name="connsiteY2" fmla="*/ 885825 h 885825"/>
                    <a:gd name="connsiteX3" fmla="*/ 0 w 228600"/>
                    <a:gd name="connsiteY3" fmla="*/ 885825 h 885825"/>
                  </a:gdLst>
                  <a:ahLst/>
                  <a:cxnLst>
                    <a:cxn ang="0">
                      <a:pos x="connsiteX0" y="connsiteY0"/>
                    </a:cxn>
                    <a:cxn ang="0">
                      <a:pos x="connsiteX1" y="connsiteY1"/>
                    </a:cxn>
                    <a:cxn ang="0">
                      <a:pos x="connsiteX2" y="connsiteY2"/>
                    </a:cxn>
                    <a:cxn ang="0">
                      <a:pos x="connsiteX3" y="connsiteY3"/>
                    </a:cxn>
                  </a:cxnLst>
                  <a:rect l="l" t="t" r="r" b="b"/>
                  <a:pathLst>
                    <a:path w="228600" h="885825">
                      <a:moveTo>
                        <a:pt x="0" y="0"/>
                      </a:moveTo>
                      <a:lnTo>
                        <a:pt x="228600" y="0"/>
                      </a:lnTo>
                      <a:lnTo>
                        <a:pt x="228600" y="885825"/>
                      </a:lnTo>
                      <a:lnTo>
                        <a:pt x="0" y="885825"/>
                      </a:lnTo>
                    </a:path>
                  </a:pathLst>
                </a:custGeom>
                <a:noFill/>
                <a:ln w="9525" cap="flat" cmpd="sng" algn="ctr">
                  <a:solidFill>
                    <a:srgbClr val="0D0D0D"/>
                  </a:solidFill>
                  <a:prstDash val="soli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A1A1A"/>
                    </a:solidFill>
                    <a:effectLst/>
                    <a:highlight>
                      <a:srgbClr val="0D0D0D"/>
                    </a:highlight>
                    <a:uLnTx/>
                    <a:uFillTx/>
                    <a:latin typeface="Segoe UI"/>
                    <a:ea typeface="+mn-ea"/>
                    <a:cs typeface="+mn-cs"/>
                  </a:endParaRPr>
                </a:p>
              </p:txBody>
            </p:sp>
            <p:sp>
              <p:nvSpPr>
                <p:cNvPr id="11" name="TextBox 10">
                  <a:extLst>
                    <a:ext uri="{FF2B5EF4-FFF2-40B4-BE49-F238E27FC236}">
                      <a16:creationId xmlns:a16="http://schemas.microsoft.com/office/drawing/2014/main" id="{72C8F776-BE0F-2B0F-0BAE-45E41867355B}"/>
                    </a:ext>
                  </a:extLst>
                </p:cNvPr>
                <p:cNvSpPr txBox="1"/>
                <p:nvPr/>
              </p:nvSpPr>
              <p:spPr>
                <a:xfrm rot="16200000">
                  <a:off x="2425611" y="4593450"/>
                  <a:ext cx="502700" cy="150466"/>
                </a:xfrm>
                <a:prstGeom prst="rect">
                  <a:avLst/>
                </a:prstGeom>
                <a:noFill/>
              </p:spPr>
              <p:txBody>
                <a:bodyPr wrap="square" lIns="0" tIns="0" rIns="0" bIns="0"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700" b="0" i="0" u="none" strike="noStrike" kern="0" cap="none" spc="0" normalizeH="0" baseline="0" noProof="0" dirty="0">
                      <a:ln>
                        <a:noFill/>
                      </a:ln>
                      <a:solidFill>
                        <a:srgbClr val="1A1A1A"/>
                      </a:solidFill>
                      <a:effectLst/>
                      <a:highlight>
                        <a:srgbClr val="FFFFFF"/>
                      </a:highlight>
                      <a:uLnTx/>
                      <a:uFillTx/>
                      <a:latin typeface="Segoe UI"/>
                    </a:rPr>
                    <a:t>Hyperlink</a:t>
                  </a:r>
                </a:p>
              </p:txBody>
            </p:sp>
          </p:grpSp>
        </p:grpSp>
      </p:grpSp>
      <p:graphicFrame>
        <p:nvGraphicFramePr>
          <p:cNvPr id="12" name="Table 5">
            <a:extLst>
              <a:ext uri="{FF2B5EF4-FFF2-40B4-BE49-F238E27FC236}">
                <a16:creationId xmlns:a16="http://schemas.microsoft.com/office/drawing/2014/main" id="{CD3243F7-E620-CAFF-EE40-55093652287F}"/>
              </a:ext>
            </a:extLst>
          </p:cNvPr>
          <p:cNvGraphicFramePr>
            <a:graphicFrameLocks noGrp="1"/>
          </p:cNvGraphicFramePr>
          <p:nvPr>
            <p:extLst>
              <p:ext uri="{D42A27DB-BD31-4B8C-83A1-F6EECF244321}">
                <p14:modId xmlns:p14="http://schemas.microsoft.com/office/powerpoint/2010/main" val="3264086883"/>
              </p:ext>
            </p:extLst>
          </p:nvPr>
        </p:nvGraphicFramePr>
        <p:xfrm>
          <a:off x="4356101" y="1277590"/>
          <a:ext cx="7253290" cy="4114798"/>
        </p:xfrm>
        <a:graphic>
          <a:graphicData uri="http://schemas.openxmlformats.org/drawingml/2006/table">
            <a:tbl>
              <a:tblPr firstRow="1" bandRow="1"/>
              <a:tblGrid>
                <a:gridCol w="1822450">
                  <a:extLst>
                    <a:ext uri="{9D8B030D-6E8A-4147-A177-3AD203B41FA5}">
                      <a16:colId xmlns:a16="http://schemas.microsoft.com/office/drawing/2014/main" val="2487860512"/>
                    </a:ext>
                  </a:extLst>
                </a:gridCol>
                <a:gridCol w="1816100">
                  <a:extLst>
                    <a:ext uri="{9D8B030D-6E8A-4147-A177-3AD203B41FA5}">
                      <a16:colId xmlns:a16="http://schemas.microsoft.com/office/drawing/2014/main" val="3429349999"/>
                    </a:ext>
                  </a:extLst>
                </a:gridCol>
                <a:gridCol w="3614740">
                  <a:extLst>
                    <a:ext uri="{9D8B030D-6E8A-4147-A177-3AD203B41FA5}">
                      <a16:colId xmlns:a16="http://schemas.microsoft.com/office/drawing/2014/main" val="3147587769"/>
                    </a:ext>
                  </a:extLst>
                </a:gridCol>
              </a:tblGrid>
              <a:tr h="537337">
                <a:tc gridSpan="3">
                  <a:txBody>
                    <a:bodyPr/>
                    <a:lstStyle>
                      <a:lvl1pPr marL="0" algn="l" defTabSz="932742" rtl="0" eaLnBrk="1" latinLnBrk="0" hangingPunct="1">
                        <a:defRPr sz="1800" b="1" kern="1200">
                          <a:solidFill>
                            <a:schemeClr val="lt1"/>
                          </a:solidFill>
                          <a:latin typeface="Segoe UI"/>
                        </a:defRPr>
                      </a:lvl1pPr>
                      <a:lvl2pPr marL="466371" algn="l" defTabSz="932742" rtl="0" eaLnBrk="1" latinLnBrk="0" hangingPunct="1">
                        <a:defRPr sz="1800" b="1" kern="1200">
                          <a:solidFill>
                            <a:schemeClr val="lt1"/>
                          </a:solidFill>
                          <a:latin typeface="Segoe UI"/>
                        </a:defRPr>
                      </a:lvl2pPr>
                      <a:lvl3pPr marL="932742" algn="l" defTabSz="932742" rtl="0" eaLnBrk="1" latinLnBrk="0" hangingPunct="1">
                        <a:defRPr sz="1800" b="1" kern="1200">
                          <a:solidFill>
                            <a:schemeClr val="lt1"/>
                          </a:solidFill>
                          <a:latin typeface="Segoe UI"/>
                        </a:defRPr>
                      </a:lvl3pPr>
                      <a:lvl4pPr marL="1399113" algn="l" defTabSz="932742" rtl="0" eaLnBrk="1" latinLnBrk="0" hangingPunct="1">
                        <a:defRPr sz="1800" b="1" kern="1200">
                          <a:solidFill>
                            <a:schemeClr val="lt1"/>
                          </a:solidFill>
                          <a:latin typeface="Segoe UI"/>
                        </a:defRPr>
                      </a:lvl4pPr>
                      <a:lvl5pPr marL="1865484" algn="l" defTabSz="932742" rtl="0" eaLnBrk="1" latinLnBrk="0" hangingPunct="1">
                        <a:defRPr sz="1800" b="1" kern="1200">
                          <a:solidFill>
                            <a:schemeClr val="lt1"/>
                          </a:solidFill>
                          <a:latin typeface="Segoe UI"/>
                        </a:defRPr>
                      </a:lvl5pPr>
                      <a:lvl6pPr marL="2331856" algn="l" defTabSz="932742" rtl="0" eaLnBrk="1" latinLnBrk="0" hangingPunct="1">
                        <a:defRPr sz="1800" b="1" kern="1200">
                          <a:solidFill>
                            <a:schemeClr val="lt1"/>
                          </a:solidFill>
                          <a:latin typeface="Segoe UI"/>
                        </a:defRPr>
                      </a:lvl6pPr>
                      <a:lvl7pPr marL="2798226" algn="l" defTabSz="932742" rtl="0" eaLnBrk="1" latinLnBrk="0" hangingPunct="1">
                        <a:defRPr sz="1800" b="1" kern="1200">
                          <a:solidFill>
                            <a:schemeClr val="lt1"/>
                          </a:solidFill>
                          <a:latin typeface="Segoe UI"/>
                        </a:defRPr>
                      </a:lvl7pPr>
                      <a:lvl8pPr marL="3264597" algn="l" defTabSz="932742" rtl="0" eaLnBrk="1" latinLnBrk="0" hangingPunct="1">
                        <a:defRPr sz="1800" b="1" kern="1200">
                          <a:solidFill>
                            <a:schemeClr val="lt1"/>
                          </a:solidFill>
                          <a:latin typeface="Segoe UI"/>
                        </a:defRPr>
                      </a:lvl8pPr>
                      <a:lvl9pPr marL="3730969" algn="l" defTabSz="932742" rtl="0" eaLnBrk="1" latinLnBrk="0" hangingPunct="1">
                        <a:defRPr sz="1800" b="1" kern="1200">
                          <a:solidFill>
                            <a:schemeClr val="lt1"/>
                          </a:solidFill>
                          <a:latin typeface="Segoe UI"/>
                        </a:defRPr>
                      </a:lvl9pPr>
                    </a:lstStyle>
                    <a:p>
                      <a:r>
                        <a:rPr lang="en-US" sz="1200" b="0" dirty="0">
                          <a:solidFill>
                            <a:srgbClr val="000000"/>
                          </a:solidFill>
                          <a:latin typeface="+mj-lt"/>
                        </a:rPr>
                        <a:t>Text/Background (first 4 colors)</a:t>
                      </a:r>
                    </a:p>
                    <a:p>
                      <a:r>
                        <a:rPr lang="en-US" sz="800" b="0" kern="1200" dirty="0">
                          <a:solidFill>
                            <a:srgbClr val="000000"/>
                          </a:solidFill>
                          <a:latin typeface="+mn-lt"/>
                          <a:ea typeface="+mn-ea"/>
                          <a:cs typeface="Segoe UI" panose="020B0502040204020203" pitchFamily="34" charset="0"/>
                        </a:rPr>
                        <a:t>For the most part, these don’t need to be modified, or will require only slight changes as noted below.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D2CA"/>
                    </a:solidFill>
                  </a:tcPr>
                </a:tc>
                <a:tc hMerge="1">
                  <a:txBody>
                    <a:bodyPr/>
                    <a:lstStyle/>
                    <a:p>
                      <a:endParaRPr 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1691078"/>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solidFill>
                            <a:schemeClr val="tx1"/>
                          </a:solidFill>
                          <a:cs typeface="Segoe UI" panose="020B0502040204020203" pitchFamily="34" charset="0"/>
                        </a:rPr>
                        <a:t>Text/Background – Dark 1</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solidFill>
                            <a:schemeClr val="tx1"/>
                          </a:solidFill>
                        </a:rPr>
                        <a:t>Rich Black, R0 G0 B0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solidFill>
                            <a:schemeClr val="tx1"/>
                          </a:solidFill>
                          <a:latin typeface="+mn-lt"/>
                        </a:rPr>
                        <a:t>Don’t change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6878582"/>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Text/Background – Light 1</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White, R255 G255 B255 </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dirty="0">
                          <a:solidFill>
                            <a:schemeClr val="tx1"/>
                          </a:solidFill>
                          <a:latin typeface="+mn-lt"/>
                        </a:rPr>
                        <a:t>Don’t change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6063662"/>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Text/Background – Dark 2</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Choose a dark brand color</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latin typeface="+mn-lt"/>
                          <a:cs typeface="Segoe UI" panose="020B0502040204020203" pitchFamily="34" charset="0"/>
                        </a:rPr>
                        <a:t>Background color for title/section slide, accent lines</a:t>
                      </a:r>
                      <a:endParaRPr lang="en-US" sz="10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289262"/>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Text/Background – Light 2</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cs typeface="Segoe UI" panose="020B0502040204020203" pitchFamily="34" charset="0"/>
                        </a:rPr>
                        <a:t>Choose a light, neutral color</a:t>
                      </a:r>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latin typeface="+mn-lt"/>
                          <a:cs typeface="Segoe UI" panose="020B0502040204020203" pitchFamily="34" charset="0"/>
                        </a:rPr>
                        <a:t>Background color for title/section slide, code slides</a:t>
                      </a:r>
                      <a:endParaRPr lang="en-US" sz="1000" b="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399756"/>
                  </a:ext>
                </a:extLst>
              </a:tr>
              <a:tr h="532880">
                <a:tc gridSpan="3">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j-lt"/>
                          <a:ea typeface="+mn-ea"/>
                          <a:cs typeface="+mn-cs"/>
                        </a:rPr>
                        <a:t>Accent (next 6 colors)</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dirty="0">
                          <a:solidFill>
                            <a:schemeClr val="tx1"/>
                          </a:solidFill>
                          <a:latin typeface="+mn-lt"/>
                          <a:ea typeface="+mn-ea"/>
                          <a:cs typeface="Segoe UI" panose="020B0502040204020203" pitchFamily="34" charset="0"/>
                        </a:rPr>
                        <a:t>Choose from the Microsoft Brand color palette, shown at right. When selecting accent color order, consider choosing colors that have enough contrast or color differentiation to separate when placed next to each other (for instance in a chart) Neutral colors may be used for more limited color palette.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D2CA"/>
                    </a:solidFill>
                  </a:tcPr>
                </a:tc>
                <a:tc hMerge="1">
                  <a:txBody>
                    <a:bodyPr/>
                    <a:lstStyle/>
                    <a:p>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087284"/>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solidFill>
                            <a:schemeClr val="tx1"/>
                          </a:solidFill>
                        </a:rPr>
                        <a:t>Accent 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r>
                        <a:rPr lang="en-US" sz="1000" b="0" dirty="0">
                          <a:solidFill>
                            <a:schemeClr val="tx1"/>
                          </a:solidFill>
                        </a:rPr>
                        <a:t>Primary accent colors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000" b="0" kern="1200" dirty="0">
                        <a:solidFill>
                          <a:schemeClr val="tx1"/>
                        </a:solidFill>
                        <a:latin typeface="+mn-lt"/>
                        <a:ea typeface="+mn-ea"/>
                        <a:cs typeface="Segoe UI" panose="020B050204020402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8E6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0942662"/>
                  </a:ext>
                </a:extLst>
              </a:tr>
              <a:tr h="417874">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dirty="0">
                          <a:cs typeface="Segoe UI" panose="020B0502040204020203" pitchFamily="34" charset="0"/>
                        </a:rPr>
                        <a:t>Accents 4-6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dirty="0">
                          <a:cs typeface="Segoe UI" panose="020B0502040204020203" pitchFamily="34" charset="0"/>
                        </a:rPr>
                        <a:t>Additional accent colors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000" b="0" kern="1200" dirty="0">
                        <a:solidFill>
                          <a:schemeClr val="tx1"/>
                        </a:solidFill>
                        <a:latin typeface="+mn-lt"/>
                        <a:ea typeface="+mn-ea"/>
                        <a:cs typeface="Segoe UI" panose="020B050204020402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8E6D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5244980"/>
                  </a:ext>
                </a:extLst>
              </a:tr>
              <a:tr h="537337">
                <a:tc gridSpan="3">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latin typeface="+mj-lt"/>
                          <a:ea typeface="+mn-ea"/>
                          <a:cs typeface="+mn-cs"/>
                        </a:rPr>
                        <a:t>Hyperlink (last 2 colors)</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dirty="0">
                          <a:solidFill>
                            <a:srgbClr val="000000"/>
                          </a:solidFill>
                          <a:latin typeface="+mn-lt"/>
                          <a:ea typeface="+mn-ea"/>
                          <a:cs typeface="Segoe UI" panose="020B0502040204020203" pitchFamily="34" charset="0"/>
                        </a:rPr>
                        <a:t>Set these to any color that will be accessible on the background. These can be the same color.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D2CA"/>
                    </a:solidFill>
                  </a:tcPr>
                </a:tc>
                <a:tc hMerge="1">
                  <a:txBody>
                    <a:bodyPr/>
                    <a:lstStyle/>
                    <a:p>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7728199"/>
                  </a:ext>
                </a:extLst>
              </a:tr>
            </a:tbl>
          </a:graphicData>
        </a:graphic>
      </p:graphicFrame>
    </p:spTree>
    <p:extLst>
      <p:ext uri="{BB962C8B-B14F-4D97-AF65-F5344CB8AC3E}">
        <p14:creationId xmlns:p14="http://schemas.microsoft.com/office/powerpoint/2010/main" val="368042880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3EADE-BC81-CC80-BD14-C7B62AC9359A}"/>
              </a:ext>
            </a:extLst>
          </p:cNvPr>
          <p:cNvSpPr>
            <a:spLocks noGrp="1"/>
          </p:cNvSpPr>
          <p:nvPr>
            <p:ph type="title"/>
          </p:nvPr>
        </p:nvSpPr>
        <p:spPr/>
        <p:txBody>
          <a:bodyPr/>
          <a:lstStyle/>
          <a:p>
            <a:r>
              <a:rPr lang="en-US" dirty="0"/>
              <a:t>Typesetting basics</a:t>
            </a:r>
          </a:p>
        </p:txBody>
      </p:sp>
      <p:grpSp>
        <p:nvGrpSpPr>
          <p:cNvPr id="15" name="Group 14">
            <a:extLst>
              <a:ext uri="{FF2B5EF4-FFF2-40B4-BE49-F238E27FC236}">
                <a16:creationId xmlns:a16="http://schemas.microsoft.com/office/drawing/2014/main" id="{2BEC10BD-E8A7-53D3-6D3B-EE5961965D04}"/>
              </a:ext>
            </a:extLst>
          </p:cNvPr>
          <p:cNvGrpSpPr/>
          <p:nvPr/>
        </p:nvGrpSpPr>
        <p:grpSpPr>
          <a:xfrm>
            <a:off x="588262" y="1564649"/>
            <a:ext cx="3493516" cy="4783764"/>
            <a:chOff x="588262" y="1564649"/>
            <a:chExt cx="3493516" cy="4783764"/>
          </a:xfrm>
        </p:grpSpPr>
        <p:pic>
          <p:nvPicPr>
            <p:cNvPr id="3" name="Picture 2" descr="Examples of Segoe UI Regular, Semibold, and Bold.">
              <a:extLst>
                <a:ext uri="{FF2B5EF4-FFF2-40B4-BE49-F238E27FC236}">
                  <a16:creationId xmlns:a16="http://schemas.microsoft.com/office/drawing/2014/main" id="{E3FDA8C2-0983-D20B-4EDB-0537D68F102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8262" y="1564649"/>
              <a:ext cx="3493516" cy="2179320"/>
            </a:xfrm>
            <a:prstGeom prst="rect">
              <a:avLst/>
            </a:prstGeom>
          </p:spPr>
        </p:pic>
        <p:sp>
          <p:nvSpPr>
            <p:cNvPr id="4" name="Text Placeholder 9">
              <a:extLst>
                <a:ext uri="{FF2B5EF4-FFF2-40B4-BE49-F238E27FC236}">
                  <a16:creationId xmlns:a16="http://schemas.microsoft.com/office/drawing/2014/main" id="{5BE74B88-8263-7411-E1EE-FA4437A1915C}"/>
                </a:ext>
              </a:extLst>
            </p:cNvPr>
            <p:cNvSpPr txBox="1">
              <a:spLocks/>
            </p:cNvSpPr>
            <p:nvPr/>
          </p:nvSpPr>
          <p:spPr>
            <a:xfrm>
              <a:off x="588262" y="4038600"/>
              <a:ext cx="3367088" cy="2309813"/>
            </a:xfrm>
            <a:prstGeom prst="rect">
              <a:avLst/>
            </a:prstGeom>
          </p:spPr>
          <p:txBody>
            <a:bodyPr vert="horz" wrap="square" lIns="0" tIns="9144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4233"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Semibold" charset="0"/>
                  <a:cs typeface="Segoe UI Semibold" charset="0"/>
                </a:rPr>
                <a:t>The Segoe </a:t>
              </a:r>
              <a:r>
                <a:rPr kumimoji="0" lang="en-US" sz="1200" b="0" i="0" u="none" strike="noStrike" kern="1200" cap="none" spc="0" normalizeH="0" baseline="0" noProof="0">
                  <a:ln>
                    <a:noFill/>
                  </a:ln>
                  <a:solidFill>
                    <a:srgbClr val="000000"/>
                  </a:solidFill>
                  <a:effectLst/>
                  <a:uLnTx/>
                  <a:uFillTx/>
                  <a:latin typeface="Segoe UI Semibold"/>
                  <a:ea typeface="Segoe UI Semibold" charset="0"/>
                  <a:cs typeface="Segoe UI Semibold" charset="0"/>
                </a:rPr>
                <a:t>family</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200" b="1" i="0" u="none" strike="noStrike" kern="1200" cap="none" spc="0" normalizeH="0" baseline="0" noProof="0">
                <a:ln>
                  <a:noFill/>
                </a:ln>
                <a:solidFill>
                  <a:srgbClr val="000000"/>
                </a:solidFill>
                <a:effectLst/>
                <a:uLnTx/>
                <a:uFillTx/>
                <a:latin typeface="Segoe UI Semibold"/>
                <a:ea typeface="Segoe UI Semibold" charset="0"/>
                <a:cs typeface="Segoe UI Semibold" charset="0"/>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Use Segoe UI fonts for on-screen and digital executions. </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In PowerPoint templates, use Segoe UI Semibold for the default “Heading” font, and Segoe UI for the default </a:t>
              </a:r>
              <a:br>
                <a:rPr kumimoji="0" lang="en-US" sz="1000" b="0" i="0" u="none" strike="noStrike" kern="1200" cap="none" spc="0" normalizeH="0" baseline="0" noProof="0">
                  <a:ln>
                    <a:noFill/>
                  </a:ln>
                  <a:solidFill>
                    <a:srgbClr val="000000"/>
                  </a:solidFill>
                  <a:effectLst/>
                  <a:uLnTx/>
                  <a:uFillTx/>
                  <a:latin typeface="Segoe UI"/>
                  <a:ea typeface="+mn-ea"/>
                  <a:cs typeface="Segoe UI"/>
                </a:rPr>
              </a:br>
              <a:r>
                <a:rPr kumimoji="0" lang="en-US" sz="1000" b="0" i="0" u="none" strike="noStrike" kern="1200" cap="none" spc="0" normalizeH="0" baseline="0" noProof="0">
                  <a:ln>
                    <a:noFill/>
                  </a:ln>
                  <a:solidFill>
                    <a:srgbClr val="000000"/>
                  </a:solidFill>
                  <a:effectLst/>
                  <a:uLnTx/>
                  <a:uFillTx/>
                  <a:latin typeface="Segoe UI"/>
                  <a:ea typeface="+mn-ea"/>
                  <a:cs typeface="Segoe UI"/>
                </a:rPr>
                <a:t>“Body” font. </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Segoe UI Bold can be used to </a:t>
              </a:r>
              <a:r>
                <a:rPr kumimoji="0" lang="en-US" sz="1000" b="1" i="0" u="none" strike="noStrike" kern="1200" cap="none" spc="0" normalizeH="0" baseline="0" noProof="0">
                  <a:ln>
                    <a:noFill/>
                  </a:ln>
                  <a:solidFill>
                    <a:srgbClr val="000000"/>
                  </a:solidFill>
                  <a:effectLst/>
                  <a:uLnTx/>
                  <a:uFillTx/>
                  <a:latin typeface="Segoe UI"/>
                  <a:ea typeface="+mn-ea"/>
                  <a:cs typeface="Segoe UI"/>
                </a:rPr>
                <a:t>emphasize words </a:t>
              </a:r>
              <a:r>
                <a:rPr kumimoji="0" lang="en-US" sz="1000" b="0" i="0" u="none" strike="noStrike" kern="1200" cap="none" spc="0" normalizeH="0" baseline="0" noProof="0">
                  <a:ln>
                    <a:noFill/>
                  </a:ln>
                  <a:solidFill>
                    <a:srgbClr val="000000"/>
                  </a:solidFill>
                  <a:effectLst/>
                  <a:uLnTx/>
                  <a:uFillTx/>
                  <a:latin typeface="Segoe UI"/>
                  <a:ea typeface="+mn-ea"/>
                  <a:cs typeface="Segoe UI"/>
                </a:rPr>
                <a:t>within text that is 10pt and smaller.</a:t>
              </a:r>
            </a:p>
            <a:p>
              <a:pPr marL="0" marR="4233" lvl="0" indent="0" algn="l" defTabSz="932742" rtl="0" eaLnBrk="1" fontAlgn="auto" latinLnBrk="0" hangingPunct="1">
                <a:lnSpc>
                  <a:spcPct val="100000"/>
                </a:lnSpc>
                <a:spcBef>
                  <a:spcPts val="83"/>
                </a:spcBef>
                <a:spcAft>
                  <a:spcPts val="600"/>
                </a:spcAft>
                <a:buClrTx/>
                <a:buSzPct val="90000"/>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grpSp>
        <p:nvGrpSpPr>
          <p:cNvPr id="16" name="Group 15">
            <a:extLst>
              <a:ext uri="{FF2B5EF4-FFF2-40B4-BE49-F238E27FC236}">
                <a16:creationId xmlns:a16="http://schemas.microsoft.com/office/drawing/2014/main" id="{50719873-EBE7-0524-C46C-34103ED7FE32}"/>
              </a:ext>
            </a:extLst>
          </p:cNvPr>
          <p:cNvGrpSpPr/>
          <p:nvPr/>
        </p:nvGrpSpPr>
        <p:grpSpPr>
          <a:xfrm>
            <a:off x="4353439" y="1574494"/>
            <a:ext cx="3493516" cy="4535379"/>
            <a:chOff x="4353439" y="1574494"/>
            <a:chExt cx="3493516" cy="4535379"/>
          </a:xfrm>
        </p:grpSpPr>
        <p:pic>
          <p:nvPicPr>
            <p:cNvPr id="5" name="Picture 4" descr="Image showing 20pt title, and 3 sizes of text—16, 14, and 12, as well as 2 sizes for captions—10 and 8.">
              <a:extLst>
                <a:ext uri="{FF2B5EF4-FFF2-40B4-BE49-F238E27FC236}">
                  <a16:creationId xmlns:a16="http://schemas.microsoft.com/office/drawing/2014/main" id="{DE344923-A413-0BEF-CFCD-945D3D7A50B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53439" y="1574494"/>
              <a:ext cx="3493516" cy="2159628"/>
            </a:xfrm>
            <a:prstGeom prst="rect">
              <a:avLst/>
            </a:prstGeom>
          </p:spPr>
        </p:pic>
        <p:sp>
          <p:nvSpPr>
            <p:cNvPr id="6" name="Text Placeholder 10">
              <a:extLst>
                <a:ext uri="{FF2B5EF4-FFF2-40B4-BE49-F238E27FC236}">
                  <a16:creationId xmlns:a16="http://schemas.microsoft.com/office/drawing/2014/main" id="{5BC1D82B-DABE-3414-D56A-3D81B7ED0E8C}"/>
                </a:ext>
              </a:extLst>
            </p:cNvPr>
            <p:cNvSpPr txBox="1">
              <a:spLocks/>
            </p:cNvSpPr>
            <p:nvPr/>
          </p:nvSpPr>
          <p:spPr>
            <a:xfrm>
              <a:off x="4353439" y="4137025"/>
              <a:ext cx="3479800" cy="197284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Semibold" charset="0"/>
                  <a:cs typeface="Segoe UI Semibold" charset="0"/>
                </a:rPr>
                <a:t>Type sizes</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200" b="0" i="0" u="none" strike="noStrike" kern="1200" cap="none" spc="0" normalizeH="0" baseline="0" noProof="0">
                <a:ln>
                  <a:noFill/>
                </a:ln>
                <a:solidFill>
                  <a:srgbClr val="000000"/>
                </a:solidFill>
                <a:effectLst/>
                <a:uLnTx/>
                <a:uFillTx/>
                <a:latin typeface="Segoe UI Semibold" charset="0"/>
                <a:ea typeface="Segoe UI Semibold" charset="0"/>
                <a:cs typeface="Segoe UI Semibold" charset="0"/>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The type sizes set in this template are outlined above.</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The default size for text is 16pt. If copy is running too long, you may reduce the size to 14pt or 12pt. Be sure to use the same text size throughout the document.</a:t>
              </a: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a:endParaRPr>
            </a:p>
            <a:p>
              <a:pPr marL="0" marR="4233" lvl="0" indent="0" algn="l" defTabSz="932742" rtl="0" eaLnBrk="1" fontAlgn="auto" latinLnBrk="0" hangingPunct="1">
                <a:lnSpc>
                  <a:spcPct val="100000"/>
                </a:lnSpc>
                <a:spcBef>
                  <a:spcPts val="83"/>
                </a:spcBef>
                <a:spcAft>
                  <a:spcPts val="0"/>
                </a:spcAft>
                <a:buClrTx/>
                <a:buSzPct val="90000"/>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Whenever possible, limit type to no more than three sizes to help establish hierarchy and readability.</a:t>
              </a:r>
            </a:p>
            <a:p>
              <a:pPr marL="137160" marR="0" lvl="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grpSp>
        <p:nvGrpSpPr>
          <p:cNvPr id="17" name="Group 16">
            <a:extLst>
              <a:ext uri="{FF2B5EF4-FFF2-40B4-BE49-F238E27FC236}">
                <a16:creationId xmlns:a16="http://schemas.microsoft.com/office/drawing/2014/main" id="{71C41A8F-3A0D-FE58-4645-C79B1C054532}"/>
              </a:ext>
            </a:extLst>
          </p:cNvPr>
          <p:cNvGrpSpPr/>
          <p:nvPr/>
        </p:nvGrpSpPr>
        <p:grpSpPr>
          <a:xfrm>
            <a:off x="8122687" y="1570554"/>
            <a:ext cx="3502891" cy="3989825"/>
            <a:chOff x="8122687" y="1570554"/>
            <a:chExt cx="3502891" cy="3989825"/>
          </a:xfrm>
        </p:grpSpPr>
        <p:pic>
          <p:nvPicPr>
            <p:cNvPr id="7" name="Picture 6" descr="Headline set with single spacing with 2 paragraphs below. One set at Single spacing and the other with Multiple spacing set at 1.3.">
              <a:extLst>
                <a:ext uri="{FF2B5EF4-FFF2-40B4-BE49-F238E27FC236}">
                  <a16:creationId xmlns:a16="http://schemas.microsoft.com/office/drawing/2014/main" id="{F0DBA392-DB89-8890-296D-B4F80CD2A18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132062" y="1570554"/>
              <a:ext cx="3493516" cy="2167509"/>
            </a:xfrm>
            <a:prstGeom prst="rect">
              <a:avLst/>
            </a:prstGeom>
          </p:spPr>
        </p:pic>
        <p:sp>
          <p:nvSpPr>
            <p:cNvPr id="8" name="Text 2">
              <a:extLst>
                <a:ext uri="{FF2B5EF4-FFF2-40B4-BE49-F238E27FC236}">
                  <a16:creationId xmlns:a16="http://schemas.microsoft.com/office/drawing/2014/main" id="{24CF8145-648A-8675-3107-6545A3361E1E}"/>
                </a:ext>
              </a:extLst>
            </p:cNvPr>
            <p:cNvSpPr/>
            <p:nvPr/>
          </p:nvSpPr>
          <p:spPr>
            <a:xfrm>
              <a:off x="8122687" y="4136727"/>
              <a:ext cx="3394757" cy="1423652"/>
            </a:xfrm>
            <a:prstGeom prst="rect">
              <a:avLst/>
            </a:prstGeom>
            <a:noFill/>
            <a:ln/>
          </p:spPr>
          <p:txBody>
            <a:bodyPr wrap="square" lIns="0" tIns="0" rIns="0" bIns="0" rtlCol="0" anchor="t"/>
            <a:lstStyle/>
            <a:p>
              <a:pPr marL="10583" marR="4233">
                <a:spcBef>
                  <a:spcPts val="83"/>
                </a:spcBef>
                <a:buSzPct val="90000"/>
              </a:pPr>
              <a:r>
                <a:rPr lang="en-US" sz="1200" dirty="0">
                  <a:solidFill>
                    <a:srgbClr val="000000"/>
                  </a:solidFill>
                  <a:latin typeface="Segoe UI Semibold"/>
                </a:rPr>
                <a:t>Line spacing</a:t>
              </a:r>
              <a:endParaRPr lang="en-US" sz="1200" dirty="0">
                <a:solidFill>
                  <a:srgbClr val="000000"/>
                </a:solidFill>
                <a:latin typeface="Segoe UI Semibold"/>
                <a:ea typeface="Segoe UI Semibold" charset="0"/>
                <a:cs typeface="Segoe UI Semibold" charset="0"/>
              </a:endParaRPr>
            </a:p>
            <a:p>
              <a:pPr marL="10583" marR="4233">
                <a:spcBef>
                  <a:spcPts val="83"/>
                </a:spcBef>
                <a:buSzPct val="90000"/>
              </a:pPr>
              <a:endParaRPr lang="en-US" sz="1200" b="1" dirty="0">
                <a:solidFill>
                  <a:srgbClr val="000000"/>
                </a:solidFill>
                <a:latin typeface="Segoe UI Semibold" charset="0"/>
                <a:ea typeface="Segoe UI Semibold" charset="0"/>
                <a:cs typeface="Segoe UI Semibold" charset="0"/>
              </a:endParaRPr>
            </a:p>
            <a:p>
              <a:pPr defTabSz="457200">
                <a:spcAft>
                  <a:spcPts val="1600"/>
                </a:spcAft>
                <a:defRPr/>
              </a:pPr>
              <a:r>
                <a:rPr lang="en-US" sz="1000" dirty="0">
                  <a:solidFill>
                    <a:srgbClr val="000000"/>
                  </a:solidFill>
                  <a:latin typeface="Segoe UI"/>
                </a:rPr>
                <a:t>Most headings are set with leading set at Single spacing in PowerPoint. </a:t>
              </a:r>
            </a:p>
            <a:p>
              <a:pPr>
                <a:spcAft>
                  <a:spcPts val="1600"/>
                </a:spcAft>
                <a:defRPr/>
              </a:pPr>
              <a:r>
                <a:rPr lang="en-US" sz="1000" dirty="0">
                  <a:solidFill>
                    <a:srgbClr val="000000"/>
                  </a:solidFill>
                  <a:latin typeface="Segoe UI"/>
                </a:rPr>
                <a:t>Single spacing is also the default on text. Depending on the  line length and space available, the leading on body copy can be increased to Multiple spacing/1.3 to improve readability.  Be sure to use the same leading throughout your document.</a:t>
              </a:r>
              <a:endParaRPr lang="en-US" sz="1000" dirty="0">
                <a:solidFill>
                  <a:srgbClr val="000000"/>
                </a:solidFill>
                <a:latin typeface="Segoe UI"/>
                <a:ea typeface="Segoe UI Variable Regular" pitchFamily="34" charset="-122"/>
                <a:cs typeface="Segoe UI Variable Regular" pitchFamily="34" charset="-120"/>
              </a:endParaRPr>
            </a:p>
          </p:txBody>
        </p:sp>
      </p:grpSp>
    </p:spTree>
    <p:extLst>
      <p:ext uri="{BB962C8B-B14F-4D97-AF65-F5344CB8AC3E}">
        <p14:creationId xmlns:p14="http://schemas.microsoft.com/office/powerpoint/2010/main" val="341937832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49516-3BCE-8D18-3DA9-96E84DA08124}"/>
              </a:ext>
            </a:extLst>
          </p:cNvPr>
          <p:cNvSpPr>
            <a:spLocks noGrp="1"/>
          </p:cNvSpPr>
          <p:nvPr>
            <p:ph type="title"/>
          </p:nvPr>
        </p:nvSpPr>
        <p:spPr/>
        <p:txBody>
          <a:bodyPr/>
          <a:lstStyle/>
          <a:p>
            <a:r>
              <a:rPr lang="en-US" dirty="0"/>
              <a:t>Typesetting headlines</a:t>
            </a:r>
          </a:p>
        </p:txBody>
      </p:sp>
      <p:grpSp>
        <p:nvGrpSpPr>
          <p:cNvPr id="9" name="Group 8">
            <a:extLst>
              <a:ext uri="{FF2B5EF4-FFF2-40B4-BE49-F238E27FC236}">
                <a16:creationId xmlns:a16="http://schemas.microsoft.com/office/drawing/2014/main" id="{B5F1E5E8-003C-0010-C1C8-6BBC5B20FB36}"/>
              </a:ext>
            </a:extLst>
          </p:cNvPr>
          <p:cNvGrpSpPr/>
          <p:nvPr/>
        </p:nvGrpSpPr>
        <p:grpSpPr>
          <a:xfrm>
            <a:off x="579438" y="1581150"/>
            <a:ext cx="3478605" cy="3890882"/>
            <a:chOff x="579438" y="1581150"/>
            <a:chExt cx="3478605" cy="3890882"/>
          </a:xfrm>
        </p:grpSpPr>
        <p:pic>
          <p:nvPicPr>
            <p:cNvPr id="3" name="Picture 2" descr="Panel with copy that reads, Headlines are sentence case and should have no periods.">
              <a:extLst>
                <a:ext uri="{FF2B5EF4-FFF2-40B4-BE49-F238E27FC236}">
                  <a16:creationId xmlns:a16="http://schemas.microsoft.com/office/drawing/2014/main" id="{C329BDEF-0CC5-679C-68E1-863E33A66F58}"/>
                </a:ext>
              </a:extLst>
            </p:cNvPr>
            <p:cNvPicPr>
              <a:picLocks noChangeAspect="1"/>
            </p:cNvPicPr>
            <p:nvPr/>
          </p:nvPicPr>
          <p:blipFill>
            <a:blip r:embed="rId2"/>
            <a:srcRect/>
            <a:stretch/>
          </p:blipFill>
          <p:spPr>
            <a:xfrm>
              <a:off x="586183" y="1581150"/>
              <a:ext cx="3471860" cy="2165811"/>
            </a:xfrm>
            <a:prstGeom prst="rect">
              <a:avLst/>
            </a:prstGeom>
          </p:spPr>
        </p:pic>
        <p:sp>
          <p:nvSpPr>
            <p:cNvPr id="4" name="Text 2">
              <a:extLst>
                <a:ext uri="{FF2B5EF4-FFF2-40B4-BE49-F238E27FC236}">
                  <a16:creationId xmlns:a16="http://schemas.microsoft.com/office/drawing/2014/main" id="{2985390B-FC79-6AA5-E67A-6A5F65ECBA0F}"/>
                </a:ext>
              </a:extLst>
            </p:cNvPr>
            <p:cNvSpPr/>
            <p:nvPr/>
          </p:nvSpPr>
          <p:spPr>
            <a:xfrm>
              <a:off x="579438" y="4146125"/>
              <a:ext cx="3122612" cy="1325907"/>
            </a:xfrm>
            <a:prstGeom prst="rect">
              <a:avLst/>
            </a:prstGeom>
            <a:noFill/>
            <a:ln/>
          </p:spPr>
          <p:txBody>
            <a:bodyPr wrap="square" lIns="0" tIns="0" rIns="0" bIns="0" rtlCol="0" anchor="t"/>
            <a:lstStyle/>
            <a:p>
              <a:pPr marL="10583" marR="4233">
                <a:spcBef>
                  <a:spcPts val="83"/>
                </a:spcBef>
                <a:buSzPct val="90000"/>
              </a:pPr>
              <a:r>
                <a:rPr lang="en-US" sz="1200" dirty="0">
                  <a:solidFill>
                    <a:srgbClr val="000000"/>
                  </a:solidFill>
                  <a:latin typeface="Segoe UI Semibold"/>
                </a:rPr>
                <a:t>Headline standards</a:t>
              </a:r>
              <a:endParaRPr lang="en-US" sz="1200" dirty="0">
                <a:solidFill>
                  <a:srgbClr val="000000"/>
                </a:solidFill>
                <a:latin typeface="Segoe UI Semibold"/>
                <a:ea typeface="Segoe UI Semibold" charset="0"/>
                <a:cs typeface="Segoe UI Semibold" charset="0"/>
              </a:endParaRPr>
            </a:p>
            <a:p>
              <a:pPr marL="10583" marR="4233">
                <a:spcBef>
                  <a:spcPts val="83"/>
                </a:spcBef>
                <a:buSzPct val="90000"/>
              </a:pPr>
              <a:endParaRPr lang="en-US" sz="1200" b="1" dirty="0">
                <a:solidFill>
                  <a:srgbClr val="000000"/>
                </a:solidFill>
                <a:latin typeface="Segoe UI Semibold" charset="0"/>
                <a:ea typeface="Segoe UI Semibold" charset="0"/>
                <a:cs typeface="Segoe UI Semibold" charset="0"/>
              </a:endParaRPr>
            </a:p>
            <a:p>
              <a:pPr defTabSz="457200">
                <a:defRPr/>
              </a:pPr>
              <a:r>
                <a:rPr lang="en-US" sz="1000" dirty="0">
                  <a:solidFill>
                    <a:srgbClr val="000000"/>
                  </a:solidFill>
                  <a:latin typeface="Segoe UI"/>
                </a:rPr>
                <a:t>Sentence case is our standard for all headlines in communications, which means that after the first word, all other words are lower case except proper nouns.</a:t>
              </a:r>
            </a:p>
            <a:p>
              <a:pPr defTabSz="457200">
                <a:defRPr/>
              </a:pPr>
              <a:endParaRPr lang="en-US" sz="1000" dirty="0">
                <a:solidFill>
                  <a:srgbClr val="000000"/>
                </a:solidFill>
                <a:latin typeface="Segoe UI"/>
              </a:endParaRPr>
            </a:p>
            <a:p>
              <a:pPr>
                <a:spcAft>
                  <a:spcPts val="1600"/>
                </a:spcAft>
                <a:defRPr/>
              </a:pPr>
              <a:r>
                <a:rPr lang="en-US" sz="1000" dirty="0">
                  <a:solidFill>
                    <a:srgbClr val="000000"/>
                  </a:solidFill>
                  <a:latin typeface="Segoe UI"/>
                </a:rPr>
                <a:t>Do not to use periods and other punctuation  in headlines unless it is needed. </a:t>
              </a:r>
            </a:p>
            <a:p>
              <a:pPr defTabSz="457200">
                <a:spcAft>
                  <a:spcPts val="1600"/>
                </a:spcAft>
                <a:defRPr/>
              </a:pPr>
              <a:r>
                <a:rPr lang="en-US" sz="1000" dirty="0">
                  <a:solidFill>
                    <a:srgbClr val="000000"/>
                  </a:solidFill>
                  <a:latin typeface="Segoe UI" panose="020B0502040204020203" pitchFamily="34" charset="0"/>
                </a:rPr>
                <a:t> </a:t>
              </a:r>
            </a:p>
            <a:p>
              <a:pPr defTabSz="457200">
                <a:spcAft>
                  <a:spcPts val="1600"/>
                </a:spcAft>
                <a:defRPr/>
              </a:pPr>
              <a:endParaRPr lang="en-US" sz="1000" dirty="0">
                <a:solidFill>
                  <a:srgbClr val="000000"/>
                </a:solidFill>
                <a:latin typeface="Segoe UI" panose="020B0502040204020203" pitchFamily="34" charset="0"/>
                <a:ea typeface="Segoe UI Variable Regular" pitchFamily="34" charset="-122"/>
                <a:cs typeface="Segoe UI Variable Regular" pitchFamily="34" charset="-120"/>
              </a:endParaRPr>
            </a:p>
          </p:txBody>
        </p:sp>
      </p:grpSp>
      <p:grpSp>
        <p:nvGrpSpPr>
          <p:cNvPr id="10" name="Group 9">
            <a:extLst>
              <a:ext uri="{FF2B5EF4-FFF2-40B4-BE49-F238E27FC236}">
                <a16:creationId xmlns:a16="http://schemas.microsoft.com/office/drawing/2014/main" id="{21DF51D7-F8E6-A207-ABAF-4457D4493B6F}"/>
              </a:ext>
            </a:extLst>
          </p:cNvPr>
          <p:cNvGrpSpPr/>
          <p:nvPr/>
        </p:nvGrpSpPr>
        <p:grpSpPr>
          <a:xfrm>
            <a:off x="4341887" y="1581150"/>
            <a:ext cx="3478211" cy="3997249"/>
            <a:chOff x="4341887" y="1581150"/>
            <a:chExt cx="3478211" cy="3997249"/>
          </a:xfrm>
        </p:grpSpPr>
        <p:pic>
          <p:nvPicPr>
            <p:cNvPr id="5" name="Picture 4" descr="Image showing the difference of 2 words set a Normal and Condensed.">
              <a:extLst>
                <a:ext uri="{FF2B5EF4-FFF2-40B4-BE49-F238E27FC236}">
                  <a16:creationId xmlns:a16="http://schemas.microsoft.com/office/drawing/2014/main" id="{C8D9D90A-3C16-9543-BE5D-F832DB236EC4}"/>
                </a:ext>
              </a:extLst>
            </p:cNvPr>
            <p:cNvPicPr>
              <a:picLocks noChangeAspect="1"/>
            </p:cNvPicPr>
            <p:nvPr/>
          </p:nvPicPr>
          <p:blipFill>
            <a:blip r:embed="rId3"/>
            <a:srcRect/>
            <a:stretch/>
          </p:blipFill>
          <p:spPr>
            <a:xfrm>
              <a:off x="4341887" y="1581150"/>
              <a:ext cx="3478211" cy="2169773"/>
            </a:xfrm>
            <a:prstGeom prst="rect">
              <a:avLst/>
            </a:prstGeom>
          </p:spPr>
        </p:pic>
        <p:sp>
          <p:nvSpPr>
            <p:cNvPr id="6" name="Text 2">
              <a:extLst>
                <a:ext uri="{FF2B5EF4-FFF2-40B4-BE49-F238E27FC236}">
                  <a16:creationId xmlns:a16="http://schemas.microsoft.com/office/drawing/2014/main" id="{7B058B26-33E1-CB82-1F50-BE9C22500B0A}"/>
                </a:ext>
              </a:extLst>
            </p:cNvPr>
            <p:cNvSpPr/>
            <p:nvPr/>
          </p:nvSpPr>
          <p:spPr>
            <a:xfrm>
              <a:off x="4349432" y="4146125"/>
              <a:ext cx="3274569" cy="1432274"/>
            </a:xfrm>
            <a:prstGeom prst="rect">
              <a:avLst/>
            </a:prstGeom>
            <a:noFill/>
            <a:ln/>
          </p:spPr>
          <p:txBody>
            <a:bodyPr wrap="square" lIns="0" tIns="0" rIns="0" bIns="0" rtlCol="0" anchor="t"/>
            <a:lstStyle/>
            <a:p>
              <a:pPr>
                <a:defRPr/>
              </a:pPr>
              <a:r>
                <a:rPr lang="en-US" sz="1200" dirty="0">
                  <a:solidFill>
                    <a:srgbClr val="000000"/>
                  </a:solidFill>
                  <a:latin typeface="Segoe UI Semibold"/>
                </a:rPr>
                <a:t>Character spacing</a:t>
              </a:r>
            </a:p>
            <a:p>
              <a:pPr>
                <a:defRPr/>
              </a:pPr>
              <a:endParaRPr lang="en-US" sz="1200" dirty="0">
                <a:solidFill>
                  <a:srgbClr val="000000"/>
                </a:solidFill>
                <a:latin typeface="Segoe UI"/>
              </a:endParaRPr>
            </a:p>
            <a:p>
              <a:pPr>
                <a:defRPr/>
              </a:pPr>
              <a:r>
                <a:rPr lang="en-US" sz="1000" dirty="0">
                  <a:solidFill>
                    <a:srgbClr val="000000"/>
                  </a:solidFill>
                  <a:latin typeface="Segoe UI"/>
                </a:rPr>
                <a:t>The space between letters can be adjusted in formatting. All text and headlines 20pt and below</a:t>
              </a:r>
              <a:r>
                <a:rPr lang="en-US" sz="1000" dirty="0">
                  <a:solidFill>
                    <a:srgbClr val="000000"/>
                  </a:solidFill>
                  <a:latin typeface="Segoe UI"/>
                  <a:cs typeface="Segoe UI"/>
                </a:rPr>
                <a:t> should be set to Normal—the default in PowerPoint.</a:t>
              </a:r>
            </a:p>
            <a:p>
              <a:pPr>
                <a:defRPr/>
              </a:pPr>
              <a:r>
                <a:rPr lang="en-US" sz="1000" dirty="0">
                  <a:solidFill>
                    <a:srgbClr val="000000"/>
                  </a:solidFill>
                  <a:latin typeface="Segoe UI"/>
                  <a:cs typeface="Segoe UI"/>
                </a:rPr>
                <a:t> </a:t>
              </a:r>
              <a:br>
                <a:rPr lang="en-US" sz="1000" dirty="0">
                  <a:solidFill>
                    <a:srgbClr val="000000"/>
                  </a:solidFill>
                  <a:latin typeface="Segoe UI"/>
                  <a:cs typeface="Segoe UI"/>
                </a:rPr>
              </a:br>
              <a:r>
                <a:rPr lang="en-US" sz="1000" dirty="0">
                  <a:solidFill>
                    <a:srgbClr val="000000"/>
                  </a:solidFill>
                  <a:latin typeface="Segoe UI"/>
                  <a:cs typeface="Segoe UI"/>
                </a:rPr>
                <a:t>Improve the appearance of large heads by reducing </a:t>
              </a:r>
              <a:br>
                <a:rPr lang="en-US" sz="1000" dirty="0">
                  <a:solidFill>
                    <a:srgbClr val="000000"/>
                  </a:solidFill>
                  <a:latin typeface="Segoe UI"/>
                  <a:cs typeface="Segoe UI"/>
                </a:rPr>
              </a:br>
              <a:r>
                <a:rPr lang="en-US" sz="1000" dirty="0">
                  <a:solidFill>
                    <a:srgbClr val="000000"/>
                  </a:solidFill>
                  <a:latin typeface="Segoe UI"/>
                  <a:cs typeface="Segoe UI"/>
                </a:rPr>
                <a:t>the character spacing in the Font menu. Format </a:t>
              </a:r>
              <a:br>
                <a:rPr lang="en-US" sz="1000" dirty="0">
                  <a:solidFill>
                    <a:srgbClr val="000000"/>
                  </a:solidFill>
                  <a:latin typeface="Segoe UI"/>
                  <a:cs typeface="Segoe UI"/>
                </a:rPr>
              </a:br>
              <a:r>
                <a:rPr lang="en-US" sz="1000" dirty="0">
                  <a:solidFill>
                    <a:srgbClr val="000000"/>
                  </a:solidFill>
                  <a:latin typeface="Segoe UI"/>
                  <a:cs typeface="Segoe UI"/>
                </a:rPr>
                <a:t>40pt headlines to Condensed .5pt and large 66pt display headlines to Condensed 1pt.</a:t>
              </a:r>
              <a:endParaRPr lang="en-US" sz="1000" dirty="0">
                <a:solidFill>
                  <a:srgbClr val="000000"/>
                </a:solidFill>
                <a:latin typeface="Segoe UI"/>
                <a:ea typeface="Segoe UI Variable Regular" pitchFamily="34" charset="-122"/>
                <a:cs typeface="Segoe UI Variable Regular" pitchFamily="34" charset="-120"/>
              </a:endParaRPr>
            </a:p>
          </p:txBody>
        </p:sp>
      </p:grpSp>
      <p:grpSp>
        <p:nvGrpSpPr>
          <p:cNvPr id="11" name="Group 10">
            <a:extLst>
              <a:ext uri="{FF2B5EF4-FFF2-40B4-BE49-F238E27FC236}">
                <a16:creationId xmlns:a16="http://schemas.microsoft.com/office/drawing/2014/main" id="{6F4A23FA-5D14-DFF6-0506-15AA2E0FEC80}"/>
              </a:ext>
            </a:extLst>
          </p:cNvPr>
          <p:cNvGrpSpPr/>
          <p:nvPr/>
        </p:nvGrpSpPr>
        <p:grpSpPr>
          <a:xfrm>
            <a:off x="8122052" y="1581150"/>
            <a:ext cx="3490118" cy="3538462"/>
            <a:chOff x="8122052" y="1581150"/>
            <a:chExt cx="3490118" cy="3538462"/>
          </a:xfrm>
        </p:grpSpPr>
        <p:pic>
          <p:nvPicPr>
            <p:cNvPr id="7" name="Picture 6" descr="Example using all caps and italic type.">
              <a:extLst>
                <a:ext uri="{FF2B5EF4-FFF2-40B4-BE49-F238E27FC236}">
                  <a16:creationId xmlns:a16="http://schemas.microsoft.com/office/drawing/2014/main" id="{23569998-E90A-81EF-EC24-BAA751B4579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133957" y="1581150"/>
              <a:ext cx="3478213" cy="2169774"/>
            </a:xfrm>
            <a:prstGeom prst="rect">
              <a:avLst/>
            </a:prstGeom>
          </p:spPr>
        </p:pic>
        <p:sp>
          <p:nvSpPr>
            <p:cNvPr id="8" name="TextBox 7">
              <a:extLst>
                <a:ext uri="{FF2B5EF4-FFF2-40B4-BE49-F238E27FC236}">
                  <a16:creationId xmlns:a16="http://schemas.microsoft.com/office/drawing/2014/main" id="{9683EB9A-C53A-D70D-1BD5-2FED9F2634EE}"/>
                </a:ext>
              </a:extLst>
            </p:cNvPr>
            <p:cNvSpPr txBox="1"/>
            <p:nvPr/>
          </p:nvSpPr>
          <p:spPr>
            <a:xfrm>
              <a:off x="8122052" y="4134727"/>
              <a:ext cx="3208337" cy="984885"/>
            </a:xfrm>
            <a:prstGeom prst="rect">
              <a:avLst/>
            </a:prstGeom>
            <a:noFill/>
          </p:spPr>
          <p:txBody>
            <a:bodyPr wrap="square" lIns="0" tIns="0" rIns="0" bIns="0">
              <a:spAutoFit/>
            </a:bodyPr>
            <a:lstStyle/>
            <a:p>
              <a:pPr defTabSz="457200">
                <a:defRPr/>
              </a:pPr>
              <a:r>
                <a:rPr lang="en-US" sz="1200" dirty="0">
                  <a:solidFill>
                    <a:srgbClr val="000000"/>
                  </a:solidFill>
                  <a:latin typeface="Segoe UI Semibold"/>
                </a:rPr>
                <a:t>Upper case and italics</a:t>
              </a:r>
            </a:p>
            <a:p>
              <a:pPr defTabSz="457200">
                <a:defRPr/>
              </a:pPr>
              <a:endParaRPr lang="en-US" sz="1200" dirty="0">
                <a:solidFill>
                  <a:srgbClr val="000000"/>
                </a:solidFill>
                <a:latin typeface="Segoe UI"/>
              </a:endParaRPr>
            </a:p>
            <a:p>
              <a:pPr defTabSz="457200">
                <a:defRPr/>
              </a:pPr>
              <a:r>
                <a:rPr lang="en-US" sz="1000" dirty="0">
                  <a:solidFill>
                    <a:srgbClr val="000000"/>
                  </a:solidFill>
                  <a:latin typeface="Segoe UI"/>
                </a:rPr>
                <a:t>Don’t set entire paragraphs in all caps or italics.</a:t>
              </a:r>
              <a:br>
                <a:rPr lang="en-US" sz="1000" dirty="0">
                  <a:solidFill>
                    <a:srgbClr val="000000"/>
                  </a:solidFill>
                  <a:latin typeface="Segoe UI"/>
                </a:rPr>
              </a:br>
              <a:r>
                <a:rPr lang="en-US" sz="1000" dirty="0">
                  <a:solidFill>
                    <a:srgbClr val="000000"/>
                  </a:solidFill>
                  <a:latin typeface="Segoe UI"/>
                </a:rPr>
                <a:t>Upper case can be used for short headlines and italics should be used to emphasize singular words or phrases within the paragraph.</a:t>
              </a:r>
            </a:p>
          </p:txBody>
        </p:sp>
      </p:grpSp>
    </p:spTree>
    <p:extLst>
      <p:ext uri="{BB962C8B-B14F-4D97-AF65-F5344CB8AC3E}">
        <p14:creationId xmlns:p14="http://schemas.microsoft.com/office/powerpoint/2010/main" val="260131024"/>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CE21-76C5-05E4-136A-004699ED9DDE}"/>
              </a:ext>
            </a:extLst>
          </p:cNvPr>
          <p:cNvSpPr>
            <a:spLocks noGrp="1"/>
          </p:cNvSpPr>
          <p:nvPr>
            <p:ph type="title"/>
          </p:nvPr>
        </p:nvSpPr>
        <p:spPr/>
        <p:txBody>
          <a:bodyPr/>
          <a:lstStyle/>
          <a:p>
            <a:r>
              <a:rPr lang="en-US" dirty="0"/>
              <a:t>Typesetting body copy</a:t>
            </a:r>
          </a:p>
        </p:txBody>
      </p:sp>
      <p:grpSp>
        <p:nvGrpSpPr>
          <p:cNvPr id="9" name="Group 8">
            <a:extLst>
              <a:ext uri="{FF2B5EF4-FFF2-40B4-BE49-F238E27FC236}">
                <a16:creationId xmlns:a16="http://schemas.microsoft.com/office/drawing/2014/main" id="{9CC18A42-DC9E-2485-5785-5A5B26A09649}"/>
              </a:ext>
            </a:extLst>
          </p:cNvPr>
          <p:cNvGrpSpPr/>
          <p:nvPr/>
        </p:nvGrpSpPr>
        <p:grpSpPr>
          <a:xfrm>
            <a:off x="585786" y="1581150"/>
            <a:ext cx="3478213" cy="3542067"/>
            <a:chOff x="585786" y="1581150"/>
            <a:chExt cx="3478213" cy="3542067"/>
          </a:xfrm>
        </p:grpSpPr>
        <p:pic>
          <p:nvPicPr>
            <p:cNvPr id="3" name="Picture 2" descr="Example showing flush left text which is align along the left margin, and is also known as left aligned.">
              <a:extLst>
                <a:ext uri="{FF2B5EF4-FFF2-40B4-BE49-F238E27FC236}">
                  <a16:creationId xmlns:a16="http://schemas.microsoft.com/office/drawing/2014/main" id="{D3CD5FCA-A67A-0A17-B113-F456E76FB6B1}"/>
                </a:ext>
              </a:extLst>
            </p:cNvPr>
            <p:cNvPicPr>
              <a:picLocks noChangeAspect="1"/>
            </p:cNvPicPr>
            <p:nvPr/>
          </p:nvPicPr>
          <p:blipFill>
            <a:blip r:embed="rId2"/>
            <a:srcRect/>
            <a:stretch/>
          </p:blipFill>
          <p:spPr>
            <a:xfrm>
              <a:off x="585786" y="1581150"/>
              <a:ext cx="3478213" cy="2169773"/>
            </a:xfrm>
            <a:prstGeom prst="rect">
              <a:avLst/>
            </a:prstGeom>
          </p:spPr>
        </p:pic>
        <p:sp>
          <p:nvSpPr>
            <p:cNvPr id="4" name="TextBox 3">
              <a:extLst>
                <a:ext uri="{FF2B5EF4-FFF2-40B4-BE49-F238E27FC236}">
                  <a16:creationId xmlns:a16="http://schemas.microsoft.com/office/drawing/2014/main" id="{9703EFC5-08C7-88E8-F018-8AFD3B289B8A}"/>
                </a:ext>
              </a:extLst>
            </p:cNvPr>
            <p:cNvSpPr txBox="1"/>
            <p:nvPr/>
          </p:nvSpPr>
          <p:spPr>
            <a:xfrm>
              <a:off x="585786" y="4138332"/>
              <a:ext cx="3392445" cy="984885"/>
            </a:xfrm>
            <a:prstGeom prst="rect">
              <a:avLst/>
            </a:prstGeom>
            <a:noFill/>
          </p:spPr>
          <p:txBody>
            <a:bodyPr wrap="square" lIns="0" tIns="0" rIns="0" bIns="0">
              <a:spAutoFit/>
            </a:bodyPr>
            <a:lstStyle/>
            <a:p>
              <a:pPr defTabSz="457200">
                <a:defRPr/>
              </a:pPr>
              <a:r>
                <a:rPr lang="en-US" sz="1200" dirty="0">
                  <a:solidFill>
                    <a:srgbClr val="000000"/>
                  </a:solidFill>
                  <a:latin typeface="Segoe UI Semibold"/>
                </a:rPr>
                <a:t>Make it flush left</a:t>
              </a:r>
            </a:p>
            <a:p>
              <a:pPr defTabSz="457200">
                <a:defRPr/>
              </a:pPr>
              <a:endParaRPr lang="en-US" sz="1200" dirty="0">
                <a:solidFill>
                  <a:srgbClr val="000000"/>
                </a:solidFill>
                <a:latin typeface="Segoe UI"/>
              </a:endParaRPr>
            </a:p>
            <a:p>
              <a:pPr defTabSz="457200">
                <a:defRPr/>
              </a:pPr>
              <a:r>
                <a:rPr lang="en-US" sz="1000" dirty="0">
                  <a:solidFill>
                    <a:srgbClr val="000000"/>
                  </a:solidFill>
                  <a:latin typeface="Segoe UI"/>
                </a:rPr>
                <a:t>Flush left text creates a strong alignment for the eye to follow and is great for legibility. Generally, most visual elements and columns of type are left aligned. Centered type is used occasionally.</a:t>
              </a:r>
            </a:p>
          </p:txBody>
        </p:sp>
      </p:grpSp>
      <p:grpSp>
        <p:nvGrpSpPr>
          <p:cNvPr id="10" name="Group 9">
            <a:extLst>
              <a:ext uri="{FF2B5EF4-FFF2-40B4-BE49-F238E27FC236}">
                <a16:creationId xmlns:a16="http://schemas.microsoft.com/office/drawing/2014/main" id="{50AF83EE-8BD9-EA4C-8EA2-CEC1BAB4A790}"/>
              </a:ext>
            </a:extLst>
          </p:cNvPr>
          <p:cNvGrpSpPr/>
          <p:nvPr/>
        </p:nvGrpSpPr>
        <p:grpSpPr>
          <a:xfrm>
            <a:off x="4344450" y="1581150"/>
            <a:ext cx="3489863" cy="3849844"/>
            <a:chOff x="4344450" y="1581150"/>
            <a:chExt cx="3489863" cy="3849844"/>
          </a:xfrm>
        </p:grpSpPr>
        <p:pic>
          <p:nvPicPr>
            <p:cNvPr id="5" name="Picture 4" descr="Example showing 1 linespace between 2 paragraphs.">
              <a:extLst>
                <a:ext uri="{FF2B5EF4-FFF2-40B4-BE49-F238E27FC236}">
                  <a16:creationId xmlns:a16="http://schemas.microsoft.com/office/drawing/2014/main" id="{AB9F2070-9713-D035-7762-7489F906B504}"/>
                </a:ext>
              </a:extLst>
            </p:cNvPr>
            <p:cNvPicPr>
              <a:picLocks noChangeAspect="1"/>
            </p:cNvPicPr>
            <p:nvPr/>
          </p:nvPicPr>
          <p:blipFill>
            <a:blip r:embed="rId3"/>
            <a:srcRect/>
            <a:stretch/>
          </p:blipFill>
          <p:spPr>
            <a:xfrm>
              <a:off x="4356100" y="1581150"/>
              <a:ext cx="3478213" cy="2169774"/>
            </a:xfrm>
            <a:prstGeom prst="rect">
              <a:avLst/>
            </a:prstGeom>
          </p:spPr>
        </p:pic>
        <p:sp>
          <p:nvSpPr>
            <p:cNvPr id="6" name="TextBox 5">
              <a:extLst>
                <a:ext uri="{FF2B5EF4-FFF2-40B4-BE49-F238E27FC236}">
                  <a16:creationId xmlns:a16="http://schemas.microsoft.com/office/drawing/2014/main" id="{3DC627C7-8B32-9221-24CB-E68BD84F4200}"/>
                </a:ext>
              </a:extLst>
            </p:cNvPr>
            <p:cNvSpPr txBox="1"/>
            <p:nvPr/>
          </p:nvSpPr>
          <p:spPr>
            <a:xfrm>
              <a:off x="4344450" y="4138332"/>
              <a:ext cx="3207826" cy="1292662"/>
            </a:xfrm>
            <a:prstGeom prst="rect">
              <a:avLst/>
            </a:prstGeom>
            <a:noFill/>
          </p:spPr>
          <p:txBody>
            <a:bodyPr wrap="square" lIns="0" tIns="0" rIns="0" bIns="0" rtlCol="0">
              <a:spAutoFit/>
            </a:bodyPr>
            <a:lstStyle/>
            <a:p>
              <a:r>
                <a:rPr lang="en-US" sz="1200" dirty="0">
                  <a:solidFill>
                    <a:srgbClr val="000000"/>
                  </a:solidFill>
                  <a:latin typeface="Segoe UI Semibold"/>
                </a:rPr>
                <a:t>Line length and paragraph spacing</a:t>
              </a:r>
            </a:p>
            <a:p>
              <a:endParaRPr lang="en-US" sz="1200" dirty="0">
                <a:solidFill>
                  <a:srgbClr val="000000"/>
                </a:solidFill>
                <a:latin typeface="Segoe UI"/>
              </a:endParaRPr>
            </a:p>
            <a:p>
              <a:r>
                <a:rPr lang="en-US" sz="1000" dirty="0">
                  <a:solidFill>
                    <a:srgbClr val="000000"/>
                  </a:solidFill>
                  <a:latin typeface="Segoe UI"/>
                </a:rPr>
                <a:t>Watch out for lines of text are too long or too short. </a:t>
              </a:r>
              <a:br>
                <a:rPr lang="en-US" sz="1000" dirty="0">
                  <a:solidFill>
                    <a:srgbClr val="000000"/>
                  </a:solidFill>
                  <a:latin typeface="Segoe UI"/>
                </a:rPr>
              </a:br>
              <a:r>
                <a:rPr lang="en-US" sz="1000" dirty="0">
                  <a:solidFill>
                    <a:srgbClr val="000000"/>
                  </a:solidFill>
                  <a:latin typeface="Segoe UI"/>
                </a:rPr>
                <a:t>Aim for 7 to 10 words per line.</a:t>
              </a:r>
            </a:p>
            <a:p>
              <a:endParaRPr lang="en-US" sz="1000" dirty="0">
                <a:solidFill>
                  <a:srgbClr val="000000"/>
                </a:solidFill>
                <a:latin typeface="Segoe UI"/>
                <a:ea typeface="Segoe UI Variable Regular" pitchFamily="34" charset="-122"/>
                <a:cs typeface="Segoe UI Variable Regular" pitchFamily="34" charset="-120"/>
              </a:endParaRPr>
            </a:p>
            <a:p>
              <a:r>
                <a:rPr lang="en-US" sz="1000" dirty="0">
                  <a:solidFill>
                    <a:srgbClr val="000000"/>
                  </a:solidFill>
                  <a:latin typeface="Segoe UI"/>
                </a:rPr>
                <a:t>Indicate a paragraph by skipping a line without indentation. In some cases, spacing values may need to be adjusted for fit.</a:t>
              </a:r>
            </a:p>
          </p:txBody>
        </p:sp>
      </p:grpSp>
      <p:grpSp>
        <p:nvGrpSpPr>
          <p:cNvPr id="11" name="Group 10">
            <a:extLst>
              <a:ext uri="{FF2B5EF4-FFF2-40B4-BE49-F238E27FC236}">
                <a16:creationId xmlns:a16="http://schemas.microsoft.com/office/drawing/2014/main" id="{5E190142-BE29-2BA5-5A87-9004F54A92A9}"/>
              </a:ext>
            </a:extLst>
          </p:cNvPr>
          <p:cNvGrpSpPr/>
          <p:nvPr/>
        </p:nvGrpSpPr>
        <p:grpSpPr>
          <a:xfrm>
            <a:off x="8128571" y="1609308"/>
            <a:ext cx="3471292" cy="3667797"/>
            <a:chOff x="8128571" y="1609308"/>
            <a:chExt cx="3471292" cy="3667797"/>
          </a:xfrm>
        </p:grpSpPr>
        <p:pic>
          <p:nvPicPr>
            <p:cNvPr id="7" name="Picture 6" descr="Example showing a widow at end of paragraph and a bad rag that is uneven.&#10;">
              <a:extLst>
                <a:ext uri="{FF2B5EF4-FFF2-40B4-BE49-F238E27FC236}">
                  <a16:creationId xmlns:a16="http://schemas.microsoft.com/office/drawing/2014/main" id="{5742E097-3E02-775E-97BA-7FB138D18EDE}"/>
                </a:ext>
              </a:extLst>
            </p:cNvPr>
            <p:cNvPicPr>
              <a:picLocks noChangeAspect="1"/>
            </p:cNvPicPr>
            <p:nvPr/>
          </p:nvPicPr>
          <p:blipFill>
            <a:blip r:embed="rId4"/>
            <a:srcRect/>
            <a:stretch/>
          </p:blipFill>
          <p:spPr>
            <a:xfrm>
              <a:off x="8128571" y="1609308"/>
              <a:ext cx="3471292" cy="2174469"/>
            </a:xfrm>
            <a:prstGeom prst="rect">
              <a:avLst/>
            </a:prstGeom>
          </p:spPr>
        </p:pic>
        <p:sp>
          <p:nvSpPr>
            <p:cNvPr id="8" name="TextBox 7">
              <a:extLst>
                <a:ext uri="{FF2B5EF4-FFF2-40B4-BE49-F238E27FC236}">
                  <a16:creationId xmlns:a16="http://schemas.microsoft.com/office/drawing/2014/main" id="{B8BC4C92-3C31-6296-481E-64ABA29EF579}"/>
                </a:ext>
              </a:extLst>
            </p:cNvPr>
            <p:cNvSpPr txBox="1"/>
            <p:nvPr/>
          </p:nvSpPr>
          <p:spPr>
            <a:xfrm>
              <a:off x="8128571" y="4138332"/>
              <a:ext cx="3354967" cy="1138773"/>
            </a:xfrm>
            <a:prstGeom prst="rect">
              <a:avLst/>
            </a:prstGeom>
            <a:noFill/>
          </p:spPr>
          <p:txBody>
            <a:bodyPr wrap="square" lIns="0" tIns="0" rIns="0" bIns="0" rtlCol="0">
              <a:spAutoFit/>
            </a:bodyPr>
            <a:lstStyle/>
            <a:p>
              <a:r>
                <a:rPr lang="en-US" sz="1200" dirty="0">
                  <a:solidFill>
                    <a:srgbClr val="000000"/>
                  </a:solidFill>
                  <a:latin typeface="Segoe UI Semibold"/>
                </a:rPr>
                <a:t>Widows, orphans, and rags</a:t>
              </a:r>
            </a:p>
            <a:p>
              <a:endParaRPr lang="en-US" sz="1200" dirty="0">
                <a:solidFill>
                  <a:srgbClr val="000000"/>
                </a:solidFill>
                <a:latin typeface="Segoe UI" panose="020B0502040204020203" pitchFamily="34" charset="0"/>
              </a:endParaRPr>
            </a:p>
            <a:p>
              <a:r>
                <a:rPr lang="en-US" sz="1000" dirty="0">
                  <a:solidFill>
                    <a:srgbClr val="000000"/>
                  </a:solidFill>
                  <a:latin typeface="Segoe UI"/>
                </a:rPr>
                <a:t>Create neat and flowing paragraphs. Avoid awkward single words that appear at the end of a paragraph (widows) or top of a column (orphans.) </a:t>
              </a:r>
            </a:p>
            <a:p>
              <a:endParaRPr lang="en-US" sz="1000" dirty="0">
                <a:solidFill>
                  <a:srgbClr val="000000"/>
                </a:solidFill>
                <a:latin typeface="Segoe UI"/>
              </a:endParaRPr>
            </a:p>
            <a:p>
              <a:r>
                <a:rPr lang="en-US" sz="1000" dirty="0">
                  <a:solidFill>
                    <a:srgbClr val="000000"/>
                  </a:solidFill>
                  <a:latin typeface="Segoe UI"/>
                </a:rPr>
                <a:t>Avoid rags where line breaks are varied and inconsistent.</a:t>
              </a:r>
              <a:endParaRPr lang="en-US" sz="1000" dirty="0">
                <a:solidFill>
                  <a:srgbClr val="000000"/>
                </a:solidFill>
                <a:latin typeface="Segoe UI"/>
                <a:ea typeface="Segoe UI Variable Regular" pitchFamily="34" charset="-122"/>
                <a:cs typeface="Segoe UI Variable Regular" pitchFamily="34" charset="-120"/>
              </a:endParaRPr>
            </a:p>
          </p:txBody>
        </p:sp>
      </p:grpSp>
    </p:spTree>
    <p:extLst>
      <p:ext uri="{BB962C8B-B14F-4D97-AF65-F5344CB8AC3E}">
        <p14:creationId xmlns:p14="http://schemas.microsoft.com/office/powerpoint/2010/main" val="175285232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E03E-CC4C-ECAB-9141-CC8389ABBB0B}"/>
              </a:ext>
            </a:extLst>
          </p:cNvPr>
          <p:cNvSpPr>
            <a:spLocks noGrp="1"/>
          </p:cNvSpPr>
          <p:nvPr>
            <p:ph type="title"/>
          </p:nvPr>
        </p:nvSpPr>
        <p:spPr/>
        <p:txBody>
          <a:bodyPr/>
          <a:lstStyle/>
          <a:p>
            <a:r>
              <a:rPr lang="en-US" dirty="0"/>
              <a:t>Creating accessible content</a:t>
            </a:r>
          </a:p>
        </p:txBody>
      </p:sp>
      <p:sp>
        <p:nvSpPr>
          <p:cNvPr id="3" name="Accessiblity definition">
            <a:extLst>
              <a:ext uri="{FF2B5EF4-FFF2-40B4-BE49-F238E27FC236}">
                <a16:creationId xmlns:a16="http://schemas.microsoft.com/office/drawing/2014/main" id="{065935AB-55EB-A867-D803-EC24A4ADC547}"/>
              </a:ext>
            </a:extLst>
          </p:cNvPr>
          <p:cNvSpPr txBox="1">
            <a:spLocks/>
          </p:cNvSpPr>
          <p:nvPr/>
        </p:nvSpPr>
        <p:spPr>
          <a:xfrm>
            <a:off x="585788" y="914400"/>
            <a:ext cx="11025188" cy="166199"/>
          </a:xfrm>
          <a:prstGeom prst="rect">
            <a:avLst/>
          </a:prstGeom>
        </p:spPr>
        <p:txBody>
          <a:bodyPr vert="horz" wrap="square" lIns="0" tIns="0" rIns="0" bIns="0" rtlCol="0">
            <a:spAutoFit/>
          </a:bodyPr>
          <a:lstStyle>
            <a:defPPr>
              <a:defRPr lang="en-US"/>
            </a:defPPr>
            <a:lvl1pPr marR="0" indent="0" defTabSz="914363" fontAlgn="auto">
              <a:lnSpc>
                <a:spcPct val="90000"/>
              </a:lnSpc>
              <a:spcBef>
                <a:spcPts val="2400"/>
              </a:spcBef>
              <a:spcAft>
                <a:spcPts val="0"/>
              </a:spcAft>
              <a:buClrTx/>
              <a:buSzPct val="90000"/>
              <a:buFont typeface="Arial" pitchFamily="34" charset="0"/>
              <a:buNone/>
              <a:tabLst/>
              <a:defRPr sz="2000" spc="0" baseline="0">
                <a:gradFill>
                  <a:gsLst>
                    <a:gs pos="21538">
                      <a:schemeClr val="tx1"/>
                    </a:gs>
                    <a:gs pos="33000">
                      <a:schemeClr val="tx1"/>
                    </a:gs>
                  </a:gsLst>
                  <a:lin ang="5400000" scaled="0"/>
                </a:gradFill>
              </a:defRPr>
            </a:lvl1pPr>
            <a:lvl2pPr marL="0" marR="0" indent="0" defTabSz="914363" fontAlgn="auto">
              <a:lnSpc>
                <a:spcPct val="90000"/>
              </a:lnSpc>
              <a:spcBef>
                <a:spcPct val="20000"/>
              </a:spcBef>
              <a:spcAft>
                <a:spcPts val="0"/>
              </a:spcAft>
              <a:buClrTx/>
              <a:buSzPct val="90000"/>
              <a:buFont typeface="Wingdings" pitchFamily="2" charset="2"/>
              <a:buNone/>
              <a:tabLst/>
              <a:defRPr sz="2000" spc="0" baseline="0">
                <a:gradFill>
                  <a:gsLst>
                    <a:gs pos="100000">
                      <a:schemeClr val="tx1"/>
                    </a:gs>
                    <a:gs pos="6000">
                      <a:schemeClr val="tx1"/>
                    </a:gs>
                  </a:gsLst>
                  <a:lin ang="5400000" scaled="0"/>
                </a:gradFill>
              </a:defRPr>
            </a:lvl2pPr>
            <a:lvl3pPr marL="231775" marR="0" indent="0" defTabSz="914363" fontAlgn="auto">
              <a:lnSpc>
                <a:spcPct val="90000"/>
              </a:lnSpc>
              <a:spcBef>
                <a:spcPct val="20000"/>
              </a:spcBef>
              <a:spcAft>
                <a:spcPts val="0"/>
              </a:spcAft>
              <a:buClrTx/>
              <a:buSzPct val="90000"/>
              <a:buFont typeface="Wingdings" pitchFamily="2" charset="2"/>
              <a:buNone/>
              <a:tabLst>
                <a:tab pos="798513" algn="l"/>
              </a:tabLst>
              <a:defRPr sz="2000" spc="0" baseline="0">
                <a:gradFill>
                  <a:gsLst>
                    <a:gs pos="100000">
                      <a:schemeClr val="tx1"/>
                    </a:gs>
                    <a:gs pos="6000">
                      <a:schemeClr val="tx1"/>
                    </a:gs>
                  </a:gsLst>
                  <a:lin ang="5400000" scaled="0"/>
                </a:gradFill>
              </a:defRPr>
            </a:lvl3pPr>
            <a:lvl4pPr marL="457200" marR="0" indent="0" defTabSz="914363" fontAlgn="auto">
              <a:lnSpc>
                <a:spcPct val="90000"/>
              </a:lnSpc>
              <a:spcBef>
                <a:spcPct val="20000"/>
              </a:spcBef>
              <a:spcAft>
                <a:spcPts val="0"/>
              </a:spcAft>
              <a:buClrTx/>
              <a:buSzPct val="90000"/>
              <a:buFont typeface="Wingdings" pitchFamily="2" charset="2"/>
              <a:buNone/>
              <a:tabLst/>
              <a:defRPr sz="2000" spc="0" baseline="0">
                <a:gradFill>
                  <a:gsLst>
                    <a:gs pos="100000">
                      <a:schemeClr val="tx1"/>
                    </a:gs>
                    <a:gs pos="6000">
                      <a:schemeClr val="tx1"/>
                    </a:gs>
                  </a:gsLst>
                  <a:lin ang="5400000" scaled="0"/>
                </a:gradFill>
              </a:defRPr>
            </a:lvl4pPr>
            <a:lvl5pPr marL="693738" marR="0" indent="0" defTabSz="914363" fontAlgn="auto">
              <a:lnSpc>
                <a:spcPct val="90000"/>
              </a:lnSpc>
              <a:spcBef>
                <a:spcPct val="20000"/>
              </a:spcBef>
              <a:spcAft>
                <a:spcPts val="0"/>
              </a:spcAft>
              <a:buClrTx/>
              <a:buSzPct val="90000"/>
              <a:buFont typeface="Wingdings" pitchFamily="2" charset="2"/>
              <a:buNone/>
              <a:tabLst>
                <a:tab pos="1255713" algn="l"/>
              </a:tabLst>
              <a:defRPr sz="2000" spc="0" baseline="0">
                <a:gradFill>
                  <a:gsLst>
                    <a:gs pos="100000">
                      <a:schemeClr val="tx1"/>
                    </a:gs>
                    <a:gs pos="6000">
                      <a:schemeClr val="tx1"/>
                    </a:gs>
                  </a:gsLst>
                  <a:lin ang="5400000" scaled="0"/>
                </a:gradFill>
              </a:defRPr>
            </a:lvl5pPr>
            <a:lvl6pPr marL="2514499" indent="-228591" defTabSz="914363">
              <a:spcBef>
                <a:spcPct val="20000"/>
              </a:spcBef>
              <a:buFont typeface="Arial" pitchFamily="34" charset="0"/>
              <a:buChar char="•"/>
              <a:defRPr sz="2000"/>
            </a:lvl6pPr>
            <a:lvl7pPr marL="2971681" indent="-228591" defTabSz="914363">
              <a:spcBef>
                <a:spcPct val="20000"/>
              </a:spcBef>
              <a:buFont typeface="Arial" pitchFamily="34" charset="0"/>
              <a:buChar char="•"/>
              <a:defRPr sz="2000"/>
            </a:lvl7pPr>
            <a:lvl8pPr marL="3428863" indent="-228591" defTabSz="914363">
              <a:spcBef>
                <a:spcPct val="20000"/>
              </a:spcBef>
              <a:buFont typeface="Arial" pitchFamily="34" charset="0"/>
              <a:buChar char="•"/>
              <a:defRPr sz="2000"/>
            </a:lvl8pPr>
            <a:lvl9pPr marL="3886045" indent="-228591" defTabSz="914363">
              <a:spcBef>
                <a:spcPct val="20000"/>
              </a:spcBef>
              <a:buFont typeface="Arial" pitchFamily="34" charset="0"/>
              <a:buChar char="•"/>
              <a:defRPr sz="2000"/>
            </a:lvl9pPr>
          </a:lstStyle>
          <a:p>
            <a:r>
              <a:rPr lang="en-US" sz="1200" dirty="0">
                <a:solidFill>
                  <a:schemeClr val="tx1"/>
                </a:solidFill>
              </a:rPr>
              <a:t>Take the following steps to create accessible content that everyone can consume effectively.</a:t>
            </a:r>
          </a:p>
        </p:txBody>
      </p:sp>
      <p:grpSp>
        <p:nvGrpSpPr>
          <p:cNvPr id="4" name="Group 3">
            <a:extLst>
              <a:ext uri="{FF2B5EF4-FFF2-40B4-BE49-F238E27FC236}">
                <a16:creationId xmlns:a16="http://schemas.microsoft.com/office/drawing/2014/main" id="{DC0AFE8E-D336-E451-7298-2863A0B8F575}"/>
              </a:ext>
            </a:extLst>
          </p:cNvPr>
          <p:cNvGrpSpPr/>
          <p:nvPr/>
        </p:nvGrpSpPr>
        <p:grpSpPr>
          <a:xfrm>
            <a:off x="581978" y="1875791"/>
            <a:ext cx="1627822" cy="3438774"/>
            <a:chOff x="581978" y="1875791"/>
            <a:chExt cx="1627822" cy="3438774"/>
          </a:xfrm>
        </p:grpSpPr>
        <p:sp>
          <p:nvSpPr>
            <p:cNvPr id="5" name="Contrast instructions text box">
              <a:extLst>
                <a:ext uri="{FF2B5EF4-FFF2-40B4-BE49-F238E27FC236}">
                  <a16:creationId xmlns:a16="http://schemas.microsoft.com/office/drawing/2014/main" id="{9B962EB7-FD51-25BF-C0EC-0CF5B8B84F65}"/>
                </a:ext>
              </a:extLst>
            </p:cNvPr>
            <p:cNvSpPr txBox="1">
              <a:spLocks/>
            </p:cNvSpPr>
            <p:nvPr/>
          </p:nvSpPr>
          <p:spPr>
            <a:xfrm>
              <a:off x="581978" y="1875791"/>
              <a:ext cx="1597660" cy="3425478"/>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200" dirty="0">
                  <a:solidFill>
                    <a:schemeClr val="tx1"/>
                  </a:solidFill>
                  <a:ea typeface="Segoe UI Semibold" charset="0"/>
                  <a:cs typeface="Segoe UI Semibold" panose="020B0702040204020203" pitchFamily="34" charset="0"/>
                </a:rPr>
                <a:t>Contrast</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Use high contrast colors for maximum readability.</a:t>
              </a:r>
            </a:p>
            <a:p>
              <a:pPr marL="0" indent="0" defTabSz="903827">
                <a:lnSpc>
                  <a:spcPct val="100000"/>
                </a:lnSpc>
                <a:spcBef>
                  <a:spcPts val="581"/>
                </a:spcBef>
                <a:buNone/>
                <a:defRPr/>
              </a:pPr>
              <a:r>
                <a:rPr lang="en-US" sz="1000" dirty="0">
                  <a:solidFill>
                    <a:schemeClr val="tx1"/>
                  </a:solidFill>
                  <a:latin typeface="+mn-lt"/>
                  <a:cs typeface="Segoe UI" panose="020B0502040204020203" pitchFamily="34" charset="0"/>
                </a:rPr>
                <a:t>The recommended contrast ratio is at least 4.5:1.</a:t>
              </a:r>
            </a:p>
            <a:p>
              <a:pPr marL="0" indent="0" defTabSz="903827">
                <a:lnSpc>
                  <a:spcPct val="100000"/>
                </a:lnSpc>
                <a:spcBef>
                  <a:spcPts val="581"/>
                </a:spcBef>
                <a:buNone/>
                <a:defRPr/>
              </a:pPr>
              <a:endParaRPr lang="en-US" sz="1000" dirty="0">
                <a:solidFill>
                  <a:schemeClr val="tx1"/>
                </a:solidFill>
              </a:endParaRPr>
            </a:p>
            <a:p>
              <a:pPr marL="0" indent="0" defTabSz="903827">
                <a:lnSpc>
                  <a:spcPct val="100000"/>
                </a:lnSpc>
                <a:spcBef>
                  <a:spcPts val="581"/>
                </a:spcBef>
                <a:buNone/>
                <a:defRPr/>
              </a:pPr>
              <a:endParaRPr lang="en-US" sz="1000" dirty="0">
                <a:solidFill>
                  <a:schemeClr val="tx1"/>
                </a:solidFill>
              </a:endParaRPr>
            </a:p>
            <a:p>
              <a:pPr marL="0" indent="0" defTabSz="903827">
                <a:lnSpc>
                  <a:spcPct val="100000"/>
                </a:lnSpc>
                <a:spcBef>
                  <a:spcPts val="581"/>
                </a:spcBef>
                <a:buNone/>
                <a:defRPr/>
              </a:pPr>
              <a:endParaRPr lang="en-US" sz="1000" dirty="0">
                <a:solidFill>
                  <a:schemeClr val="tx1"/>
                </a:solidFill>
              </a:endParaRPr>
            </a:p>
            <a:p>
              <a:pPr marL="0" indent="0" defTabSz="903827">
                <a:lnSpc>
                  <a:spcPct val="100000"/>
                </a:lnSpc>
                <a:spcBef>
                  <a:spcPts val="1163"/>
                </a:spcBef>
                <a:buNone/>
                <a:defRPr/>
              </a:pPr>
              <a:r>
                <a:rPr lang="en-US" sz="1200" dirty="0">
                  <a:solidFill>
                    <a:schemeClr val="tx1"/>
                  </a:solidFill>
                  <a:ea typeface="Segoe UI Semibold" charset="0"/>
                  <a:cs typeface="Segoe UI Semibold" panose="020B0702040204020203" pitchFamily="34" charset="0"/>
                </a:rPr>
                <a:t>Color Contrast Analyzer</a:t>
              </a:r>
            </a:p>
            <a:p>
              <a:pPr marL="0" indent="0" defTabSz="903827">
                <a:lnSpc>
                  <a:spcPct val="110000"/>
                </a:lnSpc>
                <a:spcBef>
                  <a:spcPts val="581"/>
                </a:spcBef>
                <a:buNone/>
                <a:defRPr/>
              </a:pPr>
              <a:r>
                <a:rPr lang="en-US" sz="1000" dirty="0">
                  <a:solidFill>
                    <a:schemeClr val="tx1"/>
                  </a:solidFill>
                  <a:latin typeface="+mn-lt"/>
                  <a:cs typeface="Segoe UI" panose="020B0502040204020203" pitchFamily="34" charset="0"/>
                </a:rPr>
                <a:t>Download this tool to determine the legibility of text and the contrast of visual elements.</a:t>
              </a:r>
            </a:p>
          </p:txBody>
        </p:sp>
        <p:sp>
          <p:nvSpPr>
            <p:cNvPr id="6" name="Gray text box example">
              <a:hlinkClick r:id="rId2"/>
              <a:extLst>
                <a:ext uri="{FF2B5EF4-FFF2-40B4-BE49-F238E27FC236}">
                  <a16:creationId xmlns:a16="http://schemas.microsoft.com/office/drawing/2014/main" id="{B1343E48-4764-9818-0DA3-004C72377067}"/>
                </a:ext>
              </a:extLst>
            </p:cNvPr>
            <p:cNvSpPr txBox="1">
              <a:spLocks/>
            </p:cNvSpPr>
            <p:nvPr/>
          </p:nvSpPr>
          <p:spPr>
            <a:xfrm>
              <a:off x="597535" y="2960128"/>
              <a:ext cx="537421" cy="365760"/>
            </a:xfrm>
            <a:prstGeom prst="rect">
              <a:avLst/>
            </a:prstGeom>
            <a:solidFill>
              <a:srgbClr val="F2F2F2"/>
            </a:solidFill>
          </p:spPr>
          <p:txBody>
            <a:bodyPr wrap="square" lIns="0" tIns="0" rIns="0" bIns="0" anchor="ctr">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03827">
                <a:lnSpc>
                  <a:spcPct val="100000"/>
                </a:lnSpc>
                <a:spcBef>
                  <a:spcPts val="0"/>
                </a:spcBef>
                <a:spcAft>
                  <a:spcPts val="581"/>
                </a:spcAft>
                <a:buNone/>
                <a:defRPr/>
              </a:pPr>
              <a:r>
                <a:rPr lang="en-US" sz="1066" b="1" dirty="0">
                  <a:gradFill>
                    <a:gsLst>
                      <a:gs pos="15356">
                        <a:srgbClr val="1A1A1A"/>
                      </a:gs>
                      <a:gs pos="56000">
                        <a:srgbClr val="1A1A1A"/>
                      </a:gs>
                    </a:gsLst>
                    <a:lin ang="5400000" scaled="0"/>
                  </a:gradFill>
                  <a:latin typeface="Segoe UI Semilight"/>
                </a:rPr>
                <a:t>Text</a:t>
              </a:r>
            </a:p>
          </p:txBody>
        </p:sp>
        <p:sp>
          <p:nvSpPr>
            <p:cNvPr id="7" name="Blue text box example">
              <a:hlinkClick r:id="rId2"/>
              <a:extLst>
                <a:ext uri="{FF2B5EF4-FFF2-40B4-BE49-F238E27FC236}">
                  <a16:creationId xmlns:a16="http://schemas.microsoft.com/office/drawing/2014/main" id="{3F39F131-5650-258D-37E0-5916A4E1D58D}"/>
                </a:ext>
              </a:extLst>
            </p:cNvPr>
            <p:cNvSpPr txBox="1">
              <a:spLocks/>
            </p:cNvSpPr>
            <p:nvPr/>
          </p:nvSpPr>
          <p:spPr>
            <a:xfrm>
              <a:off x="1134956" y="2960133"/>
              <a:ext cx="537421" cy="365760"/>
            </a:xfrm>
            <a:prstGeom prst="rect">
              <a:avLst/>
            </a:prstGeom>
            <a:solidFill>
              <a:srgbClr val="0078D7"/>
            </a:solidFill>
          </p:spPr>
          <p:txBody>
            <a:bodyPr wrap="square" lIns="0" tIns="0" rIns="0" bIns="0" anchor="ctr">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03827">
                <a:lnSpc>
                  <a:spcPct val="100000"/>
                </a:lnSpc>
                <a:spcBef>
                  <a:spcPts val="0"/>
                </a:spcBef>
                <a:spcAft>
                  <a:spcPts val="581"/>
                </a:spcAft>
                <a:buNone/>
                <a:defRPr/>
              </a:pPr>
              <a:r>
                <a:rPr lang="en-US" sz="1066" b="1" dirty="0">
                  <a:solidFill>
                    <a:srgbClr val="FFFFFF"/>
                  </a:solidFill>
                  <a:latin typeface="Segoe UI Semilight"/>
                </a:rPr>
                <a:t>Text</a:t>
              </a:r>
            </a:p>
          </p:txBody>
        </p:sp>
        <p:sp>
          <p:nvSpPr>
            <p:cNvPr id="8" name="Light blue text box example">
              <a:hlinkClick r:id="rId2"/>
              <a:extLst>
                <a:ext uri="{FF2B5EF4-FFF2-40B4-BE49-F238E27FC236}">
                  <a16:creationId xmlns:a16="http://schemas.microsoft.com/office/drawing/2014/main" id="{22EC3D72-F7B5-DBAB-E0F4-5515D7A77B5A}"/>
                </a:ext>
              </a:extLst>
            </p:cNvPr>
            <p:cNvSpPr txBox="1">
              <a:spLocks/>
            </p:cNvSpPr>
            <p:nvPr/>
          </p:nvSpPr>
          <p:spPr>
            <a:xfrm>
              <a:off x="1672379" y="2960134"/>
              <a:ext cx="537421" cy="365760"/>
            </a:xfrm>
            <a:prstGeom prst="rect">
              <a:avLst/>
            </a:prstGeom>
            <a:solidFill>
              <a:srgbClr val="00BCF2"/>
            </a:solidFill>
          </p:spPr>
          <p:txBody>
            <a:bodyPr wrap="square" lIns="0" tIns="0" rIns="0" bIns="0" anchor="ctr">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03827">
                <a:lnSpc>
                  <a:spcPct val="100000"/>
                </a:lnSpc>
                <a:spcBef>
                  <a:spcPts val="0"/>
                </a:spcBef>
                <a:spcAft>
                  <a:spcPts val="581"/>
                </a:spcAft>
                <a:buNone/>
                <a:defRPr/>
              </a:pPr>
              <a:r>
                <a:rPr lang="en-US" sz="1066" b="1" dirty="0">
                  <a:solidFill>
                    <a:srgbClr val="FFFFFF"/>
                  </a:solidFill>
                  <a:latin typeface="Segoe UI Semilight"/>
                </a:rPr>
                <a:t>Text</a:t>
              </a:r>
            </a:p>
          </p:txBody>
        </p:sp>
        <p:cxnSp>
          <p:nvCxnSpPr>
            <p:cNvPr id="9" name="Red slash" descr="Red slash over white text on light blue background, which is not accessible.&#10;">
              <a:extLst>
                <a:ext uri="{FF2B5EF4-FFF2-40B4-BE49-F238E27FC236}">
                  <a16:creationId xmlns:a16="http://schemas.microsoft.com/office/drawing/2014/main" id="{C5A3EAC0-9D72-F47F-0C48-DA7BF05B4871}"/>
                </a:ext>
              </a:extLst>
            </p:cNvPr>
            <p:cNvCxnSpPr/>
            <p:nvPr/>
          </p:nvCxnSpPr>
          <p:spPr>
            <a:xfrm flipH="1">
              <a:off x="1672378" y="2960146"/>
              <a:ext cx="537422" cy="372487"/>
            </a:xfrm>
            <a:prstGeom prst="line">
              <a:avLst/>
            </a:prstGeom>
            <a:ln w="19050">
              <a:solidFill>
                <a:srgbClr val="D83B0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0" name="Download Button" descr="A blue block with the download symbol and text that reads &quot;Download&quot;. This is object has a link to http://www.paciellogroup.com/resources/contrastAnalyser" title="Color Contrast Analyzer link">
              <a:extLst>
                <a:ext uri="{FF2B5EF4-FFF2-40B4-BE49-F238E27FC236}">
                  <a16:creationId xmlns:a16="http://schemas.microsoft.com/office/drawing/2014/main" id="{5CD40CE9-83D7-38FD-6FFB-4A22B5551ADA}"/>
                </a:ext>
              </a:extLst>
            </p:cNvPr>
            <p:cNvGrpSpPr/>
            <p:nvPr/>
          </p:nvGrpSpPr>
          <p:grpSpPr>
            <a:xfrm>
              <a:off x="597535" y="4959904"/>
              <a:ext cx="1536065" cy="354661"/>
              <a:chOff x="515620" y="5025112"/>
              <a:chExt cx="2144219" cy="464743"/>
            </a:xfrm>
          </p:grpSpPr>
          <p:sp>
            <p:nvSpPr>
              <p:cNvPr id="11" name="Download label">
                <a:hlinkClick r:id="rId2"/>
                <a:extLst>
                  <a:ext uri="{FF2B5EF4-FFF2-40B4-BE49-F238E27FC236}">
                    <a16:creationId xmlns:a16="http://schemas.microsoft.com/office/drawing/2014/main" id="{FAECF7CF-1628-9A87-77A2-BF3AC4039948}"/>
                  </a:ext>
                </a:extLst>
              </p:cNvPr>
              <p:cNvSpPr txBox="1">
                <a:spLocks/>
              </p:cNvSpPr>
              <p:nvPr/>
            </p:nvSpPr>
            <p:spPr>
              <a:xfrm>
                <a:off x="515620" y="5025112"/>
                <a:ext cx="2144219" cy="464743"/>
              </a:xfrm>
              <a:prstGeom prst="rect">
                <a:avLst/>
              </a:prstGeom>
              <a:solidFill>
                <a:srgbClr val="0078D4"/>
              </a:solidFill>
            </p:spPr>
            <p:txBody>
              <a:bodyPr wrap="square" lIns="141766" tIns="141766" rIns="141766" bIns="141766" anchor="ctr">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03827">
                  <a:lnSpc>
                    <a:spcPct val="100000"/>
                  </a:lnSpc>
                  <a:spcBef>
                    <a:spcPts val="0"/>
                  </a:spcBef>
                  <a:spcAft>
                    <a:spcPts val="581"/>
                  </a:spcAft>
                  <a:buNone/>
                  <a:defRPr/>
                </a:pPr>
                <a:r>
                  <a:rPr lang="en-US" sz="1066" b="1" dirty="0">
                    <a:solidFill>
                      <a:srgbClr val="FFFFFF"/>
                    </a:solidFill>
                    <a:latin typeface="Segoe UI Semilight"/>
                  </a:rPr>
                  <a:t>Download</a:t>
                </a:r>
              </a:p>
            </p:txBody>
          </p:sp>
          <p:sp>
            <p:nvSpPr>
              <p:cNvPr id="12" name="Download button">
                <a:extLst>
                  <a:ext uri="{FF2B5EF4-FFF2-40B4-BE49-F238E27FC236}">
                    <a16:creationId xmlns:a16="http://schemas.microsoft.com/office/drawing/2014/main" id="{AE62E3D5-7575-3B50-ACCB-2C6BF45AB36F}"/>
                  </a:ext>
                </a:extLst>
              </p:cNvPr>
              <p:cNvSpPr>
                <a:spLocks noChangeAspect="1" noEditPoints="1"/>
              </p:cNvSpPr>
              <p:nvPr/>
            </p:nvSpPr>
            <p:spPr bwMode="auto">
              <a:xfrm>
                <a:off x="950966" y="5156995"/>
                <a:ext cx="93930" cy="161766"/>
              </a:xfrm>
              <a:custGeom>
                <a:avLst/>
                <a:gdLst>
                  <a:gd name="T0" fmla="*/ 144 w 144"/>
                  <a:gd name="T1" fmla="*/ 132 h 248"/>
                  <a:gd name="T2" fmla="*/ 72 w 144"/>
                  <a:gd name="T3" fmla="*/ 203 h 248"/>
                  <a:gd name="T4" fmla="*/ 0 w 144"/>
                  <a:gd name="T5" fmla="*/ 132 h 248"/>
                  <a:gd name="T6" fmla="*/ 72 w 144"/>
                  <a:gd name="T7" fmla="*/ 203 h 248"/>
                  <a:gd name="T8" fmla="*/ 72 w 144"/>
                  <a:gd name="T9" fmla="*/ 0 h 248"/>
                  <a:gd name="T10" fmla="*/ 0 w 144"/>
                  <a:gd name="T11" fmla="*/ 248 h 248"/>
                  <a:gd name="T12" fmla="*/ 144 w 144"/>
                  <a:gd name="T13" fmla="*/ 248 h 248"/>
                </a:gdLst>
                <a:ahLst/>
                <a:cxnLst>
                  <a:cxn ang="0">
                    <a:pos x="T0" y="T1"/>
                  </a:cxn>
                  <a:cxn ang="0">
                    <a:pos x="T2" y="T3"/>
                  </a:cxn>
                  <a:cxn ang="0">
                    <a:pos x="T4" y="T5"/>
                  </a:cxn>
                  <a:cxn ang="0">
                    <a:pos x="T6" y="T7"/>
                  </a:cxn>
                  <a:cxn ang="0">
                    <a:pos x="T8" y="T9"/>
                  </a:cxn>
                  <a:cxn ang="0">
                    <a:pos x="T10" y="T11"/>
                  </a:cxn>
                  <a:cxn ang="0">
                    <a:pos x="T12" y="T13"/>
                  </a:cxn>
                </a:cxnLst>
                <a:rect l="0" t="0" r="r" b="b"/>
                <a:pathLst>
                  <a:path w="144" h="248">
                    <a:moveTo>
                      <a:pt x="144" y="132"/>
                    </a:moveTo>
                    <a:lnTo>
                      <a:pt x="72" y="203"/>
                    </a:lnTo>
                    <a:lnTo>
                      <a:pt x="0" y="132"/>
                    </a:lnTo>
                    <a:moveTo>
                      <a:pt x="72" y="203"/>
                    </a:moveTo>
                    <a:lnTo>
                      <a:pt x="72" y="0"/>
                    </a:lnTo>
                    <a:moveTo>
                      <a:pt x="0" y="248"/>
                    </a:moveTo>
                    <a:lnTo>
                      <a:pt x="144" y="248"/>
                    </a:lnTo>
                  </a:path>
                </a:pathLst>
              </a:custGeom>
              <a:noFill/>
              <a:ln w="19050" cap="flat">
                <a:solidFill>
                  <a:srgbClr val="FFFFFF"/>
                </a:solidFill>
                <a:prstDash val="solid"/>
                <a:miter lim="800000"/>
                <a:headEnd/>
                <a:tailEnd/>
              </a:ln>
            </p:spPr>
            <p:txBody>
              <a:bodyPr vert="horz" wrap="square" lIns="88604" tIns="44302" rIns="88604" bIns="44302" numCol="1" anchor="t" anchorCtr="0" compatLnSpc="1">
                <a:prstTxWarp prst="textNoShape">
                  <a:avLst/>
                </a:prstTxWarp>
              </a:bodyPr>
              <a:lstStyle/>
              <a:p>
                <a:pPr defTabSz="886022"/>
                <a:endParaRPr lang="en-US" sz="872" dirty="0">
                  <a:gradFill>
                    <a:gsLst>
                      <a:gs pos="15356">
                        <a:srgbClr val="1A1A1A"/>
                      </a:gs>
                      <a:gs pos="56000">
                        <a:srgbClr val="1A1A1A"/>
                      </a:gs>
                    </a:gsLst>
                    <a:lin ang="5400000" scaled="0"/>
                  </a:gradFill>
                  <a:latin typeface="Segoe UI Semilight"/>
                </a:endParaRPr>
              </a:p>
            </p:txBody>
          </p:sp>
        </p:grpSp>
      </p:grpSp>
      <p:grpSp>
        <p:nvGrpSpPr>
          <p:cNvPr id="13" name="Group 12">
            <a:extLst>
              <a:ext uri="{FF2B5EF4-FFF2-40B4-BE49-F238E27FC236}">
                <a16:creationId xmlns:a16="http://schemas.microsoft.com/office/drawing/2014/main" id="{83A4D396-3F9F-1A54-AD6A-6E071BE7E7C6}"/>
              </a:ext>
            </a:extLst>
          </p:cNvPr>
          <p:cNvGrpSpPr/>
          <p:nvPr/>
        </p:nvGrpSpPr>
        <p:grpSpPr>
          <a:xfrm>
            <a:off x="2462573" y="1875791"/>
            <a:ext cx="1731924" cy="3425478"/>
            <a:chOff x="2462573" y="1875791"/>
            <a:chExt cx="1731924" cy="3425478"/>
          </a:xfrm>
        </p:grpSpPr>
        <p:sp>
          <p:nvSpPr>
            <p:cNvPr id="14" name="Shape &amp; color instruciton text box">
              <a:extLst>
                <a:ext uri="{FF2B5EF4-FFF2-40B4-BE49-F238E27FC236}">
                  <a16:creationId xmlns:a16="http://schemas.microsoft.com/office/drawing/2014/main" id="{A1BD5F19-FCA1-8188-5910-0A5F55F56A34}"/>
                </a:ext>
              </a:extLst>
            </p:cNvPr>
            <p:cNvSpPr txBox="1">
              <a:spLocks/>
            </p:cNvSpPr>
            <p:nvPr/>
          </p:nvSpPr>
          <p:spPr>
            <a:xfrm>
              <a:off x="2470150" y="1875791"/>
              <a:ext cx="1595438" cy="3425478"/>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200" dirty="0">
                  <a:solidFill>
                    <a:schemeClr val="tx1"/>
                  </a:solidFill>
                  <a:ea typeface="Segoe UI Semibold" charset="0"/>
                  <a:cs typeface="Segoe UI Semibold" panose="020B0702040204020203" pitchFamily="34" charset="0"/>
                </a:rPr>
                <a:t>Shape and color</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Use different shapes with a legend to indicate statuses to accommodate for color blindness.</a:t>
              </a:r>
            </a:p>
            <a:p>
              <a:pPr marL="0" indent="0" defTabSz="903827">
                <a:lnSpc>
                  <a:spcPct val="100000"/>
                </a:lnSpc>
                <a:spcBef>
                  <a:spcPts val="1163"/>
                </a:spcBef>
                <a:buNone/>
                <a:defRPr/>
              </a:pPr>
              <a:r>
                <a:rPr lang="en-US" sz="1000" dirty="0">
                  <a:solidFill>
                    <a:schemeClr val="tx1"/>
                  </a:solidFill>
                  <a:ea typeface="Segoe UI Semibold" charset="0"/>
                  <a:cs typeface="Segoe UI Semibold" panose="020B0702040204020203" pitchFamily="34" charset="0"/>
                </a:rPr>
                <a:t>Example</a:t>
              </a:r>
            </a:p>
            <a:p>
              <a:pPr marL="0" indent="0" defTabSz="903827">
                <a:lnSpc>
                  <a:spcPct val="100000"/>
                </a:lnSpc>
                <a:buNone/>
                <a:defRPr/>
              </a:pPr>
              <a:endParaRPr lang="en-US" sz="1000" dirty="0">
                <a:solidFill>
                  <a:schemeClr val="tx1"/>
                </a:solidFill>
              </a:endParaRPr>
            </a:p>
          </p:txBody>
        </p:sp>
        <p:sp>
          <p:nvSpPr>
            <p:cNvPr id="15" name="Background and text">
              <a:hlinkClick r:id="rId2"/>
              <a:extLst>
                <a:ext uri="{FF2B5EF4-FFF2-40B4-BE49-F238E27FC236}">
                  <a16:creationId xmlns:a16="http://schemas.microsoft.com/office/drawing/2014/main" id="{B1C6BE96-5832-7A8F-A4E8-529AAC67C2D3}"/>
                </a:ext>
              </a:extLst>
            </p:cNvPr>
            <p:cNvSpPr txBox="1">
              <a:spLocks/>
            </p:cNvSpPr>
            <p:nvPr/>
          </p:nvSpPr>
          <p:spPr>
            <a:xfrm>
              <a:off x="2462573" y="3247898"/>
              <a:ext cx="1603015" cy="1663893"/>
            </a:xfrm>
            <a:prstGeom prst="rect">
              <a:avLst/>
            </a:prstGeom>
            <a:solidFill>
              <a:srgbClr val="FFFFFF"/>
            </a:solidFill>
            <a:ln w="6350">
              <a:solidFill>
                <a:schemeClr val="tx1"/>
              </a:solidFill>
            </a:ln>
          </p:spPr>
          <p:txBody>
            <a:bodyPr wrap="square" lIns="177207" tIns="141766" rIns="177207" bIns="141766" anchor="t">
              <a:no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200000"/>
                </a:lnSpc>
                <a:spcBef>
                  <a:spcPts val="0"/>
                </a:spcBef>
                <a:spcAft>
                  <a:spcPts val="581"/>
                </a:spcAft>
                <a:buNone/>
                <a:defRPr/>
              </a:pPr>
              <a:r>
                <a:rPr lang="en-US" sz="1000" b="1" dirty="0">
                  <a:solidFill>
                    <a:srgbClr val="000000"/>
                  </a:solidFill>
                  <a:latin typeface="Segoe UI Semilight"/>
                </a:rPr>
                <a:t>Subject 1</a:t>
              </a:r>
            </a:p>
            <a:p>
              <a:pPr marL="0" indent="0" defTabSz="903827">
                <a:lnSpc>
                  <a:spcPct val="200000"/>
                </a:lnSpc>
                <a:spcBef>
                  <a:spcPts val="0"/>
                </a:spcBef>
                <a:spcAft>
                  <a:spcPts val="581"/>
                </a:spcAft>
                <a:buNone/>
                <a:defRPr/>
              </a:pPr>
              <a:r>
                <a:rPr lang="en-US" sz="1000" b="1" dirty="0">
                  <a:solidFill>
                    <a:srgbClr val="000000"/>
                  </a:solidFill>
                  <a:latin typeface="Segoe UI Semilight"/>
                </a:rPr>
                <a:t>Subject 2</a:t>
              </a:r>
            </a:p>
            <a:p>
              <a:pPr marL="0" indent="0" defTabSz="903827">
                <a:lnSpc>
                  <a:spcPct val="200000"/>
                </a:lnSpc>
                <a:spcBef>
                  <a:spcPts val="0"/>
                </a:spcBef>
                <a:spcAft>
                  <a:spcPts val="581"/>
                </a:spcAft>
                <a:buNone/>
                <a:defRPr/>
              </a:pPr>
              <a:r>
                <a:rPr lang="en-US" sz="1000" b="1" dirty="0">
                  <a:solidFill>
                    <a:srgbClr val="000000"/>
                  </a:solidFill>
                  <a:latin typeface="Segoe UI Semilight"/>
                </a:rPr>
                <a:t>Subject 3</a:t>
              </a:r>
            </a:p>
          </p:txBody>
        </p:sp>
        <p:grpSp>
          <p:nvGrpSpPr>
            <p:cNvPr id="16" name="Group 15">
              <a:extLst>
                <a:ext uri="{FF2B5EF4-FFF2-40B4-BE49-F238E27FC236}">
                  <a16:creationId xmlns:a16="http://schemas.microsoft.com/office/drawing/2014/main" id="{7DB47F7F-CF02-3300-09D4-38B756F06FDB}"/>
                </a:ext>
                <a:ext uri="{C183D7F6-B498-43B3-948B-1728B52AA6E4}">
                  <adec:decorative xmlns:adec="http://schemas.microsoft.com/office/drawing/2017/decorative" val="1"/>
                </a:ext>
              </a:extLst>
            </p:cNvPr>
            <p:cNvGrpSpPr/>
            <p:nvPr/>
          </p:nvGrpSpPr>
          <p:grpSpPr>
            <a:xfrm>
              <a:off x="2573324" y="3765091"/>
              <a:ext cx="1379779" cy="737015"/>
              <a:chOff x="3016090" y="4436073"/>
              <a:chExt cx="1578136" cy="357257"/>
            </a:xfrm>
          </p:grpSpPr>
          <p:cxnSp>
            <p:nvCxnSpPr>
              <p:cNvPr id="26" name="Bottom horizontal seperator">
                <a:extLst>
                  <a:ext uri="{FF2B5EF4-FFF2-40B4-BE49-F238E27FC236}">
                    <a16:creationId xmlns:a16="http://schemas.microsoft.com/office/drawing/2014/main" id="{7FB9BADB-F2EB-12C2-C1E3-389CD409AA7F}"/>
                  </a:ext>
                </a:extLst>
              </p:cNvPr>
              <p:cNvCxnSpPr>
                <a:cxnSpLocks/>
              </p:cNvCxnSpPr>
              <p:nvPr/>
            </p:nvCxnSpPr>
            <p:spPr>
              <a:xfrm>
                <a:off x="3016090" y="4793330"/>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Middle horizontal seperator">
                <a:extLst>
                  <a:ext uri="{FF2B5EF4-FFF2-40B4-BE49-F238E27FC236}">
                    <a16:creationId xmlns:a16="http://schemas.microsoft.com/office/drawing/2014/main" id="{0DF5A929-6C34-4FE8-D483-C11F9714BC8C}"/>
                  </a:ext>
                </a:extLst>
              </p:cNvPr>
              <p:cNvCxnSpPr>
                <a:cxnSpLocks/>
              </p:cNvCxnSpPr>
              <p:nvPr/>
            </p:nvCxnSpPr>
            <p:spPr>
              <a:xfrm>
                <a:off x="3016090" y="4436073"/>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Top horizontal seperator">
                <a:extLst>
                  <a:ext uri="{FF2B5EF4-FFF2-40B4-BE49-F238E27FC236}">
                    <a16:creationId xmlns:a16="http://schemas.microsoft.com/office/drawing/2014/main" id="{C7BA29F8-A8AB-60E8-74D3-56C3B3802481}"/>
                  </a:ext>
                </a:extLst>
              </p:cNvPr>
              <p:cNvCxnSpPr>
                <a:cxnSpLocks/>
              </p:cNvCxnSpPr>
              <p:nvPr/>
            </p:nvCxnSpPr>
            <p:spPr>
              <a:xfrm>
                <a:off x="3016090" y="4624014"/>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7" name="Example green circle" descr="Green circle symbol.&#10;">
              <a:extLst>
                <a:ext uri="{FF2B5EF4-FFF2-40B4-BE49-F238E27FC236}">
                  <a16:creationId xmlns:a16="http://schemas.microsoft.com/office/drawing/2014/main" id="{FEABA1E0-9D0A-35DA-6672-B628865130B3}"/>
                </a:ext>
              </a:extLst>
            </p:cNvPr>
            <p:cNvSpPr/>
            <p:nvPr/>
          </p:nvSpPr>
          <p:spPr bwMode="auto">
            <a:xfrm>
              <a:off x="3778013" y="3514172"/>
              <a:ext cx="95757" cy="95757"/>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Semilight"/>
                <a:ea typeface="Segoe UI" pitchFamily="34" charset="0"/>
                <a:cs typeface="Segoe UI" pitchFamily="34" charset="0"/>
              </a:endParaRPr>
            </a:p>
          </p:txBody>
        </p:sp>
        <p:sp>
          <p:nvSpPr>
            <p:cNvPr id="18" name="Example yellow triangle" descr="Blue triangle symbol.&#10;">
              <a:extLst>
                <a:ext uri="{FF2B5EF4-FFF2-40B4-BE49-F238E27FC236}">
                  <a16:creationId xmlns:a16="http://schemas.microsoft.com/office/drawing/2014/main" id="{9FDEDD7D-8FAB-DD01-51B1-32478FC8FE77}"/>
                </a:ext>
              </a:extLst>
            </p:cNvPr>
            <p:cNvSpPr/>
            <p:nvPr/>
          </p:nvSpPr>
          <p:spPr bwMode="auto">
            <a:xfrm>
              <a:off x="3778013" y="3909198"/>
              <a:ext cx="95757" cy="95757"/>
            </a:xfrm>
            <a:prstGeom prst="triangl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Semilight"/>
                <a:ea typeface="Segoe UI" pitchFamily="34" charset="0"/>
                <a:cs typeface="Segoe UI" pitchFamily="34" charset="0"/>
              </a:endParaRPr>
            </a:p>
          </p:txBody>
        </p:sp>
        <p:sp>
          <p:nvSpPr>
            <p:cNvPr id="19" name="Example red X" descr="Red x symbol.&#10;">
              <a:extLst>
                <a:ext uri="{FF2B5EF4-FFF2-40B4-BE49-F238E27FC236}">
                  <a16:creationId xmlns:a16="http://schemas.microsoft.com/office/drawing/2014/main" id="{E916C387-6A90-E5B8-7F6D-DADFA5B4DB8F}"/>
                </a:ext>
              </a:extLst>
            </p:cNvPr>
            <p:cNvSpPr/>
            <p:nvPr/>
          </p:nvSpPr>
          <p:spPr bwMode="auto">
            <a:xfrm rot="2700000">
              <a:off x="3778013" y="4266455"/>
              <a:ext cx="95757" cy="95757"/>
            </a:xfrm>
            <a:prstGeom prst="plus">
              <a:avLst>
                <a:gd name="adj" fmla="val 37839"/>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Semilight"/>
                <a:ea typeface="Segoe UI" pitchFamily="34" charset="0"/>
                <a:cs typeface="Segoe UI" pitchFamily="34" charset="0"/>
              </a:endParaRPr>
            </a:p>
          </p:txBody>
        </p:sp>
        <p:sp>
          <p:nvSpPr>
            <p:cNvPr id="20" name="Legend green circle" descr="Green circle symbol.">
              <a:extLst>
                <a:ext uri="{FF2B5EF4-FFF2-40B4-BE49-F238E27FC236}">
                  <a16:creationId xmlns:a16="http://schemas.microsoft.com/office/drawing/2014/main" id="{D5939174-22B6-3554-6F4A-9351350F231E}"/>
                </a:ext>
              </a:extLst>
            </p:cNvPr>
            <p:cNvSpPr/>
            <p:nvPr/>
          </p:nvSpPr>
          <p:spPr bwMode="auto">
            <a:xfrm>
              <a:off x="2626490" y="4617199"/>
              <a:ext cx="95757" cy="95757"/>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solidFill>
                  <a:srgbClr val="000000"/>
                </a:solidFill>
                <a:latin typeface="Segoe UI Semilight"/>
                <a:ea typeface="Segoe UI" pitchFamily="34" charset="0"/>
                <a:cs typeface="Segoe UI" pitchFamily="34" charset="0"/>
              </a:endParaRPr>
            </a:p>
          </p:txBody>
        </p:sp>
        <p:sp>
          <p:nvSpPr>
            <p:cNvPr id="21" name="Legend green circle label">
              <a:extLst>
                <a:ext uri="{FF2B5EF4-FFF2-40B4-BE49-F238E27FC236}">
                  <a16:creationId xmlns:a16="http://schemas.microsoft.com/office/drawing/2014/main" id="{A65D8E35-4AF4-D6E9-5A21-7C8FDC552AF6}"/>
                </a:ext>
              </a:extLst>
            </p:cNvPr>
            <p:cNvSpPr txBox="1">
              <a:spLocks/>
            </p:cNvSpPr>
            <p:nvPr/>
          </p:nvSpPr>
          <p:spPr>
            <a:xfrm>
              <a:off x="2626490" y="4451349"/>
              <a:ext cx="561649" cy="390881"/>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solidFill>
                    <a:srgbClr val="000000"/>
                  </a:solidFill>
                  <a:latin typeface="Segoe UI Semilight"/>
                </a:rPr>
                <a:t>C1</a:t>
              </a:r>
            </a:p>
          </p:txBody>
        </p:sp>
        <p:sp>
          <p:nvSpPr>
            <p:cNvPr id="22" name="Legend yellow triangle" descr="Blue triangle symbol.">
              <a:extLst>
                <a:ext uri="{FF2B5EF4-FFF2-40B4-BE49-F238E27FC236}">
                  <a16:creationId xmlns:a16="http://schemas.microsoft.com/office/drawing/2014/main" id="{9C6D6AF4-C640-479F-2975-4D6B4D8271A4}"/>
                </a:ext>
              </a:extLst>
            </p:cNvPr>
            <p:cNvSpPr/>
            <p:nvPr/>
          </p:nvSpPr>
          <p:spPr bwMode="auto">
            <a:xfrm>
              <a:off x="3123279" y="4617199"/>
              <a:ext cx="95757" cy="95757"/>
            </a:xfrm>
            <a:prstGeom prst="triangl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solidFill>
                  <a:srgbClr val="000000"/>
                </a:solidFill>
                <a:latin typeface="Segoe UI Semilight"/>
                <a:ea typeface="Segoe UI" pitchFamily="34" charset="0"/>
                <a:cs typeface="Segoe UI" pitchFamily="34" charset="0"/>
              </a:endParaRPr>
            </a:p>
          </p:txBody>
        </p:sp>
        <p:sp>
          <p:nvSpPr>
            <p:cNvPr id="23" name="Legend yellow triangle label">
              <a:extLst>
                <a:ext uri="{FF2B5EF4-FFF2-40B4-BE49-F238E27FC236}">
                  <a16:creationId xmlns:a16="http://schemas.microsoft.com/office/drawing/2014/main" id="{F4CB2480-E6A3-BD46-F2FE-EAEF70F858F9}"/>
                </a:ext>
              </a:extLst>
            </p:cNvPr>
            <p:cNvSpPr txBox="1">
              <a:spLocks/>
            </p:cNvSpPr>
            <p:nvPr/>
          </p:nvSpPr>
          <p:spPr>
            <a:xfrm>
              <a:off x="3117338" y="4451349"/>
              <a:ext cx="561649" cy="390881"/>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solidFill>
                    <a:srgbClr val="000000"/>
                  </a:solidFill>
                  <a:latin typeface="Segoe UI Semilight"/>
                </a:rPr>
                <a:t>C2</a:t>
              </a:r>
            </a:p>
          </p:txBody>
        </p:sp>
        <p:sp>
          <p:nvSpPr>
            <p:cNvPr id="24" name="Legend red X" descr="Red x symbol">
              <a:extLst>
                <a:ext uri="{FF2B5EF4-FFF2-40B4-BE49-F238E27FC236}">
                  <a16:creationId xmlns:a16="http://schemas.microsoft.com/office/drawing/2014/main" id="{05CC29D3-A864-CA1B-DE4B-C3976AD4C512}"/>
                </a:ext>
              </a:extLst>
            </p:cNvPr>
            <p:cNvSpPr/>
            <p:nvPr/>
          </p:nvSpPr>
          <p:spPr bwMode="auto">
            <a:xfrm rot="2700000">
              <a:off x="3602298" y="4626343"/>
              <a:ext cx="95757" cy="95757"/>
            </a:xfrm>
            <a:prstGeom prst="plus">
              <a:avLst>
                <a:gd name="adj" fmla="val 37839"/>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solidFill>
                  <a:srgbClr val="000000"/>
                </a:solidFill>
                <a:latin typeface="Segoe UI Semilight"/>
                <a:ea typeface="Segoe UI" pitchFamily="34" charset="0"/>
                <a:cs typeface="Segoe UI" pitchFamily="34" charset="0"/>
              </a:endParaRPr>
            </a:p>
          </p:txBody>
        </p:sp>
        <p:sp>
          <p:nvSpPr>
            <p:cNvPr id="25" name="Legend red X label">
              <a:extLst>
                <a:ext uri="{FF2B5EF4-FFF2-40B4-BE49-F238E27FC236}">
                  <a16:creationId xmlns:a16="http://schemas.microsoft.com/office/drawing/2014/main" id="{47FD2275-9A02-399A-948A-FE854C17FAA5}"/>
                </a:ext>
              </a:extLst>
            </p:cNvPr>
            <p:cNvSpPr txBox="1">
              <a:spLocks/>
            </p:cNvSpPr>
            <p:nvPr/>
          </p:nvSpPr>
          <p:spPr>
            <a:xfrm>
              <a:off x="3575304" y="4451349"/>
              <a:ext cx="619193" cy="390881"/>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solidFill>
                    <a:srgbClr val="000000"/>
                  </a:solidFill>
                  <a:latin typeface="Segoe UI Semilight"/>
                </a:rPr>
                <a:t>C3</a:t>
              </a:r>
            </a:p>
          </p:txBody>
        </p:sp>
      </p:grpSp>
      <p:sp>
        <p:nvSpPr>
          <p:cNvPr id="29" name="Alt Text instruction text box">
            <a:extLst>
              <a:ext uri="{FF2B5EF4-FFF2-40B4-BE49-F238E27FC236}">
                <a16:creationId xmlns:a16="http://schemas.microsoft.com/office/drawing/2014/main" id="{9B5A62B6-E5C1-2105-3B08-714C0A95DDF0}"/>
              </a:ext>
            </a:extLst>
          </p:cNvPr>
          <p:cNvSpPr txBox="1">
            <a:spLocks/>
          </p:cNvSpPr>
          <p:nvPr/>
        </p:nvSpPr>
        <p:spPr>
          <a:xfrm>
            <a:off x="4354513" y="1875790"/>
            <a:ext cx="1597025" cy="3438775"/>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200" dirty="0">
                <a:solidFill>
                  <a:schemeClr val="tx1"/>
                </a:solidFill>
                <a:ea typeface="Segoe UI Semibold" charset="0"/>
                <a:cs typeface="Segoe UI Semibold" panose="020B0702040204020203" pitchFamily="34" charset="0"/>
              </a:rPr>
              <a:t>Alt text</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Alt text helps people with screen readers understand the content of slides.</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You should create alternative text for shapes, pictures, charts, tables, SmartArt graphics, or other objects.</a:t>
            </a:r>
          </a:p>
          <a:p>
            <a:pPr marL="0" indent="0" defTabSz="914367">
              <a:lnSpc>
                <a:spcPct val="100000"/>
              </a:lnSpc>
              <a:spcBef>
                <a:spcPts val="0"/>
              </a:spcBef>
              <a:spcAft>
                <a:spcPts val="600"/>
              </a:spcAft>
              <a:buNone/>
              <a:defRPr/>
            </a:pPr>
            <a:r>
              <a:rPr lang="en-US" sz="1000" dirty="0">
                <a:solidFill>
                  <a:schemeClr val="tx1"/>
                </a:solidFill>
                <a:cs typeface="Segoe UI" panose="020B0502040204020203" pitchFamily="34" charset="0"/>
              </a:rPr>
              <a:t>Here’s how:</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Right click on item</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Select </a:t>
            </a:r>
            <a:r>
              <a:rPr lang="en-US" sz="1000" b="1" dirty="0">
                <a:solidFill>
                  <a:schemeClr val="tx1"/>
                </a:solidFill>
                <a:latin typeface="+mn-lt"/>
                <a:cs typeface="Segoe UI" panose="020B0502040204020203" pitchFamily="34" charset="0"/>
              </a:rPr>
              <a:t>Edit Alt Text</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Enter a </a:t>
            </a:r>
            <a:r>
              <a:rPr lang="en-US" sz="1000" b="1" dirty="0">
                <a:solidFill>
                  <a:schemeClr val="tx1"/>
                </a:solidFill>
                <a:latin typeface="+mn-lt"/>
                <a:cs typeface="Segoe UI" panose="020B0502040204020203" pitchFamily="34" charset="0"/>
              </a:rPr>
              <a:t>Description </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If an object is meant to add visual styling and doesn’t contain meaning (e.g., stylistic borders), do not add alt text and instead check </a:t>
            </a:r>
            <a:r>
              <a:rPr lang="en-US" sz="1000" b="1" dirty="0">
                <a:solidFill>
                  <a:schemeClr val="tx1"/>
                </a:solidFill>
                <a:latin typeface="+mn-lt"/>
                <a:cs typeface="Segoe UI" panose="020B0502040204020203" pitchFamily="34" charset="0"/>
              </a:rPr>
              <a:t>Mark as decorative</a:t>
            </a:r>
          </a:p>
          <a:p>
            <a:pPr marL="0" indent="0" defTabSz="914367">
              <a:lnSpc>
                <a:spcPct val="100000"/>
              </a:lnSpc>
              <a:spcBef>
                <a:spcPts val="0"/>
              </a:spcBef>
              <a:spcAft>
                <a:spcPts val="600"/>
              </a:spcAft>
              <a:buNone/>
              <a:defRPr/>
            </a:pPr>
            <a:endParaRPr lang="en-US" sz="1000" dirty="0">
              <a:solidFill>
                <a:schemeClr val="tx1"/>
              </a:solidFill>
              <a:latin typeface="+mn-lt"/>
              <a:cs typeface="Segoe UI" panose="020B0502040204020203" pitchFamily="34" charset="0"/>
            </a:endParaRPr>
          </a:p>
          <a:p>
            <a:pPr marL="0" indent="0" defTabSz="903827">
              <a:lnSpc>
                <a:spcPct val="100000"/>
              </a:lnSpc>
              <a:buNone/>
              <a:defRPr/>
            </a:pPr>
            <a:endParaRPr lang="en-US" sz="1000" dirty="0">
              <a:solidFill>
                <a:schemeClr val="tx1"/>
              </a:solidFill>
              <a:latin typeface="+mn-lt"/>
            </a:endParaRPr>
          </a:p>
        </p:txBody>
      </p:sp>
      <p:grpSp>
        <p:nvGrpSpPr>
          <p:cNvPr id="30" name="Group 29">
            <a:extLst>
              <a:ext uri="{FF2B5EF4-FFF2-40B4-BE49-F238E27FC236}">
                <a16:creationId xmlns:a16="http://schemas.microsoft.com/office/drawing/2014/main" id="{0B057A7B-D648-9204-7E18-39E9D6FCA296}"/>
              </a:ext>
            </a:extLst>
          </p:cNvPr>
          <p:cNvGrpSpPr/>
          <p:nvPr/>
        </p:nvGrpSpPr>
        <p:grpSpPr>
          <a:xfrm>
            <a:off x="6240463" y="1875791"/>
            <a:ext cx="1600200" cy="3425478"/>
            <a:chOff x="6240463" y="1875791"/>
            <a:chExt cx="1600200" cy="3425478"/>
          </a:xfrm>
        </p:grpSpPr>
        <p:sp>
          <p:nvSpPr>
            <p:cNvPr id="31" name="Slide layouts text box">
              <a:extLst>
                <a:ext uri="{FF2B5EF4-FFF2-40B4-BE49-F238E27FC236}">
                  <a16:creationId xmlns:a16="http://schemas.microsoft.com/office/drawing/2014/main" id="{325B4085-8AFF-F705-3A8E-B9DAEE403B78}"/>
                </a:ext>
              </a:extLst>
            </p:cNvPr>
            <p:cNvSpPr txBox="1">
              <a:spLocks/>
            </p:cNvSpPr>
            <p:nvPr/>
          </p:nvSpPr>
          <p:spPr>
            <a:xfrm>
              <a:off x="6242050" y="1875791"/>
              <a:ext cx="1595438" cy="3425478"/>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200" dirty="0">
                  <a:solidFill>
                    <a:schemeClr val="tx1"/>
                  </a:solidFill>
                  <a:ea typeface="Segoe UI Semibold" charset="0"/>
                  <a:cs typeface="Segoe UI Semibold" panose="020B0702040204020203" pitchFamily="34" charset="0"/>
                </a:rPr>
                <a:t>Slide layouts</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Using a built-in slide layout that matches your content ensures a hierarchical reading order of text blocks.</a:t>
              </a:r>
            </a:p>
            <a:p>
              <a:pPr marL="0" indent="0" defTabSz="903827">
                <a:lnSpc>
                  <a:spcPct val="100000"/>
                </a:lnSpc>
                <a:spcBef>
                  <a:spcPts val="1163"/>
                </a:spcBef>
                <a:buNone/>
                <a:defRPr/>
              </a:pPr>
              <a:r>
                <a:rPr lang="en-US" sz="1000" dirty="0">
                  <a:solidFill>
                    <a:schemeClr val="tx1"/>
                  </a:solidFill>
                  <a:ea typeface="Segoe UI Semibold" charset="0"/>
                  <a:cs typeface="Segoe UI Semibold" panose="020B0702040204020203" pitchFamily="34" charset="0"/>
                </a:rPr>
                <a:t>Example</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If a new slide will have a title, rather than starting with a blank layout and adding a text block for the title, choose one of the built-in layouts with a title placeholder</a:t>
              </a:r>
              <a:r>
                <a:rPr lang="en-US" sz="1000" dirty="0">
                  <a:solidFill>
                    <a:schemeClr val="tx1"/>
                  </a:solidFill>
                  <a:latin typeface="+mn-lt"/>
                  <a:cs typeface="Segoe UI" panose="020B0502040204020203" pitchFamily="34" charset="0"/>
                </a:rPr>
                <a:t>.</a:t>
              </a:r>
            </a:p>
          </p:txBody>
        </p:sp>
        <p:pic>
          <p:nvPicPr>
            <p:cNvPr id="32" name="Title only layout" descr="Title only layout">
              <a:extLst>
                <a:ext uri="{FF2B5EF4-FFF2-40B4-BE49-F238E27FC236}">
                  <a16:creationId xmlns:a16="http://schemas.microsoft.com/office/drawing/2014/main" id="{4055849A-FAEC-DDF7-0EEB-F6B7616691B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240463" y="4372550"/>
              <a:ext cx="1600200" cy="811114"/>
            </a:xfrm>
            <a:prstGeom prst="rect">
              <a:avLst/>
            </a:prstGeom>
            <a:ln w="6350">
              <a:solidFill>
                <a:schemeClr val="tx1"/>
              </a:solidFill>
            </a:ln>
          </p:spPr>
        </p:pic>
      </p:grpSp>
      <p:sp>
        <p:nvSpPr>
          <p:cNvPr id="33" name="Reading order text box">
            <a:extLst>
              <a:ext uri="{FF2B5EF4-FFF2-40B4-BE49-F238E27FC236}">
                <a16:creationId xmlns:a16="http://schemas.microsoft.com/office/drawing/2014/main" id="{CE3C5221-3B55-5E42-8383-773340F4E2FE}"/>
              </a:ext>
            </a:extLst>
          </p:cNvPr>
          <p:cNvSpPr txBox="1">
            <a:spLocks/>
          </p:cNvSpPr>
          <p:nvPr/>
        </p:nvSpPr>
        <p:spPr>
          <a:xfrm>
            <a:off x="8128000" y="1875791"/>
            <a:ext cx="1592263" cy="3425478"/>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200" dirty="0">
                <a:solidFill>
                  <a:schemeClr val="tx1"/>
                </a:solidFill>
                <a:ea typeface="Segoe UI Semibold" charset="0"/>
                <a:cs typeface="Segoe UI Semibold" panose="020B0702040204020203" pitchFamily="34" charset="0"/>
              </a:rPr>
              <a:t>Reading order</a:t>
            </a:r>
          </a:p>
          <a:p>
            <a:pPr marL="0" indent="0" defTabSz="914367">
              <a:lnSpc>
                <a:spcPct val="100000"/>
              </a:lnSpc>
              <a:spcBef>
                <a:spcPts val="0"/>
              </a:spcBef>
              <a:spcAft>
                <a:spcPts val="600"/>
              </a:spcAft>
              <a:buNone/>
              <a:defRPr/>
            </a:pPr>
            <a:r>
              <a:rPr lang="en-US" sz="1000" dirty="0">
                <a:solidFill>
                  <a:schemeClr val="tx1"/>
                </a:solidFill>
                <a:latin typeface="+mn-lt"/>
                <a:cs typeface="Segoe UI" panose="020B0502040204020203" pitchFamily="34" charset="0"/>
              </a:rPr>
              <a:t>Screen readers describe content on the screen in the order it was created.</a:t>
            </a:r>
          </a:p>
          <a:p>
            <a:pPr marL="0" indent="0" defTabSz="903827">
              <a:lnSpc>
                <a:spcPct val="100000"/>
              </a:lnSpc>
              <a:spcBef>
                <a:spcPts val="581"/>
              </a:spcBef>
              <a:buNone/>
              <a:defRPr/>
            </a:pPr>
            <a:r>
              <a:rPr lang="en-US" sz="1000" dirty="0">
                <a:solidFill>
                  <a:schemeClr val="tx1"/>
                </a:solidFill>
                <a:latin typeface="+mn-lt"/>
                <a:cs typeface="Segoe UI" panose="020B0502040204020203" pitchFamily="34" charset="0"/>
              </a:rPr>
              <a:t>To ensure your content is read back in the order you prefer, arrange your objects in the Selection Pane appropriately. Objects on the bottom of the selection pane are read first.</a:t>
            </a:r>
          </a:p>
          <a:p>
            <a:pPr marL="0" indent="0" defTabSz="903827">
              <a:lnSpc>
                <a:spcPct val="100000"/>
              </a:lnSpc>
              <a:spcBef>
                <a:spcPts val="1163"/>
              </a:spcBef>
              <a:buNone/>
              <a:defRPr/>
            </a:pPr>
            <a:r>
              <a:rPr lang="en-US" sz="1000" dirty="0">
                <a:solidFill>
                  <a:schemeClr val="tx1"/>
                </a:solidFill>
                <a:ea typeface="Segoe UI Semibold" charset="0"/>
                <a:cs typeface="Segoe UI Semibold" panose="020B0702040204020203" pitchFamily="34" charset="0"/>
              </a:rPr>
              <a:t>Here’s how</a:t>
            </a:r>
          </a:p>
          <a:p>
            <a:pPr marL="0" indent="0" defTabSz="903827">
              <a:lnSpc>
                <a:spcPct val="100000"/>
              </a:lnSpc>
              <a:spcBef>
                <a:spcPts val="581"/>
              </a:spcBef>
              <a:buNone/>
              <a:defRPr/>
            </a:pPr>
            <a:r>
              <a:rPr lang="en-US" sz="1000" dirty="0">
                <a:solidFill>
                  <a:schemeClr val="tx1"/>
                </a:solidFill>
                <a:latin typeface="+mn-lt"/>
                <a:cs typeface="Segoe UI" panose="020B0502040204020203" pitchFamily="34" charset="0"/>
              </a:rPr>
              <a:t>Click the </a:t>
            </a:r>
            <a:r>
              <a:rPr lang="en-US" sz="1000" b="1" dirty="0">
                <a:solidFill>
                  <a:schemeClr val="tx1"/>
                </a:solidFill>
                <a:latin typeface="+mn-lt"/>
                <a:cs typeface="Segoe UI Semibold" panose="020B0702040204020203" pitchFamily="34" charset="0"/>
              </a:rPr>
              <a:t>Home</a:t>
            </a:r>
            <a:r>
              <a:rPr lang="en-US" sz="1000" dirty="0">
                <a:solidFill>
                  <a:schemeClr val="tx1"/>
                </a:solidFill>
                <a:latin typeface="+mn-lt"/>
                <a:cs typeface="Segoe UI" panose="020B0502040204020203" pitchFamily="34" charset="0"/>
              </a:rPr>
              <a:t> tab</a:t>
            </a:r>
          </a:p>
          <a:p>
            <a:pPr marL="0" indent="0" defTabSz="903827">
              <a:lnSpc>
                <a:spcPct val="100000"/>
              </a:lnSpc>
              <a:spcBef>
                <a:spcPts val="581"/>
              </a:spcBef>
              <a:buNone/>
              <a:defRPr/>
            </a:pPr>
            <a:r>
              <a:rPr lang="en-US" sz="1000" dirty="0">
                <a:solidFill>
                  <a:schemeClr val="tx1"/>
                </a:solidFill>
                <a:latin typeface="+mn-lt"/>
                <a:cs typeface="Segoe UI" panose="020B0502040204020203" pitchFamily="34" charset="0"/>
              </a:rPr>
              <a:t>In the </a:t>
            </a:r>
            <a:r>
              <a:rPr lang="en-US" sz="1000" b="1" dirty="0">
                <a:solidFill>
                  <a:schemeClr val="tx1"/>
                </a:solidFill>
                <a:latin typeface="+mn-lt"/>
                <a:cs typeface="Segoe UI Semibold" panose="020B0702040204020203" pitchFamily="34" charset="0"/>
              </a:rPr>
              <a:t>Drawing</a:t>
            </a:r>
            <a:r>
              <a:rPr lang="en-US" sz="1000" dirty="0">
                <a:solidFill>
                  <a:schemeClr val="tx1"/>
                </a:solidFill>
                <a:latin typeface="+mn-lt"/>
                <a:cs typeface="Segoe UI" panose="020B0502040204020203" pitchFamily="34" charset="0"/>
              </a:rPr>
              <a:t> group, select the </a:t>
            </a:r>
            <a:r>
              <a:rPr lang="en-US" sz="1000" b="1" dirty="0">
                <a:solidFill>
                  <a:schemeClr val="tx1"/>
                </a:solidFill>
                <a:latin typeface="+mn-lt"/>
                <a:cs typeface="Segoe UI Semibold" panose="020B0702040204020203" pitchFamily="34" charset="0"/>
              </a:rPr>
              <a:t>Arrange</a:t>
            </a:r>
            <a:r>
              <a:rPr lang="en-US" sz="1000" dirty="0">
                <a:solidFill>
                  <a:schemeClr val="tx1"/>
                </a:solidFill>
                <a:latin typeface="+mn-lt"/>
                <a:cs typeface="Segoe UI" panose="020B0502040204020203" pitchFamily="34" charset="0"/>
              </a:rPr>
              <a:t> drop-down menu</a:t>
            </a:r>
          </a:p>
          <a:p>
            <a:pPr marL="0" indent="0" defTabSz="903827">
              <a:lnSpc>
                <a:spcPct val="100000"/>
              </a:lnSpc>
              <a:spcBef>
                <a:spcPts val="581"/>
              </a:spcBef>
              <a:buNone/>
              <a:defRPr/>
            </a:pPr>
            <a:r>
              <a:rPr lang="en-US" sz="1000" dirty="0">
                <a:solidFill>
                  <a:schemeClr val="tx1"/>
                </a:solidFill>
                <a:latin typeface="+mn-lt"/>
                <a:cs typeface="Segoe UI" panose="020B0502040204020203" pitchFamily="34" charset="0"/>
              </a:rPr>
              <a:t>Click </a:t>
            </a:r>
            <a:r>
              <a:rPr lang="en-US" sz="1000" b="1" dirty="0">
                <a:solidFill>
                  <a:schemeClr val="tx1"/>
                </a:solidFill>
                <a:latin typeface="+mn-lt"/>
                <a:cs typeface="Segoe UI Semibold" panose="020B0702040204020203" pitchFamily="34" charset="0"/>
              </a:rPr>
              <a:t>Selection Pane</a:t>
            </a:r>
            <a:endParaRPr lang="en-US" sz="1000" dirty="0">
              <a:solidFill>
                <a:schemeClr val="tx1"/>
              </a:solidFill>
              <a:latin typeface="+mn-lt"/>
            </a:endParaRPr>
          </a:p>
        </p:txBody>
      </p:sp>
      <p:sp>
        <p:nvSpPr>
          <p:cNvPr id="34" name="TextBox 33">
            <a:extLst>
              <a:ext uri="{FF2B5EF4-FFF2-40B4-BE49-F238E27FC236}">
                <a16:creationId xmlns:a16="http://schemas.microsoft.com/office/drawing/2014/main" id="{9BFBC523-430F-9282-EEA0-2D7B26046297}"/>
              </a:ext>
            </a:extLst>
          </p:cNvPr>
          <p:cNvSpPr txBox="1"/>
          <p:nvPr/>
        </p:nvSpPr>
        <p:spPr>
          <a:xfrm>
            <a:off x="10013951" y="1890078"/>
            <a:ext cx="1587500" cy="3411190"/>
          </a:xfrm>
          <a:prstGeom prst="rect">
            <a:avLst/>
          </a:prstGeom>
          <a:noFill/>
        </p:spPr>
        <p:txBody>
          <a:bodyPr wrap="square" lIns="0" tIns="0" rIns="0" bIns="0" rtlCol="0">
            <a:spAutoFit/>
          </a:bodyPr>
          <a:lstStyle/>
          <a:p>
            <a:pPr defTabSz="886022">
              <a:spcBef>
                <a:spcPts val="775"/>
              </a:spcBef>
              <a:buSzPct val="90000"/>
              <a:defRPr/>
            </a:pPr>
            <a:r>
              <a:rPr lang="en-US" sz="1200" dirty="0">
                <a:solidFill>
                  <a:srgbClr val="000000"/>
                </a:solidFill>
                <a:latin typeface="+mj-lt"/>
                <a:ea typeface="Segoe UI Semibold" charset="0"/>
                <a:cs typeface="Segoe UI Semibold" charset="0"/>
              </a:rPr>
              <a:t>Additional tips</a:t>
            </a:r>
          </a:p>
          <a:p>
            <a:pPr defTabSz="886022">
              <a:spcBef>
                <a:spcPts val="775"/>
              </a:spcBef>
              <a:buSzPct val="90000"/>
              <a:defRPr/>
            </a:pPr>
            <a:r>
              <a:rPr lang="en-US" sz="1000" dirty="0">
                <a:solidFill>
                  <a:srgbClr val="000000"/>
                </a:solidFill>
                <a:cs typeface="Segoe UI Semibold" panose="020B0702040204020203" pitchFamily="34" charset="0"/>
              </a:rPr>
              <a:t>Be sure to run the </a:t>
            </a:r>
            <a:r>
              <a:rPr lang="en-US" sz="1000" b="1" dirty="0">
                <a:solidFill>
                  <a:srgbClr val="000000"/>
                </a:solidFill>
                <a:cs typeface="Segoe UI Semibold" panose="020B0702040204020203" pitchFamily="34" charset="0"/>
              </a:rPr>
              <a:t>Accessibility Checker! </a:t>
            </a:r>
          </a:p>
          <a:p>
            <a:pPr defTabSz="886022">
              <a:spcBef>
                <a:spcPts val="775"/>
              </a:spcBef>
              <a:buSzPct val="90000"/>
              <a:defRPr/>
            </a:pPr>
            <a:r>
              <a:rPr lang="en-US" sz="1000" dirty="0">
                <a:solidFill>
                  <a:srgbClr val="000000"/>
                </a:solidFill>
                <a:cs typeface="Segoe UI" panose="020B0502040204020203" pitchFamily="34" charset="0"/>
              </a:rPr>
              <a:t>Go to </a:t>
            </a:r>
            <a:r>
              <a:rPr lang="en-US" sz="1000" b="1" dirty="0">
                <a:solidFill>
                  <a:srgbClr val="000000"/>
                </a:solidFill>
                <a:cs typeface="Segoe UI Semibold" panose="020B0702040204020203" pitchFamily="34" charset="0"/>
              </a:rPr>
              <a:t>File</a:t>
            </a:r>
            <a:r>
              <a:rPr lang="en-US" sz="1000" b="1" dirty="0">
                <a:solidFill>
                  <a:srgbClr val="000000"/>
                </a:solidFill>
                <a:cs typeface="Segoe UI" panose="020B0502040204020203" pitchFamily="34" charset="0"/>
              </a:rPr>
              <a:t> </a:t>
            </a:r>
            <a:r>
              <a:rPr lang="en-US" sz="1000" dirty="0">
                <a:solidFill>
                  <a:srgbClr val="000000"/>
                </a:solidFill>
                <a:cs typeface="Segoe UI" panose="020B0502040204020203" pitchFamily="34" charset="0"/>
              </a:rPr>
              <a:t>     </a:t>
            </a:r>
          </a:p>
          <a:p>
            <a:pPr defTabSz="886022">
              <a:spcBef>
                <a:spcPts val="775"/>
              </a:spcBef>
              <a:buSzPct val="90000"/>
              <a:defRPr/>
            </a:pPr>
            <a:r>
              <a:rPr lang="en-US" sz="1000" dirty="0">
                <a:solidFill>
                  <a:srgbClr val="000000"/>
                </a:solidFill>
                <a:cs typeface="Segoe UI" panose="020B0502040204020203" pitchFamily="34" charset="0"/>
              </a:rPr>
              <a:t>Click the </a:t>
            </a:r>
            <a:r>
              <a:rPr lang="en-US" sz="1000" b="1" dirty="0">
                <a:solidFill>
                  <a:srgbClr val="000000"/>
                </a:solidFill>
                <a:cs typeface="Segoe UI Semibold" panose="020B0702040204020203" pitchFamily="34" charset="0"/>
              </a:rPr>
              <a:t>Check for Issues </a:t>
            </a:r>
            <a:r>
              <a:rPr lang="en-US" sz="1000" dirty="0">
                <a:solidFill>
                  <a:srgbClr val="000000"/>
                </a:solidFill>
                <a:cs typeface="Segoe UI" panose="020B0502040204020203" pitchFamily="34" charset="0"/>
              </a:rPr>
              <a:t>drop down menu      </a:t>
            </a:r>
          </a:p>
          <a:p>
            <a:pPr defTabSz="886022">
              <a:spcBef>
                <a:spcPts val="775"/>
              </a:spcBef>
              <a:buSzPct val="90000"/>
              <a:defRPr/>
            </a:pPr>
            <a:r>
              <a:rPr lang="en-US" sz="1000" dirty="0">
                <a:solidFill>
                  <a:srgbClr val="000000"/>
                </a:solidFill>
                <a:cs typeface="Segoe UI" panose="020B0502040204020203" pitchFamily="34" charset="0"/>
              </a:rPr>
              <a:t>Click </a:t>
            </a:r>
            <a:r>
              <a:rPr lang="en-US" sz="1000" b="1" dirty="0">
                <a:solidFill>
                  <a:srgbClr val="000000"/>
                </a:solidFill>
                <a:cs typeface="Segoe UI Semibold" panose="020B0702040204020203" pitchFamily="34" charset="0"/>
              </a:rPr>
              <a:t>Check Accessibility</a:t>
            </a:r>
          </a:p>
          <a:p>
            <a:pPr defTabSz="886022">
              <a:spcBef>
                <a:spcPts val="581"/>
              </a:spcBef>
              <a:buSzPct val="90000"/>
              <a:defRPr/>
            </a:pPr>
            <a:endParaRPr lang="en-US" sz="1000" b="1" dirty="0">
              <a:solidFill>
                <a:srgbClr val="000000"/>
              </a:solidFill>
              <a:cs typeface="Segoe UI Semibold" panose="020B0702040204020203" pitchFamily="34" charset="0"/>
            </a:endParaRPr>
          </a:p>
          <a:p>
            <a:pPr defTabSz="886022">
              <a:spcBef>
                <a:spcPts val="581"/>
              </a:spcBef>
              <a:buSzPct val="90000"/>
              <a:defRPr/>
            </a:pPr>
            <a:r>
              <a:rPr lang="en-US" sz="1000" dirty="0">
                <a:solidFill>
                  <a:srgbClr val="000000"/>
                </a:solidFill>
                <a:latin typeface="+mj-lt"/>
                <a:cs typeface="Segoe UI Semibold" panose="020B0702040204020203" pitchFamily="34" charset="0"/>
              </a:rPr>
              <a:t>Videos need to be accessible</a:t>
            </a:r>
          </a:p>
          <a:p>
            <a:pPr defTabSz="886022">
              <a:spcBef>
                <a:spcPts val="581"/>
              </a:spcBef>
              <a:buSzPct val="90000"/>
              <a:defRPr/>
            </a:pPr>
            <a:r>
              <a:rPr lang="en-US" sz="1000" dirty="0">
                <a:solidFill>
                  <a:srgbClr val="000000"/>
                </a:solidFill>
                <a:cs typeface="Segoe UI" panose="020B0502040204020203" pitchFamily="34" charset="0"/>
              </a:rPr>
              <a:t>If your presentation includes a video, ensure it is captioned and audio described (if appropriate).</a:t>
            </a:r>
          </a:p>
          <a:p>
            <a:pPr defTabSz="886022">
              <a:spcBef>
                <a:spcPts val="581"/>
              </a:spcBef>
              <a:buSzPct val="90000"/>
              <a:defRPr/>
            </a:pPr>
            <a:r>
              <a:rPr lang="en-US" sz="1000" dirty="0">
                <a:solidFill>
                  <a:srgbClr val="000000"/>
                </a:solidFill>
                <a:cs typeface="Segoe UI Semibold" panose="020B0702040204020203" pitchFamily="34" charset="0"/>
              </a:rPr>
              <a:t>Visit the </a:t>
            </a:r>
            <a:r>
              <a:rPr lang="en-US" sz="1000" dirty="0">
                <a:solidFill>
                  <a:srgbClr val="0078D4"/>
                </a:solidFill>
                <a:latin typeface="Segoe UI Semibold" panose="020B0702040204020203" pitchFamily="34" charset="0"/>
                <a:cs typeface="Segoe UI Semibold" panose="020B0702040204020203" pitchFamily="34" charset="0"/>
                <a:hlinkClick r:id="rId4">
                  <a:extLst>
                    <a:ext uri="{A12FA001-AC4F-418D-AE19-62706E023703}">
                      <ahyp:hlinkClr xmlns:ahyp="http://schemas.microsoft.com/office/drawing/2018/hyperlinkcolor" val="tx"/>
                    </a:ext>
                  </a:extLst>
                </a:hlinkClick>
              </a:rPr>
              <a:t>Office Accessibility Center</a:t>
            </a:r>
            <a:r>
              <a:rPr lang="en-US" sz="1000" dirty="0">
                <a:solidFill>
                  <a:srgbClr val="0078D4"/>
                </a:solidFill>
                <a:latin typeface="Segoe UI Semibold" panose="020B0702040204020203" pitchFamily="34" charset="0"/>
                <a:cs typeface="Segoe UI Semibold" panose="020B0702040204020203" pitchFamily="34" charset="0"/>
              </a:rPr>
              <a:t> </a:t>
            </a:r>
            <a:r>
              <a:rPr lang="en-US" sz="1000" dirty="0">
                <a:solidFill>
                  <a:srgbClr val="000000"/>
                </a:solidFill>
                <a:cs typeface="Segoe UI" panose="020B0502040204020203" pitchFamily="34" charset="0"/>
              </a:rPr>
              <a:t>to learn more about accessibility in PowerPoint.</a:t>
            </a:r>
          </a:p>
        </p:txBody>
      </p:sp>
    </p:spTree>
    <p:extLst>
      <p:ext uri="{BB962C8B-B14F-4D97-AF65-F5344CB8AC3E}">
        <p14:creationId xmlns:p14="http://schemas.microsoft.com/office/powerpoint/2010/main" val="324332144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457200"/>
            <a:ext cx="5508419" cy="372410"/>
          </a:xfrm>
        </p:spPr>
        <p:txBody>
          <a:bodyPr/>
          <a:lstStyle/>
          <a:p>
            <a:r>
              <a:rPr lang="en-US" dirty="0"/>
              <a:t>PowerPoint design ideas</a:t>
            </a:r>
          </a:p>
        </p:txBody>
      </p:sp>
      <p:grpSp>
        <p:nvGrpSpPr>
          <p:cNvPr id="3" name="Group 2">
            <a:extLst>
              <a:ext uri="{FF2B5EF4-FFF2-40B4-BE49-F238E27FC236}">
                <a16:creationId xmlns:a16="http://schemas.microsoft.com/office/drawing/2014/main" id="{77C808C9-3DF3-8D10-D5D4-A1D1664278B2}"/>
              </a:ext>
            </a:extLst>
          </p:cNvPr>
          <p:cNvGrpSpPr/>
          <p:nvPr/>
        </p:nvGrpSpPr>
        <p:grpSpPr>
          <a:xfrm>
            <a:off x="590868" y="1436688"/>
            <a:ext cx="3474720" cy="4198766"/>
            <a:chOff x="590868" y="1436688"/>
            <a:chExt cx="3474720" cy="4198766"/>
          </a:xfrm>
        </p:grpSpPr>
        <p:sp>
          <p:nvSpPr>
            <p:cNvPr id="13" name="TextBox 12"/>
            <p:cNvSpPr txBox="1"/>
            <p:nvPr/>
          </p:nvSpPr>
          <p:spPr>
            <a:xfrm>
              <a:off x="590868" y="1436688"/>
              <a:ext cx="3474720" cy="1713290"/>
            </a:xfrm>
            <a:prstGeom prst="rect">
              <a:avLst/>
            </a:prstGeom>
            <a:noFill/>
          </p:spPr>
          <p:txBody>
            <a:bodyPr wrap="square" lIns="0" tIns="0" rIns="0" bIns="0" rtlCol="0">
              <a:spAutoFit/>
            </a:bodyPr>
            <a:lstStyle/>
            <a:p>
              <a:pPr defTabSz="903827">
                <a:spcBef>
                  <a:spcPts val="775"/>
                </a:spcBef>
                <a:buSzPct val="90000"/>
                <a:defRPr/>
              </a:pPr>
              <a:r>
                <a:rPr lang="en-US" sz="1400" dirty="0">
                  <a:latin typeface="+mj-lt"/>
                  <a:cs typeface="Segoe UI" panose="020B0502040204020203" pitchFamily="34" charset="0"/>
                </a:rPr>
                <a:t>PowerPoint Designer </a:t>
              </a:r>
              <a:r>
                <a:rPr lang="en-US" sz="1400" dirty="0">
                  <a:cs typeface="Segoe UI" panose="020B0502040204020203" pitchFamily="34" charset="0"/>
                </a:rPr>
                <a:t>can create suggestions for your slide content. </a:t>
              </a:r>
            </a:p>
            <a:p>
              <a:pPr lvl="0" defTabSz="903827">
                <a:spcBef>
                  <a:spcPts val="775"/>
                </a:spcBef>
                <a:buSzPct val="90000"/>
                <a:defRPr/>
              </a:pPr>
              <a:r>
                <a:rPr lang="en-US" sz="1400" dirty="0">
                  <a:cs typeface="Segoe UI" panose="020B0502040204020203" pitchFamily="34" charset="0"/>
                </a:rPr>
                <a:t>To access Design Ideas, click the </a:t>
              </a:r>
              <a:br>
                <a:rPr lang="en-US" sz="1400" dirty="0">
                  <a:cs typeface="Segoe UI" panose="020B0502040204020203" pitchFamily="34" charset="0"/>
                </a:rPr>
              </a:br>
              <a:r>
                <a:rPr lang="en-US" sz="1400" dirty="0">
                  <a:cs typeface="Segoe UI" panose="020B0502040204020203" pitchFamily="34" charset="0"/>
                </a:rPr>
                <a:t>“</a:t>
              </a:r>
              <a:r>
                <a:rPr lang="en-US" sz="1400" dirty="0">
                  <a:latin typeface="Segoe UI Semibold"/>
                  <a:cs typeface="Segoe UI" panose="020B0502040204020203" pitchFamily="34" charset="0"/>
                </a:rPr>
                <a:t>Design</a:t>
              </a:r>
              <a:r>
                <a:rPr lang="en-US" sz="1400" dirty="0">
                  <a:cs typeface="Segoe UI" panose="020B0502040204020203" pitchFamily="34" charset="0"/>
                </a:rPr>
                <a:t>” tab in the Ribbon and </a:t>
              </a:r>
              <a:br>
                <a:rPr lang="en-US" sz="1400" dirty="0">
                  <a:cs typeface="Segoe UI" panose="020B0502040204020203" pitchFamily="34" charset="0"/>
                </a:rPr>
              </a:br>
              <a:r>
                <a:rPr lang="en-US" sz="1400" dirty="0">
                  <a:cs typeface="Segoe UI" panose="020B0502040204020203" pitchFamily="34" charset="0"/>
                </a:rPr>
                <a:t>then “</a:t>
              </a:r>
              <a:r>
                <a:rPr lang="en-US" sz="1400" dirty="0">
                  <a:latin typeface="Segoe UI Semibold"/>
                  <a:cs typeface="Segoe UI" panose="020B0502040204020203" pitchFamily="34" charset="0"/>
                </a:rPr>
                <a:t>Design Ideas</a:t>
              </a:r>
              <a:r>
                <a:rPr lang="en-US" sz="1400" dirty="0">
                  <a:cs typeface="Segoe UI" panose="020B0502040204020203" pitchFamily="34" charset="0"/>
                </a:rPr>
                <a:t>” on the right.</a:t>
              </a:r>
            </a:p>
            <a:p>
              <a:pPr lvl="0" defTabSz="903827">
                <a:spcBef>
                  <a:spcPts val="775"/>
                </a:spcBef>
                <a:buSzPct val="90000"/>
                <a:defRPr/>
              </a:pPr>
              <a:r>
                <a:rPr lang="en-US" sz="1400" dirty="0">
                  <a:latin typeface="Segoe UI Semibold"/>
                  <a:cs typeface="Segoe UI" panose="020B0502040204020203" pitchFamily="34" charset="0"/>
                </a:rPr>
                <a:t>Designer</a:t>
              </a:r>
              <a:r>
                <a:rPr lang="en-US" sz="1400" dirty="0">
                  <a:cs typeface="Segoe UI" panose="020B0502040204020203" pitchFamily="34" charset="0"/>
                </a:rPr>
                <a:t> will also trigger when </a:t>
              </a:r>
              <a:br>
                <a:rPr lang="en-US" sz="1400" dirty="0">
                  <a:cs typeface="Segoe UI" panose="020B0502040204020203" pitchFamily="34" charset="0"/>
                </a:rPr>
              </a:br>
              <a:r>
                <a:rPr lang="en-US" sz="1400" dirty="0">
                  <a:cs typeface="Segoe UI" panose="020B0502040204020203" pitchFamily="34" charset="0"/>
                </a:rPr>
                <a:t>you insert an image.</a:t>
              </a:r>
            </a:p>
          </p:txBody>
        </p:sp>
        <p:pic>
          <p:nvPicPr>
            <p:cNvPr id="11" name="Graphic 10" descr="Design Ideas icon found on the Design tab on the Ribbon menu">
              <a:extLst>
                <a:ext uri="{FF2B5EF4-FFF2-40B4-BE49-F238E27FC236}">
                  <a16:creationId xmlns:a16="http://schemas.microsoft.com/office/drawing/2014/main" id="{3DFF0FEE-B504-47B5-97D7-7058E4899A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0868" y="4060271"/>
              <a:ext cx="1117282" cy="1575183"/>
            </a:xfrm>
            <a:prstGeom prst="rect">
              <a:avLst/>
            </a:prstGeom>
          </p:spPr>
        </p:pic>
      </p:grpSp>
      <p:grpSp>
        <p:nvGrpSpPr>
          <p:cNvPr id="4" name="Group 3">
            <a:extLst>
              <a:ext uri="{FF2B5EF4-FFF2-40B4-BE49-F238E27FC236}">
                <a16:creationId xmlns:a16="http://schemas.microsoft.com/office/drawing/2014/main" id="{ACF3FFE1-D5B5-ADAB-3872-1F2D87E22DB4}"/>
              </a:ext>
            </a:extLst>
          </p:cNvPr>
          <p:cNvGrpSpPr/>
          <p:nvPr/>
        </p:nvGrpSpPr>
        <p:grpSpPr>
          <a:xfrm>
            <a:off x="4355260" y="1431063"/>
            <a:ext cx="7253920" cy="4204588"/>
            <a:chOff x="4355260" y="1431063"/>
            <a:chExt cx="7253920" cy="4204588"/>
          </a:xfrm>
        </p:grpSpPr>
        <p:pic>
          <p:nvPicPr>
            <p:cNvPr id="28" name="Picture 27" descr="PowerPoint Designer slide layout example.">
              <a:extLst>
                <a:ext uri="{FF2B5EF4-FFF2-40B4-BE49-F238E27FC236}">
                  <a16:creationId xmlns:a16="http://schemas.microsoft.com/office/drawing/2014/main" id="{03C22175-52B3-400C-BB01-71154D819DC2}"/>
                </a:ext>
              </a:extLst>
            </p:cNvPr>
            <p:cNvPicPr>
              <a:picLocks noChangeAspect="1"/>
            </p:cNvPicPr>
            <p:nvPr/>
          </p:nvPicPr>
          <p:blipFill>
            <a:blip r:embed="rId4"/>
            <a:stretch>
              <a:fillRect/>
            </a:stretch>
          </p:blipFill>
          <p:spPr bwMode="ltGray">
            <a:xfrm>
              <a:off x="4355260" y="1443082"/>
              <a:ext cx="3474718" cy="1958854"/>
            </a:xfrm>
            <a:prstGeom prst="rect">
              <a:avLst/>
            </a:prstGeom>
          </p:spPr>
        </p:pic>
        <p:pic>
          <p:nvPicPr>
            <p:cNvPr id="26" name="Picture 25" descr="PowerPoint Designer slide layout example.">
              <a:extLst>
                <a:ext uri="{FF2B5EF4-FFF2-40B4-BE49-F238E27FC236}">
                  <a16:creationId xmlns:a16="http://schemas.microsoft.com/office/drawing/2014/main" id="{C8F11940-521A-4955-AE86-D32D37EF3532}"/>
                </a:ext>
              </a:extLst>
            </p:cNvPr>
            <p:cNvPicPr>
              <a:picLocks noChangeAspect="1"/>
            </p:cNvPicPr>
            <p:nvPr/>
          </p:nvPicPr>
          <p:blipFill>
            <a:blip r:embed="rId5"/>
            <a:stretch>
              <a:fillRect/>
            </a:stretch>
          </p:blipFill>
          <p:spPr bwMode="ltGray">
            <a:xfrm>
              <a:off x="8134462" y="1431063"/>
              <a:ext cx="3474718" cy="1965776"/>
            </a:xfrm>
            <a:prstGeom prst="rect">
              <a:avLst/>
            </a:prstGeom>
          </p:spPr>
        </p:pic>
        <p:pic>
          <p:nvPicPr>
            <p:cNvPr id="24" name="Picture 23" descr="PowerPoint Designer slide layout example.">
              <a:extLst>
                <a:ext uri="{FF2B5EF4-FFF2-40B4-BE49-F238E27FC236}">
                  <a16:creationId xmlns:a16="http://schemas.microsoft.com/office/drawing/2014/main" id="{FF603395-DB1E-434B-A081-8329D5AAA286}"/>
                </a:ext>
              </a:extLst>
            </p:cNvPr>
            <p:cNvPicPr>
              <a:picLocks noChangeAspect="1"/>
            </p:cNvPicPr>
            <p:nvPr/>
          </p:nvPicPr>
          <p:blipFill>
            <a:blip r:embed="rId6"/>
            <a:stretch>
              <a:fillRect/>
            </a:stretch>
          </p:blipFill>
          <p:spPr bwMode="ltGray">
            <a:xfrm>
              <a:off x="4365802" y="3676600"/>
              <a:ext cx="3474718" cy="1958854"/>
            </a:xfrm>
            <a:prstGeom prst="rect">
              <a:avLst/>
            </a:prstGeom>
          </p:spPr>
        </p:pic>
        <p:pic>
          <p:nvPicPr>
            <p:cNvPr id="22" name="Picture 21" descr="PowerPoint Designer slide layout example.">
              <a:extLst>
                <a:ext uri="{FF2B5EF4-FFF2-40B4-BE49-F238E27FC236}">
                  <a16:creationId xmlns:a16="http://schemas.microsoft.com/office/drawing/2014/main" id="{09F0598E-8836-43BD-A96E-1CF73EA72223}"/>
                </a:ext>
              </a:extLst>
            </p:cNvPr>
            <p:cNvPicPr>
              <a:picLocks noChangeAspect="1"/>
            </p:cNvPicPr>
            <p:nvPr/>
          </p:nvPicPr>
          <p:blipFill>
            <a:blip r:embed="rId7"/>
            <a:stretch>
              <a:fillRect/>
            </a:stretch>
          </p:blipFill>
          <p:spPr bwMode="ltGray">
            <a:xfrm>
              <a:off x="8134462" y="3669875"/>
              <a:ext cx="3474718" cy="1965776"/>
            </a:xfrm>
            <a:prstGeom prst="rect">
              <a:avLst/>
            </a:prstGeom>
          </p:spPr>
        </p:pic>
      </p:grpSp>
    </p:spTree>
    <p:extLst>
      <p:ext uri="{BB962C8B-B14F-4D97-AF65-F5344CB8AC3E}">
        <p14:creationId xmlns:p14="http://schemas.microsoft.com/office/powerpoint/2010/main" val="410729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0848C95-8B55-FF91-F3BE-4BDE4467E40B}"/>
              </a:ext>
            </a:extLst>
          </p:cNvPr>
          <p:cNvSpPr>
            <a:spLocks noGrp="1"/>
          </p:cNvSpPr>
          <p:nvPr>
            <p:ph type="title"/>
          </p:nvPr>
        </p:nvSpPr>
        <p:spPr/>
        <p:txBody>
          <a:bodyPr/>
          <a:lstStyle/>
          <a:p>
            <a:r>
              <a:rPr lang="en-US" dirty="0"/>
              <a:t>Close captions clear space</a:t>
            </a:r>
          </a:p>
        </p:txBody>
      </p:sp>
      <p:sp>
        <p:nvSpPr>
          <p:cNvPr id="5" name="Title 1">
            <a:extLst>
              <a:ext uri="{FF2B5EF4-FFF2-40B4-BE49-F238E27FC236}">
                <a16:creationId xmlns:a16="http://schemas.microsoft.com/office/drawing/2014/main" id="{71C1B726-F040-421B-8171-315537EAEFE9}"/>
              </a:ext>
            </a:extLst>
          </p:cNvPr>
          <p:cNvSpPr txBox="1">
            <a:spLocks/>
          </p:cNvSpPr>
          <p:nvPr/>
        </p:nvSpPr>
        <p:spPr>
          <a:xfrm>
            <a:off x="588263" y="1436688"/>
            <a:ext cx="11018519" cy="57624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nSpc>
                <a:spcPct val="114000"/>
              </a:lnSpc>
              <a:spcBef>
                <a:spcPts val="300"/>
              </a:spcBef>
            </a:pPr>
            <a:r>
              <a:rPr lang="en-US" sz="1600" spc="0" dirty="0">
                <a:latin typeface="+mn-lt"/>
                <a:cs typeface="Segoe UI Semibold" panose="020B0702040204020203" pitchFamily="34" charset="0"/>
              </a:rPr>
              <a:t>For digital events, please keep all presentation content above the dotted red line. </a:t>
            </a:r>
          </a:p>
          <a:p>
            <a:pPr>
              <a:lnSpc>
                <a:spcPct val="114000"/>
              </a:lnSpc>
              <a:spcBef>
                <a:spcPts val="300"/>
              </a:spcBef>
            </a:pPr>
            <a:r>
              <a:rPr lang="en-US" sz="1600" spc="0" dirty="0">
                <a:latin typeface="+mn-lt"/>
                <a:cs typeface="Segoe UI Semibold" panose="020B0702040204020203" pitchFamily="34" charset="0"/>
              </a:rPr>
              <a:t>Area below the dotted red line will be used for closed captions.</a:t>
            </a:r>
          </a:p>
        </p:txBody>
      </p:sp>
      <p:sp>
        <p:nvSpPr>
          <p:cNvPr id="8" name="Rectangle 7">
            <a:extLst>
              <a:ext uri="{FF2B5EF4-FFF2-40B4-BE49-F238E27FC236}">
                <a16:creationId xmlns:a16="http://schemas.microsoft.com/office/drawing/2014/main" id="{310246A0-50B6-450A-BB79-2CB0A7A45D86}"/>
              </a:ext>
              <a:ext uri="{C183D7F6-B498-43B3-948B-1728B52AA6E4}">
                <adec:decorative xmlns:adec="http://schemas.microsoft.com/office/drawing/2017/decorative" val="1"/>
              </a:ext>
            </a:extLst>
          </p:cNvPr>
          <p:cNvSpPr/>
          <p:nvPr/>
        </p:nvSpPr>
        <p:spPr bwMode="auto">
          <a:xfrm>
            <a:off x="0" y="6362608"/>
            <a:ext cx="12192000" cy="495392"/>
          </a:xfrm>
          <a:prstGeom prst="rect">
            <a:avLst/>
          </a:prstGeom>
          <a:pattFill prst="openDmnd">
            <a:fgClr>
              <a:srgbClr val="F4364C"/>
            </a:fgClr>
            <a:bgClr>
              <a:srgbClr val="FFB3BB"/>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cxnSp>
        <p:nvCxnSpPr>
          <p:cNvPr id="10" name="Straight Connector 9" descr="Closed captioning below this line.">
            <a:extLst>
              <a:ext uri="{FF2B5EF4-FFF2-40B4-BE49-F238E27FC236}">
                <a16:creationId xmlns:a16="http://schemas.microsoft.com/office/drawing/2014/main" id="{64C45942-734E-42AB-B4FD-DC8D8932BDDB}"/>
              </a:ext>
            </a:extLst>
          </p:cNvPr>
          <p:cNvCxnSpPr>
            <a:cxnSpLocks/>
          </p:cNvCxnSpPr>
          <p:nvPr/>
        </p:nvCxnSpPr>
        <p:spPr>
          <a:xfrm>
            <a:off x="0" y="6362608"/>
            <a:ext cx="12192000" cy="0"/>
          </a:xfrm>
          <a:prstGeom prst="line">
            <a:avLst/>
          </a:prstGeom>
          <a:ln w="22225">
            <a:solidFill>
              <a:srgbClr val="F4364C"/>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0A8FA0-7CCC-400C-ACA1-E248F6B495C2}"/>
              </a:ext>
            </a:extLst>
          </p:cNvPr>
          <p:cNvSpPr txBox="1"/>
          <p:nvPr/>
        </p:nvSpPr>
        <p:spPr>
          <a:xfrm>
            <a:off x="4921753" y="6502582"/>
            <a:ext cx="7047996" cy="215444"/>
          </a:xfrm>
          <a:prstGeom prst="rect">
            <a:avLst/>
          </a:prstGeom>
          <a:noFill/>
        </p:spPr>
        <p:txBody>
          <a:bodyPr wrap="square" lIns="0" tIns="0" rIns="0" bIns="0" rtlCol="0" anchor="ctr">
            <a:spAutoFit/>
          </a:bodyPr>
          <a:lstStyle/>
          <a:p>
            <a:r>
              <a:rPr lang="en-US" sz="1400" dirty="0">
                <a:solidFill>
                  <a:srgbClr val="000000"/>
                </a:solidFill>
                <a:latin typeface="+mj-lt"/>
              </a:rPr>
              <a:t>Closed captions clear space. Keep all presentation content above the red line.</a:t>
            </a:r>
          </a:p>
        </p:txBody>
      </p:sp>
      <p:cxnSp>
        <p:nvCxnSpPr>
          <p:cNvPr id="18" name="Straight Arrow Connector 17">
            <a:extLst>
              <a:ext uri="{FF2B5EF4-FFF2-40B4-BE49-F238E27FC236}">
                <a16:creationId xmlns:a16="http://schemas.microsoft.com/office/drawing/2014/main" id="{3C2317F9-CAEF-5B24-969A-C8744D3C3F52}"/>
              </a:ext>
              <a:ext uri="{C183D7F6-B498-43B3-948B-1728B52AA6E4}">
                <adec:decorative xmlns:adec="http://schemas.microsoft.com/office/drawing/2017/decorative" val="1"/>
              </a:ext>
            </a:extLst>
          </p:cNvPr>
          <p:cNvCxnSpPr>
            <a:cxnSpLocks/>
          </p:cNvCxnSpPr>
          <p:nvPr/>
        </p:nvCxnSpPr>
        <p:spPr>
          <a:xfrm>
            <a:off x="4722813" y="6394450"/>
            <a:ext cx="0" cy="449403"/>
          </a:xfrm>
          <a:prstGeom prst="straightConnector1">
            <a:avLst/>
          </a:prstGeom>
          <a:ln w="25400">
            <a:solidFill>
              <a:srgbClr val="F4364C"/>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84688"/>
      </p:ext>
    </p:extLst>
  </p:cSld>
  <p:clrMapOvr>
    <a:masterClrMapping/>
  </p:clrMapOvr>
  <p:transition>
    <p:fade/>
  </p:transition>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80D97F47-7884-42BC-B4FC-BBAD33271EFB}" vid="{62F52094-15A3-485A-94EC-3772E53E1F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A93431BE96EF4A82425242DBFD3373" ma:contentTypeVersion="8" ma:contentTypeDescription="Create a new document." ma:contentTypeScope="" ma:versionID="a4a683046e89707e250189e7ec48719d">
  <xsd:schema xmlns:xsd="http://www.w3.org/2001/XMLSchema" xmlns:xs="http://www.w3.org/2001/XMLSchema" xmlns:p="http://schemas.microsoft.com/office/2006/metadata/properties" xmlns:ns2="3ef2caf4-e241-49c3-9dec-9af07833df97" targetNamespace="http://schemas.microsoft.com/office/2006/metadata/properties" ma:root="true" ma:fieldsID="b22a6dc1ec5ed28785c436e25bfea304" ns2:_="">
    <xsd:import namespace="3ef2caf4-e241-49c3-9dec-9af07833df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f2caf4-e241-49c3-9dec-9af07833df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B1D6CE-D047-466E-9FD7-182A583BACDF}"/>
</file>

<file path=customXml/itemProps2.xml><?xml version="1.0" encoding="utf-8"?>
<ds:datastoreItem xmlns:ds="http://schemas.openxmlformats.org/officeDocument/2006/customXml" ds:itemID="{F990F116-B58F-4255-B05B-DA3808E0E5C6}">
  <ds:schemaRef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http://www.w3.org/XML/1998/namespace"/>
    <ds:schemaRef ds:uri="http://purl.org/dc/elements/1.1/"/>
    <ds:schemaRef ds:uri="http://purl.org/dc/terms/"/>
    <ds:schemaRef ds:uri="a4494d7a-ad2c-4b11-8dea-280127f8418e"/>
    <ds:schemaRef ds:uri="255e9135-acb6-413d-8014-3858207eab07"/>
    <ds:schemaRef ds:uri="http://schemas.microsoft.com/office/2006/metadata/properties"/>
    <ds:schemaRef ds:uri="http://purl.org/dc/dcmitype/"/>
    <ds:schemaRef ds:uri="f4e5b56c-c3b7-44c4-b94a-5bf4f6992c5b"/>
    <ds:schemaRef ds:uri="92db9a93-4266-4d59-a951-1488a2b91283"/>
  </ds:schemaRefs>
</ds:datastoreItem>
</file>

<file path=customXml/itemProps3.xml><?xml version="1.0" encoding="utf-8"?>
<ds:datastoreItem xmlns:ds="http://schemas.openxmlformats.org/officeDocument/2006/customXml" ds:itemID="{A593ABD6-3E74-4E87-AA04-ED13C06AFBE4}"/>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Microsoft-Azure-PowerPoint-Template-040925</Template>
  <TotalTime>0</TotalTime>
  <Words>3368</Words>
  <Application>Microsoft Office PowerPoint</Application>
  <PresentationFormat>Widescreen</PresentationFormat>
  <Paragraphs>571</Paragraphs>
  <Slides>71</Slides>
  <Notes>24</Notes>
  <HiddenSlides>1</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Azure 2023 Template</vt:lpstr>
      <vt:lpstr>PowerPoint Presentation</vt:lpstr>
      <vt:lpstr>PowerPoint Presentation</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Agenda</vt:lpstr>
      <vt:lpstr>Agenda</vt:lpstr>
      <vt:lpstr>Agenda</vt:lpstr>
      <vt:lpstr>Section title</vt:lpstr>
      <vt:lpstr>Section title</vt:lpstr>
      <vt:lpstr>Section title</vt:lpstr>
      <vt:lpstr>Section title</vt:lpstr>
      <vt:lpstr>Section title</vt:lpstr>
      <vt:lpstr>Section title</vt:lpstr>
      <vt:lpstr>Section title</vt:lpstr>
      <vt:lpstr>Section title</vt:lpstr>
      <vt:lpstr>Section title</vt:lpstr>
      <vt:lpstr>Section title</vt:lpstr>
      <vt:lpstr>Demo title</vt:lpstr>
      <vt:lpstr>Chart design</vt:lpstr>
      <vt:lpstr>Quote slide</vt:lpstr>
      <vt:lpstr>Screenshot slide</vt:lpstr>
      <vt:lpstr>Screenshot slide</vt:lpstr>
      <vt:lpstr>Photo slide</vt:lpstr>
      <vt:lpstr>Photo slide</vt:lpstr>
      <vt:lpstr>Text layout with bulleted text</vt:lpstr>
      <vt:lpstr>Text layout with bullet points</vt:lpstr>
      <vt:lpstr>Text layout without bullet points</vt:lpstr>
      <vt:lpstr>Two text columns with subheads</vt:lpstr>
      <vt:lpstr>Three text columns with subheads</vt:lpstr>
      <vt:lpstr>Four text columns with subheads</vt:lpstr>
      <vt:lpstr>Title square photo layout</vt:lpstr>
      <vt:lpstr>Square photo layout </vt:lpstr>
      <vt:lpstr>Two photos side-by-side layout</vt:lpstr>
      <vt:lpstr>Three photos layout</vt:lpstr>
      <vt:lpstr>Four photos layout</vt:lpstr>
      <vt:lpstr>Full bleed photo lower title</vt:lpstr>
      <vt:lpstr>Software code layout</vt:lpstr>
      <vt:lpstr>Bottom code layout</vt:lpstr>
      <vt:lpstr>Top code layout</vt:lpstr>
      <vt:lpstr>Right code layout</vt:lpstr>
      <vt:lpstr>Left code layout</vt:lpstr>
      <vt:lpstr>Thank you</vt:lpstr>
      <vt:lpstr>Thank you</vt:lpstr>
      <vt:lpstr>Notes (hidden)</vt:lpstr>
      <vt:lpstr>PowerPoint Presentation</vt:lpstr>
      <vt:lpstr>Microsoft Azure Icon Repository</vt:lpstr>
      <vt:lpstr>Data + Analytics</vt:lpstr>
      <vt:lpstr>Compute + Network + Storage</vt:lpstr>
      <vt:lpstr>Security</vt:lpstr>
      <vt:lpstr>Hybrid</vt:lpstr>
      <vt:lpstr>Migration</vt:lpstr>
      <vt:lpstr>IoT + Mixed Reality</vt:lpstr>
      <vt:lpstr>Miscellaneous</vt:lpstr>
      <vt:lpstr>Miscellaneous</vt:lpstr>
      <vt:lpstr>Miscellaneous</vt:lpstr>
      <vt:lpstr>Slide palette info</vt:lpstr>
      <vt:lpstr>Microsoft brand colors</vt:lpstr>
      <vt:lpstr>Adjusting theme colors on light backgrounds</vt:lpstr>
      <vt:lpstr>Typesetting basics</vt:lpstr>
      <vt:lpstr>Typesetting headlines</vt:lpstr>
      <vt:lpstr>Typesetting body copy</vt:lpstr>
      <vt:lpstr>Creating accessible content</vt:lpstr>
      <vt:lpstr>PowerPoint design ideas</vt:lpstr>
      <vt:lpstr>Close captions clear space</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Chandima Kodituwakku</dc:creator>
  <cp:keywords/>
  <dc:description/>
  <cp:lastModifiedBy>Chandima Kodituwakku</cp:lastModifiedBy>
  <cp:revision>3</cp:revision>
  <cp:lastPrinted>2023-02-15T20:48:24Z</cp:lastPrinted>
  <dcterms:created xsi:type="dcterms:W3CDTF">2025-04-18T22:36:49Z</dcterms:created>
  <dcterms:modified xsi:type="dcterms:W3CDTF">2026-05-26T16:21:17Z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0x01010082A93431BE96EF4A82425242DBFD3373</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TaxKeyword">
    <vt:lpwstr/>
  </property>
</Properties>
</file>