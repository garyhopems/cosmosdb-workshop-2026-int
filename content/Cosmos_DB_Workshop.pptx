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7FFFF011_B6D27F3B.xml" ContentType="application/vnd.ms-powerpoint.comments+xml"/>
  <Override PartName="/ppt/comments/modernComment_7FFFF012_9C5BF7DB.xml" ContentType="application/vnd.ms-powerpoint.comments+xml"/>
  <Override PartName="/ppt/comments/modernComment_7FFFF014_E00E26E8.xml" ContentType="application/vnd.ms-powerpoint.comments+xml"/>
  <Override PartName="/ppt/comments/modernComment_108_0.xml" ContentType="application/vnd.ms-powerpoint.comments+xml"/>
  <Override PartName="/ppt/comments/modernComment_10A_0.xml" ContentType="application/vnd.ms-powerpoint.comments+xml"/>
  <Override PartName="/ppt/notesSlides/notesSlide1.xml" ContentType="application/vnd.openxmlformats-officedocument.presentationml.notesSlide+xml"/>
  <Override PartName="/ppt/comments/modernComment_7FFFF018_C5612497.xml" ContentType="application/vnd.ms-powerpoint.comments+xml"/>
  <Override PartName="/ppt/notesSlides/notesSlide2.xml" ContentType="application/vnd.openxmlformats-officedocument.presentationml.notesSlide+xml"/>
  <Override PartName="/ppt/comments/modernComment_7FFFF015_A155DFBF.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0C_0.xml" ContentType="application/vnd.ms-powerpoint.comments+xml"/>
  <Override PartName="/ppt/comments/modernComment_10D_0.xml" ContentType="application/vnd.ms-powerpoint.comments+xml"/>
  <Override PartName="/ppt/comments/modernComment_110_0.xml" ContentType="application/vnd.ms-powerpoint.comments+xml"/>
  <Override PartName="/ppt/comments/modernComment_7FFFF017_1464EB38.xml" ContentType="application/vnd.ms-powerpoint.comments+xml"/>
  <Override PartName="/ppt/comments/modernComment_113_0.xml" ContentType="application/vnd.ms-powerpoint.comments+xml"/>
  <Override PartName="/ppt/comments/modernComment_7FFFF00F_F5D967F7.xml" ContentType="application/vnd.ms-powerpoint.comments+xml"/>
  <Override PartName="/ppt/comments/modernComment_116_0.xml" ContentType="application/vnd.ms-powerpoint.comments+xml"/>
  <Override PartName="/ppt/comments/modernComment_121_0.xml" ContentType="application/vnd.ms-powerpoint.comments+xml"/>
  <Override PartName="/ppt/notesSlides/notesSlide9.xml" ContentType="application/vnd.openxmlformats-officedocument.presentationml.notesSlide+xml"/>
  <Override PartName="/ppt/comments/modernComment_130_0.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5447" r:id="rId4"/>
  </p:sldMasterIdLst>
  <p:notesMasterIdLst>
    <p:notesMasterId r:id="rId75"/>
  </p:notesMasterIdLst>
  <p:handoutMasterIdLst>
    <p:handoutMasterId r:id="rId76"/>
  </p:handoutMasterIdLst>
  <p:sldIdLst>
    <p:sldId id="256" r:id="rId5"/>
    <p:sldId id="257" r:id="rId6"/>
    <p:sldId id="258" r:id="rId7"/>
    <p:sldId id="259" r:id="rId8"/>
    <p:sldId id="308" r:id="rId9"/>
    <p:sldId id="309" r:id="rId10"/>
    <p:sldId id="2147479569" r:id="rId11"/>
    <p:sldId id="2147479570" r:id="rId12"/>
    <p:sldId id="2147479571" r:id="rId13"/>
    <p:sldId id="2147479572" r:id="rId14"/>
    <p:sldId id="261" r:id="rId15"/>
    <p:sldId id="262" r:id="rId16"/>
    <p:sldId id="263" r:id="rId17"/>
    <p:sldId id="264" r:id="rId18"/>
    <p:sldId id="265" r:id="rId19"/>
    <p:sldId id="266" r:id="rId20"/>
    <p:sldId id="270" r:id="rId21"/>
    <p:sldId id="267" r:id="rId22"/>
    <p:sldId id="2147479576" r:id="rId23"/>
    <p:sldId id="2147479573" r:id="rId24"/>
    <p:sldId id="2147479577" r:id="rId25"/>
    <p:sldId id="2147479581" r:id="rId26"/>
    <p:sldId id="2147479579" r:id="rId27"/>
    <p:sldId id="2147479582" r:id="rId28"/>
    <p:sldId id="2147479583" r:id="rId29"/>
    <p:sldId id="2147479578" r:id="rId30"/>
    <p:sldId id="2147479565" r:id="rId31"/>
    <p:sldId id="268" r:id="rId32"/>
    <p:sldId id="269" r:id="rId33"/>
    <p:sldId id="271" r:id="rId34"/>
    <p:sldId id="272" r:id="rId35"/>
    <p:sldId id="273" r:id="rId36"/>
    <p:sldId id="2147479575" r:id="rId37"/>
    <p:sldId id="275" r:id="rId38"/>
    <p:sldId id="2147479567" r:id="rId39"/>
    <p:sldId id="2147479568" r:id="rId40"/>
    <p:sldId id="2147479574" r:id="rId41"/>
    <p:sldId id="276" r:id="rId42"/>
    <p:sldId id="277" r:id="rId43"/>
    <p:sldId id="278" r:id="rId44"/>
    <p:sldId id="2147479585" r:id="rId45"/>
    <p:sldId id="2147479586" r:id="rId46"/>
    <p:sldId id="2147479587" r:id="rId47"/>
    <p:sldId id="279" r:id="rId48"/>
    <p:sldId id="280" r:id="rId49"/>
    <p:sldId id="281" r:id="rId50"/>
    <p:sldId id="282" r:id="rId51"/>
    <p:sldId id="283" r:id="rId52"/>
    <p:sldId id="284" r:id="rId53"/>
    <p:sldId id="285" r:id="rId54"/>
    <p:sldId id="295" r:id="rId55"/>
    <p:sldId id="296" r:id="rId56"/>
    <p:sldId id="286" r:id="rId57"/>
    <p:sldId id="287" r:id="rId58"/>
    <p:sldId id="288" r:id="rId59"/>
    <p:sldId id="289" r:id="rId60"/>
    <p:sldId id="297" r:id="rId61"/>
    <p:sldId id="298" r:id="rId62"/>
    <p:sldId id="290" r:id="rId63"/>
    <p:sldId id="291" r:id="rId64"/>
    <p:sldId id="294" r:id="rId65"/>
    <p:sldId id="305" r:id="rId66"/>
    <p:sldId id="299" r:id="rId67"/>
    <p:sldId id="300" r:id="rId68"/>
    <p:sldId id="301" r:id="rId69"/>
    <p:sldId id="302" r:id="rId70"/>
    <p:sldId id="303" r:id="rId71"/>
    <p:sldId id="304" r:id="rId72"/>
    <p:sldId id="306" r:id="rId73"/>
    <p:sldId id="307" r:id="rId74"/>
  </p:sldIdLst>
  <p:sldSz cx="12192000" cy="6858000"/>
  <p:notesSz cx="6858000" cy="9144000"/>
  <p:embeddedFontLst>
    <p:embeddedFont>
      <p:font typeface="Consolas" panose="020B0609020204030204" pitchFamily="49" charset="0"/>
      <p:regular r:id="rId77"/>
      <p:bold r:id="rId78"/>
      <p:italic r:id="rId79"/>
      <p:boldItalic r:id="rId80"/>
    </p:embeddedFont>
    <p:embeddedFont>
      <p:font typeface="Segoe Sans Text" pitchFamily="2" charset="0"/>
      <p:regular r:id="rId81"/>
      <p:bold r:id="rId82"/>
      <p:italic r:id="rId83"/>
      <p:boldItalic r:id="rId84"/>
    </p:embeddedFont>
    <p:embeddedFont>
      <p:font typeface="Segoe Sans Text Semibold" pitchFamily="2" charset="0"/>
      <p:regular r:id="rId85"/>
      <p:bold r:id="rId86"/>
      <p:boldItalic r:id="rId87"/>
    </p:embeddedFont>
    <p:embeddedFont>
      <p:font typeface="Segoe UI" panose="020B0502040204020203" pitchFamily="34" charset="0"/>
      <p:regular r:id="rId88"/>
      <p:bold r:id="rId89"/>
      <p:italic r:id="rId90"/>
      <p:boldItalic r:id="rId91"/>
    </p:embeddedFont>
  </p:embeddedFontLst>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alk-in" id="{A3DB1FAC-5739-4645-8893-9D7B3E7AD723}">
          <p14:sldIdLst>
            <p14:sldId id="256"/>
            <p14:sldId id="257"/>
            <p14:sldId id="258"/>
            <p14:sldId id="259"/>
            <p14:sldId id="308"/>
            <p14:sldId id="309"/>
            <p14:sldId id="2147479569"/>
            <p14:sldId id="2147479570"/>
            <p14:sldId id="2147479571"/>
            <p14:sldId id="2147479572"/>
            <p14:sldId id="261"/>
            <p14:sldId id="262"/>
            <p14:sldId id="263"/>
            <p14:sldId id="264"/>
            <p14:sldId id="265"/>
            <p14:sldId id="266"/>
            <p14:sldId id="270"/>
            <p14:sldId id="267"/>
            <p14:sldId id="2147479576"/>
            <p14:sldId id="2147479573"/>
            <p14:sldId id="2147479577"/>
            <p14:sldId id="2147479581"/>
            <p14:sldId id="2147479579"/>
            <p14:sldId id="2147479582"/>
            <p14:sldId id="2147479583"/>
            <p14:sldId id="2147479578"/>
            <p14:sldId id="2147479565"/>
            <p14:sldId id="268"/>
            <p14:sldId id="269"/>
            <p14:sldId id="271"/>
            <p14:sldId id="272"/>
            <p14:sldId id="273"/>
            <p14:sldId id="2147479575"/>
            <p14:sldId id="275"/>
            <p14:sldId id="2147479567"/>
            <p14:sldId id="2147479568"/>
            <p14:sldId id="2147479574"/>
            <p14:sldId id="276"/>
            <p14:sldId id="277"/>
            <p14:sldId id="278"/>
            <p14:sldId id="2147479585"/>
            <p14:sldId id="2147479586"/>
            <p14:sldId id="2147479587"/>
            <p14:sldId id="279"/>
            <p14:sldId id="280"/>
            <p14:sldId id="281"/>
            <p14:sldId id="282"/>
            <p14:sldId id="283"/>
            <p14:sldId id="284"/>
            <p14:sldId id="285"/>
            <p14:sldId id="295"/>
            <p14:sldId id="296"/>
            <p14:sldId id="286"/>
            <p14:sldId id="287"/>
            <p14:sldId id="288"/>
            <p14:sldId id="289"/>
            <p14:sldId id="297"/>
            <p14:sldId id="298"/>
            <p14:sldId id="290"/>
            <p14:sldId id="291"/>
            <p14:sldId id="294"/>
            <p14:sldId id="305"/>
            <p14:sldId id="299"/>
            <p14:sldId id="300"/>
            <p14:sldId id="301"/>
            <p14:sldId id="302"/>
            <p14:sldId id="303"/>
            <p14:sldId id="304"/>
            <p14:sldId id="306"/>
            <p14:sldId id="30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097E5CC-7380-1E75-D0AC-884C4F46CAFB}" name="Mark Brown" initials="MB" userId="S::mjbrown_microsoft.com#ext#@tejadanet.onmicrosoft.com::899013ee-a648-486d-bc1a-69950545e0d2" providerId="AD"/>
  <p188:author id="{6AFA61D8-796F-555E-A395-B33F90AAF99E}" name="Monica Lueder" initials="ML" userId="S::monical@microsoft.com::75969e72-ba9c-4e32-a4ac-c8f3aeff9ba2" providerId="AD"/>
  <p188:author id="{13B00AF7-77EE-1CA9-912F-DC59F4F42959}" name="John Bowen" initials="JB" userId="S::john.bowen@solliance.net::763017e8-3e55-4f5b-b8ae-424008d36f3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364C"/>
    <a:srgbClr val="C03BC4"/>
    <a:srgbClr val="E8E6DF"/>
    <a:srgbClr val="F4F3F5"/>
    <a:srgbClr val="0078D4"/>
    <a:srgbClr val="F0F0F0"/>
    <a:srgbClr val="8C8279"/>
    <a:srgbClr val="FFB900"/>
    <a:srgbClr val="091F2C"/>
    <a:srgbClr val="2A44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B26015-0FD7-4510-A5AF-E20EFF161F62}" v="17" dt="2026-06-29T21:57:31.9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000" autoAdjust="0"/>
  </p:normalViewPr>
  <p:slideViewPr>
    <p:cSldViewPr snapToGrid="0">
      <p:cViewPr varScale="1">
        <p:scale>
          <a:sx n="95" d="100"/>
          <a:sy n="95" d="100"/>
        </p:scale>
        <p:origin x="473" y="55"/>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8.fntdata"/><Relationship Id="rId89" Type="http://schemas.openxmlformats.org/officeDocument/2006/relationships/font" Target="fonts/font13.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3.fntdata"/><Relationship Id="rId5" Type="http://schemas.openxmlformats.org/officeDocument/2006/relationships/slide" Target="slides/slide1.xml"/><Relationship Id="rId90" Type="http://schemas.openxmlformats.org/officeDocument/2006/relationships/font" Target="fonts/font14.fntdata"/><Relationship Id="rId95" Type="http://schemas.openxmlformats.org/officeDocument/2006/relationships/theme" Target="theme/them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4.fntdata"/><Relationship Id="rId85" Type="http://schemas.openxmlformats.org/officeDocument/2006/relationships/font" Target="fonts/font9.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83" Type="http://schemas.openxmlformats.org/officeDocument/2006/relationships/font" Target="fonts/font7.fntdata"/><Relationship Id="rId88" Type="http://schemas.openxmlformats.org/officeDocument/2006/relationships/font" Target="fonts/font12.fntdata"/><Relationship Id="rId91" Type="http://schemas.openxmlformats.org/officeDocument/2006/relationships/font" Target="fonts/font15.fntdata"/><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94" Type="http://schemas.openxmlformats.org/officeDocument/2006/relationships/viewProps" Target="viewProps.xml"/><Relationship Id="rId9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handoutMaster" Target="handoutMasters/handoutMaster1.xml"/><Relationship Id="rId97" Type="http://schemas.microsoft.com/office/2016/11/relationships/changesInfo" Target="changesInfos/changesInfo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commentAuthors" Target="commentAuthor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1.fntdata"/><Relationship Id="rId61" Type="http://schemas.openxmlformats.org/officeDocument/2006/relationships/slide" Target="slides/slide57.xml"/><Relationship Id="rId82" Type="http://schemas.openxmlformats.org/officeDocument/2006/relationships/font" Target="fonts/font6.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1.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presProps" Target="presProps.xml"/><Relationship Id="rId9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 Brown" userId="S::mjbrown_microsoft.com#ext#@tejadanet.onmicrosoft.com::899013ee-a648-486d-bc1a-69950545e0d2" providerId="AD" clId="Web-{B2B2518F-8F49-8B02-54E4-FC49707AD2EA}"/>
    <pc:docChg chg="mod modSld">
      <pc:chgData name="Mark Brown" userId="S::mjbrown_microsoft.com#ext#@tejadanet.onmicrosoft.com::899013ee-a648-486d-bc1a-69950545e0d2" providerId="AD" clId="Web-{B2B2518F-8F49-8B02-54E4-FC49707AD2EA}" dt="2026-06-25T23:28:17.581" v="51" actId="20577"/>
      <pc:docMkLst>
        <pc:docMk/>
      </pc:docMkLst>
      <pc:sldChg chg="modSp">
        <pc:chgData name="Mark Brown" userId="S::mjbrown_microsoft.com#ext#@tejadanet.onmicrosoft.com::899013ee-a648-486d-bc1a-69950545e0d2" providerId="AD" clId="Web-{B2B2518F-8F49-8B02-54E4-FC49707AD2EA}" dt="2026-06-25T22:36:13.488" v="2" actId="20577"/>
        <pc:sldMkLst>
          <pc:docMk/>
          <pc:sldMk cId="0" sldId="264"/>
        </pc:sldMkLst>
        <pc:spChg chg="mod">
          <ac:chgData name="Mark Brown" userId="S::mjbrown_microsoft.com#ext#@tejadanet.onmicrosoft.com::899013ee-a648-486d-bc1a-69950545e0d2" providerId="AD" clId="Web-{B2B2518F-8F49-8B02-54E4-FC49707AD2EA}" dt="2026-06-25T22:36:13.488" v="2" actId="20577"/>
          <ac:spMkLst>
            <pc:docMk/>
            <pc:sldMk cId="0" sldId="264"/>
            <ac:spMk id="3" creationId="{00000000-0000-0000-0000-000000000000}"/>
          </ac:spMkLst>
        </pc:spChg>
      </pc:sldChg>
      <pc:sldChg chg="modSp">
        <pc:chgData name="Mark Brown" userId="S::mjbrown_microsoft.com#ext#@tejadanet.onmicrosoft.com::899013ee-a648-486d-bc1a-69950545e0d2" providerId="AD" clId="Web-{B2B2518F-8F49-8B02-54E4-FC49707AD2EA}" dt="2026-06-25T22:37:59.144" v="48" actId="20577"/>
        <pc:sldMkLst>
          <pc:docMk/>
          <pc:sldMk cId="0" sldId="266"/>
        </pc:sldMkLst>
        <pc:spChg chg="mod">
          <ac:chgData name="Mark Brown" userId="S::mjbrown_microsoft.com#ext#@tejadanet.onmicrosoft.com::899013ee-a648-486d-bc1a-69950545e0d2" providerId="AD" clId="Web-{B2B2518F-8F49-8B02-54E4-FC49707AD2EA}" dt="2026-06-25T22:37:59.144" v="48" actId="20577"/>
          <ac:spMkLst>
            <pc:docMk/>
            <pc:sldMk cId="0" sldId="266"/>
            <ac:spMk id="3" creationId="{00000000-0000-0000-0000-000000000000}"/>
          </ac:spMkLst>
        </pc:spChg>
      </pc:sldChg>
      <pc:sldChg chg="modSp">
        <pc:chgData name="Mark Brown" userId="S::mjbrown_microsoft.com#ext#@tejadanet.onmicrosoft.com::899013ee-a648-486d-bc1a-69950545e0d2" providerId="AD" clId="Web-{B2B2518F-8F49-8B02-54E4-FC49707AD2EA}" dt="2026-06-25T23:06:00.177" v="49" actId="20577"/>
        <pc:sldMkLst>
          <pc:docMk/>
          <pc:sldMk cId="0" sldId="272"/>
        </pc:sldMkLst>
        <pc:spChg chg="mod">
          <ac:chgData name="Mark Brown" userId="S::mjbrown_microsoft.com#ext#@tejadanet.onmicrosoft.com::899013ee-a648-486d-bc1a-69950545e0d2" providerId="AD" clId="Web-{B2B2518F-8F49-8B02-54E4-FC49707AD2EA}" dt="2026-06-25T23:06:00.177" v="49" actId="20577"/>
          <ac:spMkLst>
            <pc:docMk/>
            <pc:sldMk cId="0" sldId="272"/>
            <ac:spMk id="2" creationId="{00000000-0000-0000-0000-000000000000}"/>
          </ac:spMkLst>
        </pc:spChg>
      </pc:sldChg>
      <pc:sldChg chg="modSp">
        <pc:chgData name="Mark Brown" userId="S::mjbrown_microsoft.com#ext#@tejadanet.onmicrosoft.com::899013ee-a648-486d-bc1a-69950545e0d2" providerId="AD" clId="Web-{B2B2518F-8F49-8B02-54E4-FC49707AD2EA}" dt="2026-06-25T23:28:17.581" v="51" actId="20577"/>
        <pc:sldMkLst>
          <pc:docMk/>
          <pc:sldMk cId="0" sldId="304"/>
        </pc:sldMkLst>
        <pc:spChg chg="mod">
          <ac:chgData name="Mark Brown" userId="S::mjbrown_microsoft.com#ext#@tejadanet.onmicrosoft.com::899013ee-a648-486d-bc1a-69950545e0d2" providerId="AD" clId="Web-{B2B2518F-8F49-8B02-54E4-FC49707AD2EA}" dt="2026-06-25T23:28:17.581" v="51" actId="20577"/>
          <ac:spMkLst>
            <pc:docMk/>
            <pc:sldMk cId="0" sldId="304"/>
            <ac:spMk id="3" creationId="{00000000-0000-0000-0000-000000000000}"/>
          </ac:spMkLst>
        </pc:spChg>
      </pc:sldChg>
    </pc:docChg>
  </pc:docChgLst>
  <pc:docChgLst>
    <pc:chgData name="Gary Hope" userId="S::gary.hope_microsoft.com#ext#@tejadanet.onmicrosoft.com::592b3af4-9b35-4560-b569-03502334c6d8" providerId="AD" clId="Web-{5C2FB17F-5815-175B-3F90-D60C294A634D}"/>
    <pc:docChg chg="sldOrd">
      <pc:chgData name="Gary Hope" userId="S::gary.hope_microsoft.com#ext#@tejadanet.onmicrosoft.com::592b3af4-9b35-4560-b569-03502334c6d8" providerId="AD" clId="Web-{5C2FB17F-5815-175B-3F90-D60C294A634D}" dt="2026-06-22T16:45:43.520" v="0"/>
      <pc:docMkLst>
        <pc:docMk/>
      </pc:docMkLst>
      <pc:sldChg chg="ord">
        <pc:chgData name="Gary Hope" userId="S::gary.hope_microsoft.com#ext#@tejadanet.onmicrosoft.com::592b3af4-9b35-4560-b569-03502334c6d8" providerId="AD" clId="Web-{5C2FB17F-5815-175B-3F90-D60C294A634D}" dt="2026-06-22T16:45:43.520" v="0"/>
        <pc:sldMkLst>
          <pc:docMk/>
          <pc:sldMk cId="0" sldId="258"/>
        </pc:sldMkLst>
      </pc:sldChg>
    </pc:docChg>
  </pc:docChgLst>
  <pc:docChgLst>
    <pc:chgData name="John Bowen" userId="763017e8-3e55-4f5b-b8ae-424008d36f31" providerId="ADAL" clId="{F6AD5D9E-8EB2-4569-9357-90A7AEF02DEA}"/>
    <pc:docChg chg="undo redo custSel addSld delSld modSld sldOrd modSection">
      <pc:chgData name="John Bowen" userId="763017e8-3e55-4f5b-b8ae-424008d36f31" providerId="ADAL" clId="{F6AD5D9E-8EB2-4569-9357-90A7AEF02DEA}" dt="2026-06-29T21:59:39.912" v="2473" actId="20577"/>
      <pc:docMkLst>
        <pc:docMk/>
      </pc:docMkLst>
      <pc:sldChg chg="modSp mod">
        <pc:chgData name="John Bowen" userId="763017e8-3e55-4f5b-b8ae-424008d36f31" providerId="ADAL" clId="{F6AD5D9E-8EB2-4569-9357-90A7AEF02DEA}" dt="2026-06-27T02:36:49.377" v="163" actId="20577"/>
        <pc:sldMkLst>
          <pc:docMk/>
          <pc:sldMk cId="0" sldId="264"/>
        </pc:sldMkLst>
        <pc:spChg chg="mod">
          <ac:chgData name="John Bowen" userId="763017e8-3e55-4f5b-b8ae-424008d36f31" providerId="ADAL" clId="{F6AD5D9E-8EB2-4569-9357-90A7AEF02DEA}" dt="2026-06-27T02:36:49.377" v="163" actId="20577"/>
          <ac:spMkLst>
            <pc:docMk/>
            <pc:sldMk cId="0" sldId="264"/>
            <ac:spMk id="3" creationId="{00000000-0000-0000-0000-000000000000}"/>
          </ac:spMkLst>
        </pc:spChg>
      </pc:sldChg>
      <pc:sldChg chg="modSp mod modCm">
        <pc:chgData name="John Bowen" userId="763017e8-3e55-4f5b-b8ae-424008d36f31" providerId="ADAL" clId="{F6AD5D9E-8EB2-4569-9357-90A7AEF02DEA}" dt="2026-06-27T02:37:38.846" v="164" actId="6549"/>
        <pc:sldMkLst>
          <pc:docMk/>
          <pc:sldMk cId="0" sldId="266"/>
        </pc:sldMkLst>
        <pc:spChg chg="mod">
          <ac:chgData name="John Bowen" userId="763017e8-3e55-4f5b-b8ae-424008d36f31" providerId="ADAL" clId="{F6AD5D9E-8EB2-4569-9357-90A7AEF02DEA}" dt="2026-06-27T02:37:38.846" v="164" actId="6549"/>
          <ac:spMkLst>
            <pc:docMk/>
            <pc:sldMk cId="0" sldId="266"/>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John Bowen" userId="763017e8-3e55-4f5b-b8ae-424008d36f31" providerId="ADAL" clId="{F6AD5D9E-8EB2-4569-9357-90A7AEF02DEA}" dt="2026-06-27T02:37:38.846" v="164" actId="6549"/>
              <pc2:cmMkLst xmlns:pc2="http://schemas.microsoft.com/office/powerpoint/2019/9/main/command">
                <pc:docMk/>
                <pc:sldMk cId="0" sldId="266"/>
                <pc2:cmMk id="{F72368AE-7AB6-4774-8D4E-C8ED49751C05}"/>
              </pc2:cmMkLst>
            </pc226:cmChg>
          </p:ext>
        </pc:extLst>
      </pc:sldChg>
      <pc:sldChg chg="modSp mod modCm">
        <pc:chgData name="John Bowen" userId="763017e8-3e55-4f5b-b8ae-424008d36f31" providerId="ADAL" clId="{F6AD5D9E-8EB2-4569-9357-90A7AEF02DEA}" dt="2026-06-29T14:15:29.370" v="757" actId="20577"/>
        <pc:sldMkLst>
          <pc:docMk/>
          <pc:sldMk cId="0" sldId="268"/>
        </pc:sldMkLst>
        <pc:spChg chg="mod">
          <ac:chgData name="John Bowen" userId="763017e8-3e55-4f5b-b8ae-424008d36f31" providerId="ADAL" clId="{F6AD5D9E-8EB2-4569-9357-90A7AEF02DEA}" dt="2026-06-29T14:15:29.370" v="757" actId="20577"/>
          <ac:spMkLst>
            <pc:docMk/>
            <pc:sldMk cId="0" sldId="268"/>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John Bowen" userId="763017e8-3e55-4f5b-b8ae-424008d36f31" providerId="ADAL" clId="{F6AD5D9E-8EB2-4569-9357-90A7AEF02DEA}" dt="2026-06-29T14:15:29.370" v="757" actId="20577"/>
              <pc2:cmMkLst xmlns:pc2="http://schemas.microsoft.com/office/powerpoint/2019/9/main/command">
                <pc:docMk/>
                <pc:sldMk cId="0" sldId="268"/>
                <pc2:cmMk id="{7DE7A485-0F1E-4CCA-877A-5B8AC8E34008}"/>
              </pc2:cmMkLst>
            </pc226:cmChg>
          </p:ext>
        </pc:extLst>
      </pc:sldChg>
      <pc:sldChg chg="modSp mod modCm">
        <pc:chgData name="John Bowen" userId="763017e8-3e55-4f5b-b8ae-424008d36f31" providerId="ADAL" clId="{F6AD5D9E-8EB2-4569-9357-90A7AEF02DEA}" dt="2026-06-29T13:48:07.868" v="560"/>
        <pc:sldMkLst>
          <pc:docMk/>
          <pc:sldMk cId="0" sldId="269"/>
        </pc:sldMkLst>
        <pc:spChg chg="mod">
          <ac:chgData name="John Bowen" userId="763017e8-3e55-4f5b-b8ae-424008d36f31" providerId="ADAL" clId="{F6AD5D9E-8EB2-4569-9357-90A7AEF02DEA}" dt="2026-06-29T13:48:07.868" v="560"/>
          <ac:spMkLst>
            <pc:docMk/>
            <pc:sldMk cId="0" sldId="269"/>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John Bowen" userId="763017e8-3e55-4f5b-b8ae-424008d36f31" providerId="ADAL" clId="{F6AD5D9E-8EB2-4569-9357-90A7AEF02DEA}" dt="2026-06-29T13:45:35.972" v="559" actId="20577"/>
              <pc2:cmMkLst xmlns:pc2="http://schemas.microsoft.com/office/powerpoint/2019/9/main/command">
                <pc:docMk/>
                <pc:sldMk cId="0" sldId="269"/>
                <pc2:cmMk id="{D1FB9CF3-D41C-43BC-A6AA-D96706ACA0EA}"/>
              </pc2:cmMkLst>
            </pc226:cmChg>
          </p:ext>
        </pc:extLst>
      </pc:sldChg>
      <pc:sldChg chg="modSp mod modCm">
        <pc:chgData name="John Bowen" userId="763017e8-3e55-4f5b-b8ae-424008d36f31" providerId="ADAL" clId="{F6AD5D9E-8EB2-4569-9357-90A7AEF02DEA}" dt="2026-06-29T14:05:19.694" v="568"/>
        <pc:sldMkLst>
          <pc:docMk/>
          <pc:sldMk cId="0" sldId="275"/>
        </pc:sldMkLst>
        <pc:spChg chg="mod">
          <ac:chgData name="John Bowen" userId="763017e8-3e55-4f5b-b8ae-424008d36f31" providerId="ADAL" clId="{F6AD5D9E-8EB2-4569-9357-90A7AEF02DEA}" dt="2026-06-29T14:05:19.694" v="568"/>
          <ac:spMkLst>
            <pc:docMk/>
            <pc:sldMk cId="0" sldId="275"/>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John Bowen" userId="763017e8-3e55-4f5b-b8ae-424008d36f31" providerId="ADAL" clId="{F6AD5D9E-8EB2-4569-9357-90A7AEF02DEA}" dt="2026-06-29T14:05:02.741" v="566" actId="20577"/>
              <pc2:cmMkLst xmlns:pc2="http://schemas.microsoft.com/office/powerpoint/2019/9/main/command">
                <pc:docMk/>
                <pc:sldMk cId="0" sldId="275"/>
                <pc2:cmMk id="{DA702E75-29C8-4DBA-8F49-7E551561AC27}"/>
              </pc2:cmMkLst>
            </pc226:cmChg>
          </p:ext>
        </pc:extLst>
      </pc:sldChg>
      <pc:sldChg chg="addSp modSp mod modClrScheme modCm chgLayout">
        <pc:chgData name="John Bowen" userId="763017e8-3e55-4f5b-b8ae-424008d36f31" providerId="ADAL" clId="{F6AD5D9E-8EB2-4569-9357-90A7AEF02DEA}" dt="2026-06-29T13:17:05.101" v="181" actId="20577"/>
        <pc:sldMkLst>
          <pc:docMk/>
          <pc:sldMk cId="0" sldId="278"/>
        </pc:sldMkLst>
        <pc:spChg chg="mod ord">
          <ac:chgData name="John Bowen" userId="763017e8-3e55-4f5b-b8ae-424008d36f31" providerId="ADAL" clId="{F6AD5D9E-8EB2-4569-9357-90A7AEF02DEA}" dt="2026-06-29T13:16:19.103" v="173" actId="700"/>
          <ac:spMkLst>
            <pc:docMk/>
            <pc:sldMk cId="0" sldId="278"/>
            <ac:spMk id="2" creationId="{00000000-0000-0000-0000-000000000000}"/>
          </ac:spMkLst>
        </pc:spChg>
        <pc:spChg chg="mod ord">
          <ac:chgData name="John Bowen" userId="763017e8-3e55-4f5b-b8ae-424008d36f31" providerId="ADAL" clId="{F6AD5D9E-8EB2-4569-9357-90A7AEF02DEA}" dt="2026-06-29T13:16:47.305" v="177"/>
          <ac:spMkLst>
            <pc:docMk/>
            <pc:sldMk cId="0" sldId="278"/>
            <ac:spMk id="3" creationId="{00000000-0000-0000-0000-000000000000}"/>
          </ac:spMkLst>
        </pc:spChg>
        <pc:spChg chg="add mod ord">
          <ac:chgData name="John Bowen" userId="763017e8-3e55-4f5b-b8ae-424008d36f31" providerId="ADAL" clId="{F6AD5D9E-8EB2-4569-9357-90A7AEF02DEA}" dt="2026-06-29T13:16:40.142" v="176" actId="20577"/>
          <ac:spMkLst>
            <pc:docMk/>
            <pc:sldMk cId="0" sldId="278"/>
            <ac:spMk id="4" creationId="{B9B1BA96-DFB5-70C0-DECE-224A1A56800C}"/>
          </ac:spMkLst>
        </pc:spChg>
        <pc:spChg chg="add mod ord">
          <ac:chgData name="John Bowen" userId="763017e8-3e55-4f5b-b8ae-424008d36f31" providerId="ADAL" clId="{F6AD5D9E-8EB2-4569-9357-90A7AEF02DEA}" dt="2026-06-29T13:16:55.119" v="178"/>
          <ac:spMkLst>
            <pc:docMk/>
            <pc:sldMk cId="0" sldId="278"/>
            <ac:spMk id="5" creationId="{2EDBC353-6881-9B83-CFD2-8C8D3BE10D86}"/>
          </ac:spMkLst>
        </pc:spChg>
        <pc:spChg chg="add mod ord">
          <ac:chgData name="John Bowen" userId="763017e8-3e55-4f5b-b8ae-424008d36f31" providerId="ADAL" clId="{F6AD5D9E-8EB2-4569-9357-90A7AEF02DEA}" dt="2026-06-29T13:17:05.101" v="181" actId="20577"/>
          <ac:spMkLst>
            <pc:docMk/>
            <pc:sldMk cId="0" sldId="278"/>
            <ac:spMk id="6" creationId="{19401476-658E-38D9-0F11-28FF2120DA3D}"/>
          </ac:spMkLst>
        </pc:spChg>
        <pc:extLst>
          <p:ext xmlns:p="http://schemas.openxmlformats.org/presentationml/2006/main" uri="{D6D511B9-2390-475A-947B-AFAB55BFBCF1}">
            <pc226:cmChg xmlns:pc226="http://schemas.microsoft.com/office/powerpoint/2022/06/main/command" chg="mod">
              <pc226:chgData name="John Bowen" userId="763017e8-3e55-4f5b-b8ae-424008d36f31" providerId="ADAL" clId="{F6AD5D9E-8EB2-4569-9357-90A7AEF02DEA}" dt="2026-06-29T13:16:40.142" v="176" actId="20577"/>
              <pc2:cmMkLst xmlns:pc2="http://schemas.microsoft.com/office/powerpoint/2019/9/main/command">
                <pc:docMk/>
                <pc:sldMk cId="0" sldId="278"/>
                <pc2:cmMk id="{5481B727-056B-41BB-ABBD-3D4291DA5E5B}"/>
              </pc2:cmMkLst>
            </pc226:cmChg>
            <pc226:cmChg xmlns:pc226="http://schemas.microsoft.com/office/powerpoint/2022/06/main/command" chg="mod">
              <pc226:chgData name="John Bowen" userId="763017e8-3e55-4f5b-b8ae-424008d36f31" providerId="ADAL" clId="{F6AD5D9E-8EB2-4569-9357-90A7AEF02DEA}" dt="2026-06-29T13:16:40.142" v="176" actId="20577"/>
              <pc2:cmMkLst xmlns:pc2="http://schemas.microsoft.com/office/powerpoint/2019/9/main/command">
                <pc:docMk/>
                <pc:sldMk cId="0" sldId="278"/>
                <pc2:cmMk id="{6E786A2F-79D9-4256-BC42-A629D494C58F}"/>
              </pc2:cmMkLst>
            </pc226:cmChg>
            <pc226:cmChg xmlns:pc226="http://schemas.microsoft.com/office/powerpoint/2022/06/main/command" chg="mod">
              <pc226:chgData name="John Bowen" userId="763017e8-3e55-4f5b-b8ae-424008d36f31" providerId="ADAL" clId="{F6AD5D9E-8EB2-4569-9357-90A7AEF02DEA}" dt="2026-06-29T13:16:40.142" v="176" actId="20577"/>
              <pc2:cmMkLst xmlns:pc2="http://schemas.microsoft.com/office/powerpoint/2019/9/main/command">
                <pc:docMk/>
                <pc:sldMk cId="0" sldId="278"/>
                <pc2:cmMk id="{D03AAC7F-D032-40EF-B258-E58BC46496A2}"/>
              </pc2:cmMkLst>
            </pc226:cmChg>
            <pc226:cmChg xmlns:pc226="http://schemas.microsoft.com/office/powerpoint/2022/06/main/command" chg="mod">
              <pc226:chgData name="John Bowen" userId="763017e8-3e55-4f5b-b8ae-424008d36f31" providerId="ADAL" clId="{F6AD5D9E-8EB2-4569-9357-90A7AEF02DEA}" dt="2026-06-29T13:16:40.142" v="176" actId="20577"/>
              <pc2:cmMkLst xmlns:pc2="http://schemas.microsoft.com/office/powerpoint/2019/9/main/command">
                <pc:docMk/>
                <pc:sldMk cId="0" sldId="278"/>
                <pc2:cmMk id="{C80824BE-0952-4F1F-8CC0-CF87F09EF4F2}"/>
              </pc2:cmMkLst>
            </pc226:cmChg>
          </p:ext>
        </pc:extLst>
      </pc:sldChg>
      <pc:sldChg chg="modSp mod modCm">
        <pc:chgData name="John Bowen" userId="763017e8-3e55-4f5b-b8ae-424008d36f31" providerId="ADAL" clId="{F6AD5D9E-8EB2-4569-9357-90A7AEF02DEA}" dt="2026-06-29T13:21:25.107" v="201" actId="20577"/>
        <pc:sldMkLst>
          <pc:docMk/>
          <pc:sldMk cId="0" sldId="289"/>
        </pc:sldMkLst>
        <pc:spChg chg="mod">
          <ac:chgData name="John Bowen" userId="763017e8-3e55-4f5b-b8ae-424008d36f31" providerId="ADAL" clId="{F6AD5D9E-8EB2-4569-9357-90A7AEF02DEA}" dt="2026-06-29T13:21:25.107" v="201" actId="20577"/>
          <ac:spMkLst>
            <pc:docMk/>
            <pc:sldMk cId="0" sldId="289"/>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John Bowen" userId="763017e8-3e55-4f5b-b8ae-424008d36f31" providerId="ADAL" clId="{F6AD5D9E-8EB2-4569-9357-90A7AEF02DEA}" dt="2026-06-29T13:21:25.107" v="201" actId="20577"/>
              <pc2:cmMkLst xmlns:pc2="http://schemas.microsoft.com/office/powerpoint/2019/9/main/command">
                <pc:docMk/>
                <pc:sldMk cId="0" sldId="289"/>
                <pc2:cmMk id="{371E68E5-9BD5-4D66-B232-6397EE0A5D8F}"/>
              </pc2:cmMkLst>
            </pc226:cmChg>
          </p:ext>
        </pc:extLst>
      </pc:sldChg>
      <pc:sldChg chg="modSp del mod ord">
        <pc:chgData name="John Bowen" userId="763017e8-3e55-4f5b-b8ae-424008d36f31" providerId="ADAL" clId="{F6AD5D9E-8EB2-4569-9357-90A7AEF02DEA}" dt="2026-06-29T13:28:34.274" v="309" actId="2696"/>
        <pc:sldMkLst>
          <pc:docMk/>
          <pc:sldMk cId="0" sldId="291"/>
        </pc:sldMkLst>
        <pc:spChg chg="mod">
          <ac:chgData name="John Bowen" userId="763017e8-3e55-4f5b-b8ae-424008d36f31" providerId="ADAL" clId="{F6AD5D9E-8EB2-4569-9357-90A7AEF02DEA}" dt="2026-06-29T13:27:44.422" v="308" actId="20577"/>
          <ac:spMkLst>
            <pc:docMk/>
            <pc:sldMk cId="0" sldId="291"/>
            <ac:spMk id="3" creationId="{00000000-0000-0000-0000-000000000000}"/>
          </ac:spMkLst>
        </pc:spChg>
      </pc:sldChg>
      <pc:sldChg chg="modSp add mod">
        <pc:chgData name="John Bowen" userId="763017e8-3e55-4f5b-b8ae-424008d36f31" providerId="ADAL" clId="{F6AD5D9E-8EB2-4569-9357-90A7AEF02DEA}" dt="2026-06-29T13:29:05.778" v="324" actId="20577"/>
        <pc:sldMkLst>
          <pc:docMk/>
          <pc:sldMk cId="727804532" sldId="291"/>
        </pc:sldMkLst>
        <pc:spChg chg="mod">
          <ac:chgData name="John Bowen" userId="763017e8-3e55-4f5b-b8ae-424008d36f31" providerId="ADAL" clId="{F6AD5D9E-8EB2-4569-9357-90A7AEF02DEA}" dt="2026-06-29T13:29:05.778" v="324" actId="20577"/>
          <ac:spMkLst>
            <pc:docMk/>
            <pc:sldMk cId="727804532" sldId="291"/>
            <ac:spMk id="3" creationId="{00000000-0000-0000-0000-000000000000}"/>
          </ac:spMkLst>
        </pc:spChg>
      </pc:sldChg>
      <pc:sldChg chg="del">
        <pc:chgData name="John Bowen" userId="763017e8-3e55-4f5b-b8ae-424008d36f31" providerId="ADAL" clId="{F6AD5D9E-8EB2-4569-9357-90A7AEF02DEA}" dt="2026-06-29T13:29:15.051" v="325" actId="47"/>
        <pc:sldMkLst>
          <pc:docMk/>
          <pc:sldMk cId="0" sldId="292"/>
        </pc:sldMkLst>
      </pc:sldChg>
      <pc:sldChg chg="add del">
        <pc:chgData name="John Bowen" userId="763017e8-3e55-4f5b-b8ae-424008d36f31" providerId="ADAL" clId="{F6AD5D9E-8EB2-4569-9357-90A7AEF02DEA}" dt="2026-06-29T13:30:19.080" v="334" actId="2696"/>
        <pc:sldMkLst>
          <pc:docMk/>
          <pc:sldMk cId="0" sldId="293"/>
        </pc:sldMkLst>
      </pc:sldChg>
      <pc:sldChg chg="modSp mod">
        <pc:chgData name="John Bowen" userId="763017e8-3e55-4f5b-b8ae-424008d36f31" providerId="ADAL" clId="{F6AD5D9E-8EB2-4569-9357-90A7AEF02DEA}" dt="2026-06-29T16:50:00.886" v="1587" actId="20577"/>
        <pc:sldMkLst>
          <pc:docMk/>
          <pc:sldMk cId="0" sldId="294"/>
        </pc:sldMkLst>
        <pc:spChg chg="mod">
          <ac:chgData name="John Bowen" userId="763017e8-3e55-4f5b-b8ae-424008d36f31" providerId="ADAL" clId="{F6AD5D9E-8EB2-4569-9357-90A7AEF02DEA}" dt="2026-06-29T16:50:00.886" v="1587" actId="20577"/>
          <ac:spMkLst>
            <pc:docMk/>
            <pc:sldMk cId="0" sldId="294"/>
            <ac:spMk id="2" creationId="{00000000-0000-0000-0000-000000000000}"/>
          </ac:spMkLst>
        </pc:spChg>
        <pc:spChg chg="mod">
          <ac:chgData name="John Bowen" userId="763017e8-3e55-4f5b-b8ae-424008d36f31" providerId="ADAL" clId="{F6AD5D9E-8EB2-4569-9357-90A7AEF02DEA}" dt="2026-06-29T16:49:46.630" v="1571" actId="20577"/>
          <ac:spMkLst>
            <pc:docMk/>
            <pc:sldMk cId="0" sldId="294"/>
            <ac:spMk id="3" creationId="{00000000-0000-0000-0000-000000000000}"/>
          </ac:spMkLst>
        </pc:spChg>
      </pc:sldChg>
      <pc:sldChg chg="modNotesTx">
        <pc:chgData name="John Bowen" userId="763017e8-3e55-4f5b-b8ae-424008d36f31" providerId="ADAL" clId="{F6AD5D9E-8EB2-4569-9357-90A7AEF02DEA}" dt="2026-06-29T21:59:39.912" v="2473" actId="20577"/>
        <pc:sldMkLst>
          <pc:docMk/>
          <pc:sldMk cId="0" sldId="300"/>
        </pc:sldMkLst>
      </pc:sldChg>
      <pc:sldChg chg="modSp mod modCm">
        <pc:chgData name="John Bowen" userId="763017e8-3e55-4f5b-b8ae-424008d36f31" providerId="ADAL" clId="{F6AD5D9E-8EB2-4569-9357-90A7AEF02DEA}" dt="2026-06-29T13:30:37.134" v="384" actId="20577"/>
        <pc:sldMkLst>
          <pc:docMk/>
          <pc:sldMk cId="0" sldId="304"/>
        </pc:sldMkLst>
        <pc:spChg chg="mod">
          <ac:chgData name="John Bowen" userId="763017e8-3e55-4f5b-b8ae-424008d36f31" providerId="ADAL" clId="{F6AD5D9E-8EB2-4569-9357-90A7AEF02DEA}" dt="2026-06-29T13:30:37.134" v="384" actId="20577"/>
          <ac:spMkLst>
            <pc:docMk/>
            <pc:sldMk cId="0" sldId="304"/>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John Bowen" userId="763017e8-3e55-4f5b-b8ae-424008d36f31" providerId="ADAL" clId="{F6AD5D9E-8EB2-4569-9357-90A7AEF02DEA}" dt="2026-06-29T13:30:37.134" v="384" actId="20577"/>
              <pc2:cmMkLst xmlns:pc2="http://schemas.microsoft.com/office/powerpoint/2019/9/main/command">
                <pc:docMk/>
                <pc:sldMk cId="0" sldId="304"/>
                <pc2:cmMk id="{0C6F5096-3D77-4E1B-B6D8-4EBFCA353211}"/>
              </pc2:cmMkLst>
            </pc226:cmChg>
          </p:ext>
        </pc:extLst>
      </pc:sldChg>
      <pc:sldChg chg="modSp mod modCm">
        <pc:chgData name="John Bowen" userId="763017e8-3e55-4f5b-b8ae-424008d36f31" providerId="ADAL" clId="{F6AD5D9E-8EB2-4569-9357-90A7AEF02DEA}" dt="2026-06-29T14:00:41.929" v="565" actId="20577"/>
        <pc:sldMkLst>
          <pc:docMk/>
          <pc:sldMk cId="4124665847" sldId="2147479567"/>
        </pc:sldMkLst>
        <pc:spChg chg="mod">
          <ac:chgData name="John Bowen" userId="763017e8-3e55-4f5b-b8ae-424008d36f31" providerId="ADAL" clId="{F6AD5D9E-8EB2-4569-9357-90A7AEF02DEA}" dt="2026-06-29T14:00:41.929" v="565" actId="20577"/>
          <ac:spMkLst>
            <pc:docMk/>
            <pc:sldMk cId="4124665847" sldId="2147479567"/>
            <ac:spMk id="3" creationId="{90DD11F9-390D-9B64-E4BE-6E7501EA9B71}"/>
          </ac:spMkLst>
        </pc:spChg>
        <pc:extLst>
          <p:ext xmlns:p="http://schemas.openxmlformats.org/presentationml/2006/main" uri="{D6D511B9-2390-475A-947B-AFAB55BFBCF1}">
            <pc226:cmChg xmlns:pc226="http://schemas.microsoft.com/office/powerpoint/2022/06/main/command" chg="mod">
              <pc226:chgData name="John Bowen" userId="763017e8-3e55-4f5b-b8ae-424008d36f31" providerId="ADAL" clId="{F6AD5D9E-8EB2-4569-9357-90A7AEF02DEA}" dt="2026-06-29T14:00:41.929" v="565" actId="20577"/>
              <pc2:cmMkLst xmlns:pc2="http://schemas.microsoft.com/office/powerpoint/2019/9/main/command">
                <pc:docMk/>
                <pc:sldMk cId="4124665847" sldId="2147479567"/>
                <pc2:cmMk id="{A7020502-5D50-4AA9-A885-ECAEE3D9BE23}"/>
              </pc2:cmMkLst>
            </pc226:cmChg>
          </p:ext>
        </pc:extLst>
      </pc:sldChg>
      <pc:sldChg chg="modSp mod modCm">
        <pc:chgData name="John Bowen" userId="763017e8-3e55-4f5b-b8ae-424008d36f31" providerId="ADAL" clId="{F6AD5D9E-8EB2-4569-9357-90A7AEF02DEA}" dt="2026-06-27T02:19:55.613" v="2" actId="20577"/>
        <pc:sldMkLst>
          <pc:docMk/>
          <pc:sldMk cId="3067248443" sldId="2147479569"/>
        </pc:sldMkLst>
        <pc:spChg chg="mod">
          <ac:chgData name="John Bowen" userId="763017e8-3e55-4f5b-b8ae-424008d36f31" providerId="ADAL" clId="{F6AD5D9E-8EB2-4569-9357-90A7AEF02DEA}" dt="2026-06-27T02:19:55.613" v="2" actId="20577"/>
          <ac:spMkLst>
            <pc:docMk/>
            <pc:sldMk cId="3067248443" sldId="2147479569"/>
            <ac:spMk id="3" creationId="{A970DAB2-2B4D-81B2-DC9E-F1D1E8B16480}"/>
          </ac:spMkLst>
        </pc:spChg>
        <pc:extLst>
          <p:ext xmlns:p="http://schemas.openxmlformats.org/presentationml/2006/main" uri="{D6D511B9-2390-475A-947B-AFAB55BFBCF1}">
            <pc226:cmChg xmlns:pc226="http://schemas.microsoft.com/office/powerpoint/2022/06/main/command" chg="mod">
              <pc226:chgData name="John Bowen" userId="763017e8-3e55-4f5b-b8ae-424008d36f31" providerId="ADAL" clId="{F6AD5D9E-8EB2-4569-9357-90A7AEF02DEA}" dt="2026-06-27T02:19:55.613" v="2" actId="20577"/>
              <pc2:cmMkLst xmlns:pc2="http://schemas.microsoft.com/office/powerpoint/2019/9/main/command">
                <pc:docMk/>
                <pc:sldMk cId="3067248443" sldId="2147479569"/>
                <pc2:cmMk id="{DD75CD81-89F0-43C4-9E1F-2943B26B967B}"/>
              </pc2:cmMkLst>
            </pc226:cmChg>
          </p:ext>
        </pc:extLst>
      </pc:sldChg>
      <pc:sldChg chg="modSp mod">
        <pc:chgData name="John Bowen" userId="763017e8-3e55-4f5b-b8ae-424008d36f31" providerId="ADAL" clId="{F6AD5D9E-8EB2-4569-9357-90A7AEF02DEA}" dt="2026-06-27T02:20:54.361" v="3" actId="6549"/>
        <pc:sldMkLst>
          <pc:docMk/>
          <pc:sldMk cId="2623272923" sldId="2147479570"/>
        </pc:sldMkLst>
        <pc:spChg chg="mod">
          <ac:chgData name="John Bowen" userId="763017e8-3e55-4f5b-b8ae-424008d36f31" providerId="ADAL" clId="{F6AD5D9E-8EB2-4569-9357-90A7AEF02DEA}" dt="2026-06-27T02:20:54.361" v="3" actId="6549"/>
          <ac:spMkLst>
            <pc:docMk/>
            <pc:sldMk cId="2623272923" sldId="2147479570"/>
            <ac:spMk id="3" creationId="{A970DAB2-2B4D-81B2-DC9E-F1D1E8B16480}"/>
          </ac:spMkLst>
        </pc:spChg>
      </pc:sldChg>
      <pc:sldChg chg="modSp mod modCm">
        <pc:chgData name="John Bowen" userId="763017e8-3e55-4f5b-b8ae-424008d36f31" providerId="ADAL" clId="{F6AD5D9E-8EB2-4569-9357-90A7AEF02DEA}" dt="2026-06-27T02:23:40.163" v="85" actId="20577"/>
        <pc:sldMkLst>
          <pc:docMk/>
          <pc:sldMk cId="3759023848" sldId="2147479572"/>
        </pc:sldMkLst>
        <pc:spChg chg="mod">
          <ac:chgData name="John Bowen" userId="763017e8-3e55-4f5b-b8ae-424008d36f31" providerId="ADAL" clId="{F6AD5D9E-8EB2-4569-9357-90A7AEF02DEA}" dt="2026-06-27T02:23:40.163" v="85" actId="20577"/>
          <ac:spMkLst>
            <pc:docMk/>
            <pc:sldMk cId="3759023848" sldId="2147479572"/>
            <ac:spMk id="3" creationId="{FAB81BD4-50F1-0790-3D15-50E68DC6E240}"/>
          </ac:spMkLst>
        </pc:spChg>
        <pc:extLst>
          <p:ext xmlns:p="http://schemas.openxmlformats.org/presentationml/2006/main" uri="{D6D511B9-2390-475A-947B-AFAB55BFBCF1}">
            <pc226:cmChg xmlns:pc226="http://schemas.microsoft.com/office/powerpoint/2022/06/main/command" chg="mod">
              <pc226:chgData name="John Bowen" userId="763017e8-3e55-4f5b-b8ae-424008d36f31" providerId="ADAL" clId="{F6AD5D9E-8EB2-4569-9357-90A7AEF02DEA}" dt="2026-06-27T02:23:40.163" v="85" actId="20577"/>
              <pc2:cmMkLst xmlns:pc2="http://schemas.microsoft.com/office/powerpoint/2019/9/main/command">
                <pc:docMk/>
                <pc:sldMk cId="3759023848" sldId="2147479572"/>
                <pc2:cmMk id="{765F4AFC-5BA5-4FBA-A219-58369599ACF5}"/>
              </pc2:cmMkLst>
            </pc226:cmChg>
          </p:ext>
        </pc:extLst>
      </pc:sldChg>
      <pc:sldChg chg="modNotesTx">
        <pc:chgData name="John Bowen" userId="763017e8-3e55-4f5b-b8ae-424008d36f31" providerId="ADAL" clId="{F6AD5D9E-8EB2-4569-9357-90A7AEF02DEA}" dt="2026-06-29T21:38:42.875" v="1720" actId="20577"/>
        <pc:sldMkLst>
          <pc:docMk/>
          <pc:sldMk cId="2706759615" sldId="2147479573"/>
        </pc:sldMkLst>
      </pc:sldChg>
      <pc:sldChg chg="modSp mod">
        <pc:chgData name="John Bowen" userId="763017e8-3e55-4f5b-b8ae-424008d36f31" providerId="ADAL" clId="{F6AD5D9E-8EB2-4569-9357-90A7AEF02DEA}" dt="2026-06-29T12:44:10.467" v="171" actId="15"/>
        <pc:sldMkLst>
          <pc:docMk/>
          <pc:sldMk cId="342158136" sldId="2147479575"/>
        </pc:sldMkLst>
        <pc:spChg chg="mod">
          <ac:chgData name="John Bowen" userId="763017e8-3e55-4f5b-b8ae-424008d36f31" providerId="ADAL" clId="{F6AD5D9E-8EB2-4569-9357-90A7AEF02DEA}" dt="2026-06-29T12:44:10.467" v="171" actId="15"/>
          <ac:spMkLst>
            <pc:docMk/>
            <pc:sldMk cId="342158136" sldId="2147479575"/>
            <ac:spMk id="36" creationId="{D5E393CA-4144-B8F5-6430-E997EE9CBD1A}"/>
          </ac:spMkLst>
        </pc:spChg>
      </pc:sldChg>
      <pc:sldChg chg="addSp delSp modSp mod modClrScheme chgLayout modNotesTx">
        <pc:chgData name="John Bowen" userId="763017e8-3e55-4f5b-b8ae-424008d36f31" providerId="ADAL" clId="{F6AD5D9E-8EB2-4569-9357-90A7AEF02DEA}" dt="2026-06-29T16:10:38.001" v="1564" actId="20577"/>
        <pc:sldMkLst>
          <pc:docMk/>
          <pc:sldMk cId="3311477911" sldId="2147479576"/>
        </pc:sldMkLst>
        <pc:spChg chg="add mod">
          <ac:chgData name="John Bowen" userId="763017e8-3e55-4f5b-b8ae-424008d36f31" providerId="ADAL" clId="{F6AD5D9E-8EB2-4569-9357-90A7AEF02DEA}" dt="2026-06-29T15:56:47.602" v="799"/>
          <ac:spMkLst>
            <pc:docMk/>
            <pc:sldMk cId="3311477911" sldId="2147479576"/>
            <ac:spMk id="2" creationId="{EB519D35-CEAD-6E83-F291-F02498D8540B}"/>
          </ac:spMkLst>
        </pc:spChg>
        <pc:spChg chg="add del mod ord">
          <ac:chgData name="John Bowen" userId="763017e8-3e55-4f5b-b8ae-424008d36f31" providerId="ADAL" clId="{F6AD5D9E-8EB2-4569-9357-90A7AEF02DEA}" dt="2026-06-29T15:57:33.473" v="801" actId="478"/>
          <ac:spMkLst>
            <pc:docMk/>
            <pc:sldMk cId="3311477911" sldId="2147479576"/>
            <ac:spMk id="3" creationId="{30559CA7-4EE0-B6FA-DED6-1A4317B3FC0A}"/>
          </ac:spMkLst>
        </pc:spChg>
        <pc:spChg chg="mod ord">
          <ac:chgData name="John Bowen" userId="763017e8-3e55-4f5b-b8ae-424008d36f31" providerId="ADAL" clId="{F6AD5D9E-8EB2-4569-9357-90A7AEF02DEA}" dt="2026-06-29T15:57:19.508" v="800" actId="700"/>
          <ac:spMkLst>
            <pc:docMk/>
            <pc:sldMk cId="3311477911" sldId="2147479576"/>
            <ac:spMk id="4" creationId="{2EFE985D-4173-3E9D-D6BB-98190D27681D}"/>
          </ac:spMkLst>
        </pc:spChg>
        <pc:spChg chg="add mod ord">
          <ac:chgData name="John Bowen" userId="763017e8-3e55-4f5b-b8ae-424008d36f31" providerId="ADAL" clId="{F6AD5D9E-8EB2-4569-9357-90A7AEF02DEA}" dt="2026-06-29T16:01:46.447" v="984" actId="1035"/>
          <ac:spMkLst>
            <pc:docMk/>
            <pc:sldMk cId="3311477911" sldId="2147479576"/>
            <ac:spMk id="5" creationId="{B9EE5FE2-150B-888E-2837-9D880748228E}"/>
          </ac:spMkLst>
        </pc:spChg>
        <pc:spChg chg="add mod ord">
          <ac:chgData name="John Bowen" userId="763017e8-3e55-4f5b-b8ae-424008d36f31" providerId="ADAL" clId="{F6AD5D9E-8EB2-4569-9357-90A7AEF02DEA}" dt="2026-06-29T16:01:46.447" v="984" actId="1035"/>
          <ac:spMkLst>
            <pc:docMk/>
            <pc:sldMk cId="3311477911" sldId="2147479576"/>
            <ac:spMk id="7" creationId="{374BCF01-78D9-5D20-9880-183E10A6E3AC}"/>
          </ac:spMkLst>
        </pc:spChg>
        <pc:spChg chg="add del mod ord">
          <ac:chgData name="John Bowen" userId="763017e8-3e55-4f5b-b8ae-424008d36f31" providerId="ADAL" clId="{F6AD5D9E-8EB2-4569-9357-90A7AEF02DEA}" dt="2026-06-29T15:59:15.663" v="865" actId="478"/>
          <ac:spMkLst>
            <pc:docMk/>
            <pc:sldMk cId="3311477911" sldId="2147479576"/>
            <ac:spMk id="9" creationId="{6066E702-97C6-7658-6913-000877858F34}"/>
          </ac:spMkLst>
        </pc:spChg>
        <pc:spChg chg="mod">
          <ac:chgData name="John Bowen" userId="763017e8-3e55-4f5b-b8ae-424008d36f31" providerId="ADAL" clId="{F6AD5D9E-8EB2-4569-9357-90A7AEF02DEA}" dt="2026-06-29T15:58:24.762" v="847" actId="1036"/>
          <ac:spMkLst>
            <pc:docMk/>
            <pc:sldMk cId="3311477911" sldId="2147479576"/>
            <ac:spMk id="16" creationId="{003AB956-A927-9931-C453-742ADD2BF8C4}"/>
          </ac:spMkLst>
        </pc:spChg>
        <pc:spChg chg="mod">
          <ac:chgData name="John Bowen" userId="763017e8-3e55-4f5b-b8ae-424008d36f31" providerId="ADAL" clId="{F6AD5D9E-8EB2-4569-9357-90A7AEF02DEA}" dt="2026-06-29T16:02:25.664" v="985" actId="14100"/>
          <ac:spMkLst>
            <pc:docMk/>
            <pc:sldMk cId="3311477911" sldId="2147479576"/>
            <ac:spMk id="59" creationId="{C5854290-7F23-6468-E46D-6B28011357F4}"/>
          </ac:spMkLst>
        </pc:spChg>
        <pc:spChg chg="mod">
          <ac:chgData name="John Bowen" userId="763017e8-3e55-4f5b-b8ae-424008d36f31" providerId="ADAL" clId="{F6AD5D9E-8EB2-4569-9357-90A7AEF02DEA}" dt="2026-06-29T16:02:32.999" v="1012" actId="1037"/>
          <ac:spMkLst>
            <pc:docMk/>
            <pc:sldMk cId="3311477911" sldId="2147479576"/>
            <ac:spMk id="60" creationId="{D461C885-246E-5C4F-544B-96F109A370A7}"/>
          </ac:spMkLst>
        </pc:spChg>
        <pc:spChg chg="mod">
          <ac:chgData name="John Bowen" userId="763017e8-3e55-4f5b-b8ae-424008d36f31" providerId="ADAL" clId="{F6AD5D9E-8EB2-4569-9357-90A7AEF02DEA}" dt="2026-06-29T15:59:35.470" v="906" actId="1036"/>
          <ac:spMkLst>
            <pc:docMk/>
            <pc:sldMk cId="3311477911" sldId="2147479576"/>
            <ac:spMk id="62" creationId="{E0BE6D58-1C88-D0D1-B7E1-8F0B696F39AC}"/>
          </ac:spMkLst>
        </pc:spChg>
        <pc:spChg chg="mod">
          <ac:chgData name="John Bowen" userId="763017e8-3e55-4f5b-b8ae-424008d36f31" providerId="ADAL" clId="{F6AD5D9E-8EB2-4569-9357-90A7AEF02DEA}" dt="2026-06-29T15:58:24.762" v="847" actId="1036"/>
          <ac:spMkLst>
            <pc:docMk/>
            <pc:sldMk cId="3311477911" sldId="2147479576"/>
            <ac:spMk id="65" creationId="{1310A924-A5A4-ED18-6F8C-F68FE72227EA}"/>
          </ac:spMkLst>
        </pc:spChg>
        <pc:spChg chg="mod">
          <ac:chgData name="John Bowen" userId="763017e8-3e55-4f5b-b8ae-424008d36f31" providerId="ADAL" clId="{F6AD5D9E-8EB2-4569-9357-90A7AEF02DEA}" dt="2026-06-29T15:59:35.470" v="906" actId="1036"/>
          <ac:spMkLst>
            <pc:docMk/>
            <pc:sldMk cId="3311477911" sldId="2147479576"/>
            <ac:spMk id="66" creationId="{B65A5680-10A3-291A-08DA-48CF8D82D5C5}"/>
          </ac:spMkLst>
        </pc:spChg>
        <pc:spChg chg="mod">
          <ac:chgData name="John Bowen" userId="763017e8-3e55-4f5b-b8ae-424008d36f31" providerId="ADAL" clId="{F6AD5D9E-8EB2-4569-9357-90A7AEF02DEA}" dt="2026-06-29T15:58:24.762" v="847" actId="1036"/>
          <ac:spMkLst>
            <pc:docMk/>
            <pc:sldMk cId="3311477911" sldId="2147479576"/>
            <ac:spMk id="67" creationId="{098A2266-C24E-FDC1-C457-EF26405289DB}"/>
          </ac:spMkLst>
        </pc:spChg>
        <pc:spChg chg="mod">
          <ac:chgData name="John Bowen" userId="763017e8-3e55-4f5b-b8ae-424008d36f31" providerId="ADAL" clId="{F6AD5D9E-8EB2-4569-9357-90A7AEF02DEA}" dt="2026-06-29T15:59:35.470" v="906" actId="1036"/>
          <ac:spMkLst>
            <pc:docMk/>
            <pc:sldMk cId="3311477911" sldId="2147479576"/>
            <ac:spMk id="69" creationId="{E2242B9E-A5E2-5103-10F2-C5AADA055ED8}"/>
          </ac:spMkLst>
        </pc:spChg>
        <pc:grpChg chg="mod">
          <ac:chgData name="John Bowen" userId="763017e8-3e55-4f5b-b8ae-424008d36f31" providerId="ADAL" clId="{F6AD5D9E-8EB2-4569-9357-90A7AEF02DEA}" dt="2026-06-29T15:58:24.762" v="847" actId="1036"/>
          <ac:grpSpMkLst>
            <pc:docMk/>
            <pc:sldMk cId="3311477911" sldId="2147479576"/>
            <ac:grpSpMk id="63" creationId="{B352F17B-8519-E98F-33F1-1D01B9B7B3A3}"/>
          </ac:grpSpMkLst>
        </pc:grpChg>
        <pc:cxnChg chg="mod">
          <ac:chgData name="John Bowen" userId="763017e8-3e55-4f5b-b8ae-424008d36f31" providerId="ADAL" clId="{F6AD5D9E-8EB2-4569-9357-90A7AEF02DEA}" dt="2026-06-29T16:02:43.695" v="1028" actId="1038"/>
          <ac:cxnSpMkLst>
            <pc:docMk/>
            <pc:sldMk cId="3311477911" sldId="2147479576"/>
            <ac:cxnSpMk id="71" creationId="{3BC56E09-A4C5-7391-6C22-CB2E0CC4DA7B}"/>
          </ac:cxnSpMkLst>
        </pc:cxnChg>
      </pc:sldChg>
      <pc:sldChg chg="add modNotesTx">
        <pc:chgData name="John Bowen" userId="763017e8-3e55-4f5b-b8ae-424008d36f31" providerId="ADAL" clId="{F6AD5D9E-8EB2-4569-9357-90A7AEF02DEA}" dt="2026-06-29T21:40:04.908" v="1800" actId="20577"/>
        <pc:sldMkLst>
          <pc:docMk/>
          <pc:sldMk cId="70078371" sldId="2147479577"/>
        </pc:sldMkLst>
      </pc:sldChg>
      <pc:sldChg chg="add modNotesTx">
        <pc:chgData name="John Bowen" userId="763017e8-3e55-4f5b-b8ae-424008d36f31" providerId="ADAL" clId="{F6AD5D9E-8EB2-4569-9357-90A7AEF02DEA}" dt="2026-06-29T21:47:57.578" v="2381" actId="20577"/>
        <pc:sldMkLst>
          <pc:docMk/>
          <pc:sldMk cId="1329131859" sldId="2147479578"/>
        </pc:sldMkLst>
      </pc:sldChg>
      <pc:sldChg chg="add modNotesTx">
        <pc:chgData name="John Bowen" userId="763017e8-3e55-4f5b-b8ae-424008d36f31" providerId="ADAL" clId="{F6AD5D9E-8EB2-4569-9357-90A7AEF02DEA}" dt="2026-06-29T21:42:49.326" v="2010" actId="20577"/>
        <pc:sldMkLst>
          <pc:docMk/>
          <pc:sldMk cId="3052725238" sldId="2147479579"/>
        </pc:sldMkLst>
      </pc:sldChg>
      <pc:sldChg chg="add modNotesTx">
        <pc:chgData name="John Bowen" userId="763017e8-3e55-4f5b-b8ae-424008d36f31" providerId="ADAL" clId="{F6AD5D9E-8EB2-4569-9357-90A7AEF02DEA}" dt="2026-06-29T21:41:08.628" v="1890" actId="20577"/>
        <pc:sldMkLst>
          <pc:docMk/>
          <pc:sldMk cId="2562646670" sldId="2147479581"/>
        </pc:sldMkLst>
      </pc:sldChg>
      <pc:sldChg chg="add modNotesTx">
        <pc:chgData name="John Bowen" userId="763017e8-3e55-4f5b-b8ae-424008d36f31" providerId="ADAL" clId="{F6AD5D9E-8EB2-4569-9357-90A7AEF02DEA}" dt="2026-06-29T21:44:09.612" v="2107" actId="20577"/>
        <pc:sldMkLst>
          <pc:docMk/>
          <pc:sldMk cId="2212550683" sldId="2147479582"/>
        </pc:sldMkLst>
      </pc:sldChg>
      <pc:sldChg chg="add modNotesTx">
        <pc:chgData name="John Bowen" userId="763017e8-3e55-4f5b-b8ae-424008d36f31" providerId="ADAL" clId="{F6AD5D9E-8EB2-4569-9357-90A7AEF02DEA}" dt="2026-06-29T21:45:15.316" v="2196" actId="20577"/>
        <pc:sldMkLst>
          <pc:docMk/>
          <pc:sldMk cId="3344518776" sldId="2147479583"/>
        </pc:sldMkLst>
      </pc:sldChg>
      <pc:sldChg chg="add">
        <pc:chgData name="John Bowen" userId="763017e8-3e55-4f5b-b8ae-424008d36f31" providerId="ADAL" clId="{F6AD5D9E-8EB2-4569-9357-90A7AEF02DEA}" dt="2026-06-29T13:17:17.875" v="182"/>
        <pc:sldMkLst>
          <pc:docMk/>
          <pc:sldMk cId="3224848294" sldId="2147479585"/>
        </pc:sldMkLst>
      </pc:sldChg>
      <pc:sldChg chg="add">
        <pc:chgData name="John Bowen" userId="763017e8-3e55-4f5b-b8ae-424008d36f31" providerId="ADAL" clId="{F6AD5D9E-8EB2-4569-9357-90A7AEF02DEA}" dt="2026-06-29T13:17:17.875" v="182"/>
        <pc:sldMkLst>
          <pc:docMk/>
          <pc:sldMk cId="2956769949" sldId="2147479586"/>
        </pc:sldMkLst>
      </pc:sldChg>
      <pc:sldChg chg="add">
        <pc:chgData name="John Bowen" userId="763017e8-3e55-4f5b-b8ae-424008d36f31" providerId="ADAL" clId="{F6AD5D9E-8EB2-4569-9357-90A7AEF02DEA}" dt="2026-06-29T13:17:17.875" v="182"/>
        <pc:sldMkLst>
          <pc:docMk/>
          <pc:sldMk cId="2854018847" sldId="2147479587"/>
        </pc:sldMkLst>
      </pc:sldChg>
    </pc:docChg>
  </pc:docChgLst>
  <pc:docChgLst>
    <pc:chgData name="John Bowen" userId="763017e8-3e55-4f5b-b8ae-424008d36f31" providerId="ADAL" clId="{4142AC6C-DBF5-42EB-B789-6C8383DB38BB}"/>
    <pc:docChg chg="modSld">
      <pc:chgData name="John Bowen" userId="763017e8-3e55-4f5b-b8ae-424008d36f31" providerId="ADAL" clId="{4142AC6C-DBF5-42EB-B789-6C8383DB38BB}" dt="2026-06-25T20:30:01.067" v="11" actId="20577"/>
      <pc:docMkLst>
        <pc:docMk/>
      </pc:docMkLst>
      <pc:sldChg chg="modSp mod">
        <pc:chgData name="John Bowen" userId="763017e8-3e55-4f5b-b8ae-424008d36f31" providerId="ADAL" clId="{4142AC6C-DBF5-42EB-B789-6C8383DB38BB}" dt="2026-06-25T20:28:46.814" v="6" actId="20577"/>
        <pc:sldMkLst>
          <pc:docMk/>
          <pc:sldMk cId="0" sldId="261"/>
        </pc:sldMkLst>
        <pc:spChg chg="mod">
          <ac:chgData name="John Bowen" userId="763017e8-3e55-4f5b-b8ae-424008d36f31" providerId="ADAL" clId="{4142AC6C-DBF5-42EB-B789-6C8383DB38BB}" dt="2026-06-25T20:28:46.814" v="6" actId="20577"/>
          <ac:spMkLst>
            <pc:docMk/>
            <pc:sldMk cId="0" sldId="261"/>
            <ac:spMk id="3" creationId="{00000000-0000-0000-0000-000000000000}"/>
          </ac:spMkLst>
        </pc:spChg>
      </pc:sldChg>
      <pc:sldChg chg="modSp mod">
        <pc:chgData name="John Bowen" userId="763017e8-3e55-4f5b-b8ae-424008d36f31" providerId="ADAL" clId="{4142AC6C-DBF5-42EB-B789-6C8383DB38BB}" dt="2026-06-25T20:29:26.967" v="8" actId="20577"/>
        <pc:sldMkLst>
          <pc:docMk/>
          <pc:sldMk cId="0" sldId="270"/>
        </pc:sldMkLst>
        <pc:spChg chg="mod">
          <ac:chgData name="John Bowen" userId="763017e8-3e55-4f5b-b8ae-424008d36f31" providerId="ADAL" clId="{4142AC6C-DBF5-42EB-B789-6C8383DB38BB}" dt="2026-06-25T20:29:26.967" v="8" actId="20577"/>
          <ac:spMkLst>
            <pc:docMk/>
            <pc:sldMk cId="0" sldId="270"/>
            <ac:spMk id="3" creationId="{00000000-0000-0000-0000-000000000000}"/>
          </ac:spMkLst>
        </pc:spChg>
      </pc:sldChg>
      <pc:sldChg chg="modSp mod">
        <pc:chgData name="John Bowen" userId="763017e8-3e55-4f5b-b8ae-424008d36f31" providerId="ADAL" clId="{4142AC6C-DBF5-42EB-B789-6C8383DB38BB}" dt="2026-06-24T00:10:20.566" v="2" actId="20577"/>
        <pc:sldMkLst>
          <pc:docMk/>
          <pc:sldMk cId="0" sldId="296"/>
        </pc:sldMkLst>
        <pc:spChg chg="mod">
          <ac:chgData name="John Bowen" userId="763017e8-3e55-4f5b-b8ae-424008d36f31" providerId="ADAL" clId="{4142AC6C-DBF5-42EB-B789-6C8383DB38BB}" dt="2026-06-24T00:10:20.566" v="2" actId="20577"/>
          <ac:spMkLst>
            <pc:docMk/>
            <pc:sldMk cId="0" sldId="296"/>
            <ac:spMk id="3" creationId="{00000000-0000-0000-0000-000000000000}"/>
          </ac:spMkLst>
        </pc:spChg>
      </pc:sldChg>
      <pc:sldChg chg="modSp mod">
        <pc:chgData name="John Bowen" userId="763017e8-3e55-4f5b-b8ae-424008d36f31" providerId="ADAL" clId="{4142AC6C-DBF5-42EB-B789-6C8383DB38BB}" dt="2026-06-25T20:29:56.635" v="9" actId="20577"/>
        <pc:sldMkLst>
          <pc:docMk/>
          <pc:sldMk cId="175153000" sldId="297"/>
        </pc:sldMkLst>
        <pc:spChg chg="mod">
          <ac:chgData name="John Bowen" userId="763017e8-3e55-4f5b-b8ae-424008d36f31" providerId="ADAL" clId="{4142AC6C-DBF5-42EB-B789-6C8383DB38BB}" dt="2026-06-25T20:29:56.635" v="9" actId="20577"/>
          <ac:spMkLst>
            <pc:docMk/>
            <pc:sldMk cId="175153000" sldId="297"/>
            <ac:spMk id="3" creationId="{00000000-0000-0000-0000-000000000000}"/>
          </ac:spMkLst>
        </pc:spChg>
      </pc:sldChg>
      <pc:sldChg chg="modSp mod">
        <pc:chgData name="John Bowen" userId="763017e8-3e55-4f5b-b8ae-424008d36f31" providerId="ADAL" clId="{4142AC6C-DBF5-42EB-B789-6C8383DB38BB}" dt="2026-06-25T20:30:01.067" v="11" actId="20577"/>
        <pc:sldMkLst>
          <pc:docMk/>
          <pc:sldMk cId="3997917300" sldId="298"/>
        </pc:sldMkLst>
        <pc:spChg chg="mod">
          <ac:chgData name="John Bowen" userId="763017e8-3e55-4f5b-b8ae-424008d36f31" providerId="ADAL" clId="{4142AC6C-DBF5-42EB-B789-6C8383DB38BB}" dt="2026-06-25T20:30:01.067" v="11" actId="20577"/>
          <ac:spMkLst>
            <pc:docMk/>
            <pc:sldMk cId="3997917300" sldId="298"/>
            <ac:spMk id="3" creationId="{00000000-0000-0000-0000-000000000000}"/>
          </ac:spMkLst>
        </pc:spChg>
      </pc:sldChg>
    </pc:docChg>
  </pc:docChgLst>
</pc:chgInfo>
</file>

<file path=ppt/comments/modernComment_7FFFF00F_F5D967F7.xml><?xml version="1.0" encoding="utf-8"?>
<p188:cmLst xmlns:a="http://schemas.openxmlformats.org/drawingml/2006/main" xmlns:r="http://schemas.openxmlformats.org/officeDocument/2006/relationships" xmlns:p188="http://schemas.microsoft.com/office/powerpoint/2018/8/main">
  <p188:cm id="{101E642E-3EBA-4F17-ADA3-4734BD2A8733}" authorId="{2097E5CC-7380-1E75-D0AC-884C4F46CAFB}" status="resolved" created="2026-06-25T23:01:42.425" complete="100000">
    <ac:deMkLst xmlns:ac="http://schemas.microsoft.com/office/drawing/2013/main/command">
      <pc:docMk xmlns:pc="http://schemas.microsoft.com/office/powerpoint/2013/main/command"/>
      <pc:sldMk xmlns:pc="http://schemas.microsoft.com/office/powerpoint/2013/main/command" cId="4124665847" sldId="2147479567"/>
      <ac:spMk id="3" creationId="{90DD11F9-390D-9B64-E4BE-6E7501EA9B71}"/>
    </ac:deMkLst>
    <p188:replyLst>
      <p188:reply id="{94B425BB-C87E-483A-AA97-25B7F986377B}" authorId="{13B00AF7-77EE-1CA9-912F-DC59F4F42959}" created="2026-06-29T14:01:19.677">
        <p188:txBody>
          <a:bodyPr/>
          <a:lstStyle/>
          <a:p>
            <a:r>
              <a:rPr lang="en-US"/>
              <a:t>Added and reorganized</a:t>
            </a:r>
          </a:p>
        </p188:txBody>
      </p188:reply>
    </p188:replyLst>
    <p188:txBody>
      <a:bodyPr/>
      <a:lstStyle/>
      <a:p>
        <a:r>
          <a:rPr lang="en-US"/>
          <a:t>And Azure Management SDKs and REST, also Terraform</a:t>
        </a:r>
      </a:p>
    </p188:txBody>
  </p188:cm>
  <p188:cm id="{A7020502-5D50-4AA9-A885-ECAEE3D9BE23}" authorId="{2097E5CC-7380-1E75-D0AC-884C4F46CAFB}" created="2026-06-25T23:02:30.034">
    <ac:txMkLst xmlns:ac="http://schemas.microsoft.com/office/drawing/2013/main/command">
      <pc:docMk xmlns:pc="http://schemas.microsoft.com/office/powerpoint/2013/main/command"/>
      <pc:sldMk xmlns:pc="http://schemas.microsoft.com/office/powerpoint/2013/main/command" cId="4124665847" sldId="2147479567"/>
      <ac:spMk id="3" creationId="{90DD11F9-390D-9B64-E4BE-6E7501EA9B71}"/>
      <ac:txMk cp="235" len="73">
        <ac:context len="331" hash="1567229034"/>
      </ac:txMk>
    </ac:txMkLst>
    <p188:pos x="4390571" y="3606800"/>
    <p188:replyLst>
      <p188:reply id="{C9E69286-E135-406E-B7EC-695563CA3E6F}" authorId="{13B00AF7-77EE-1CA9-912F-DC59F4F42959}" created="2026-06-29T14:01:01.983">
        <p188:txBody>
          <a:bodyPr/>
          <a:lstStyle/>
          <a:p>
            <a:r>
              <a:rPr lang="en-US"/>
              <a:t>Space is tight so added “Others” to indicate more</a:t>
            </a:r>
          </a:p>
        </p188:txBody>
      </p188:reply>
    </p188:replyLst>
    <p188:txBody>
      <a:bodyPr/>
      <a:lstStyle/>
      <a:p>
        <a:r>
          <a:rPr lang="en-US"/>
          <a:t>there are more than just these two</a:t>
        </a:r>
      </a:p>
    </p188:txBody>
  </p188:cm>
</p188:cmLst>
</file>

<file path=ppt/comments/modernComment_7FFFF011_B6D27F3B.xml><?xml version="1.0" encoding="utf-8"?>
<p188:cmLst xmlns:a="http://schemas.openxmlformats.org/drawingml/2006/main" xmlns:r="http://schemas.openxmlformats.org/officeDocument/2006/relationships" xmlns:p188="http://schemas.microsoft.com/office/powerpoint/2018/8/main">
  <p188:cm id="{DD75CD81-89F0-43C4-9E1F-2943B26B967B}" authorId="{2097E5CC-7380-1E75-D0AC-884C4F46CAFB}" status="resolved" created="2026-06-25T22:31:25.580" complete="100000">
    <ac:txMkLst xmlns:ac="http://schemas.microsoft.com/office/drawing/2013/main/command">
      <pc:docMk xmlns:pc="http://schemas.microsoft.com/office/powerpoint/2013/main/command"/>
      <pc:sldMk xmlns:pc="http://schemas.microsoft.com/office/powerpoint/2013/main/command" cId="3067248443" sldId="2147479569"/>
      <ac:spMk id="3" creationId="{A970DAB2-2B4D-81B2-DC9E-F1D1E8B16480}"/>
      <ac:txMk cp="85">
        <ac:context len="86" hash="108922152"/>
      </ac:txMk>
    </ac:txMkLst>
    <p188:pos x="6654800" y="1850571"/>
    <p188:txBody>
      <a:bodyPr/>
      <a:lstStyle/>
      <a:p>
        <a:r>
          <a:rPr lang="en-US"/>
          <a:t>just avoid mentioning shared db throughtput</a:t>
        </a:r>
      </a:p>
    </p188:txBody>
  </p188:cm>
</p188:cmLst>
</file>

<file path=ppt/comments/modernComment_7FFFF012_9C5BF7DB.xml><?xml version="1.0" encoding="utf-8"?>
<p188:cmLst xmlns:a="http://schemas.openxmlformats.org/drawingml/2006/main" xmlns:r="http://schemas.openxmlformats.org/officeDocument/2006/relationships" xmlns:p188="http://schemas.microsoft.com/office/powerpoint/2018/8/main">
  <p188:cm id="{524D5470-7D8B-499D-8A39-8783C185FA44}" authorId="{2097E5CC-7380-1E75-D0AC-884C4F46CAFB}" status="resolved" created="2026-06-25T22:32:34.049" complete="100000">
    <ac:txMkLst xmlns:ac="http://schemas.microsoft.com/office/drawing/2013/main/command">
      <pc:docMk xmlns:pc="http://schemas.microsoft.com/office/powerpoint/2013/main/command"/>
      <pc:sldMk xmlns:pc="http://schemas.microsoft.com/office/powerpoint/2013/main/command" cId="2623272923" sldId="2147479570"/>
      <ac:spMk id="3" creationId="{A970DAB2-2B4D-81B2-DC9E-F1D1E8B16480}"/>
      <ac:txMk cp="175" len="60">
        <ac:context len="236" hash="496520102"/>
      </ac:txMk>
    </ac:txMkLst>
    <p188:pos x="9492342" y="2953657"/>
    <p188:txBody>
      <a:bodyPr/>
      <a:lstStyle/>
      <a:p>
        <a:r>
          <a:rPr lang="en-US"/>
          <a:t>almost positive we asked to deemphasize stored procs, etc.</a:t>
        </a:r>
      </a:p>
    </p188:txBody>
  </p188:cm>
</p188:cmLst>
</file>

<file path=ppt/comments/modernComment_7FFFF014_E00E26E8.xml><?xml version="1.0" encoding="utf-8"?>
<p188:cmLst xmlns:a="http://schemas.openxmlformats.org/drawingml/2006/main" xmlns:r="http://schemas.openxmlformats.org/officeDocument/2006/relationships" xmlns:p188="http://schemas.microsoft.com/office/powerpoint/2018/8/main">
  <p188:cm id="{765F4AFC-5BA5-4FBA-A219-58369599ACF5}" authorId="{2097E5CC-7380-1E75-D0AC-884C4F46CAFB}" created="2026-06-25T22:33:34.378">
    <ac:txMkLst xmlns:ac="http://schemas.microsoft.com/office/drawing/2013/main/command">
      <pc:docMk xmlns:pc="http://schemas.microsoft.com/office/powerpoint/2013/main/command"/>
      <pc:sldMk xmlns:pc="http://schemas.microsoft.com/office/powerpoint/2013/main/command" cId="3759023848" sldId="2147479572"/>
      <ac:spMk id="3" creationId="{FAB81BD4-50F1-0790-3D15-50E68DC6E240}"/>
      <ac:txMk cp="23" len="25">
        <ac:context len="211" hash="617126190"/>
      </ac:txMk>
    </ac:txMkLst>
    <p188:pos x="5384800" y="747485"/>
    <p188:replyLst>
      <p188:reply id="{C4A5349B-B5A1-4827-B80E-8C41D40B33ED}" authorId="{13B00AF7-77EE-1CA9-912F-DC59F4F42959}" created="2026-06-27T02:25:59.952">
        <p188:txBody>
          <a:bodyPr/>
          <a:lstStyle/>
          <a:p>
            <a:r>
              <a:rPr lang="en-US"/>
              <a:t>Updated with less definitive wording to still discourage their use. Does this work better or would it be better to delete the mention entirely?</a:t>
            </a:r>
          </a:p>
        </p188:txBody>
        <p188:extLst>
          <p:ext xmlns:p="http://schemas.openxmlformats.org/presentationml/2006/main" uri="{57CB4572-C831-44C2-8A1C-0ADB6CCDFE69}">
            <p223:reactions xmlns:p223="http://schemas.microsoft.com/office/powerpoint/2022/03/main">
              <p223:rxn type="👍">
                <p223:instance time="2026-06-27T07:28:33.812" authorId="{2097E5CC-7380-1E75-D0AC-884C4F46CAFB}"/>
              </p223:rxn>
            </p223:reactions>
          </p:ext>
        </p188:extLst>
      </p188:reply>
    </p188:replyLst>
    <p188:txBody>
      <a:bodyPr/>
      <a:lstStyle/>
      <a:p>
        <a:r>
          <a:rPr lang="en-US"/>
          <a:t>We have not formally announced this, please don't mention or include this</a:t>
        </a:r>
      </a:p>
    </p188:txBody>
  </p188:cm>
  <p188:cm id="{0AF465BA-5FE5-49A0-9DF2-CDC62D4584E1}" authorId="{2097E5CC-7380-1E75-D0AC-884C4F46CAFB}" status="resolved" created="2026-06-25T22:33:54.003" complete="100000">
    <ac:deMkLst xmlns:ac="http://schemas.microsoft.com/office/drawing/2013/main/command">
      <pc:docMk xmlns:pc="http://schemas.microsoft.com/office/powerpoint/2013/main/command"/>
      <pc:sldMk xmlns:pc="http://schemas.microsoft.com/office/powerpoint/2013/main/command" cId="3759023848" sldId="2147479572"/>
      <ac:spMk id="3" creationId="{FAB81BD4-50F1-0790-3D15-50E68DC6E240}"/>
    </ac:deMkLst>
    <p188:txBody>
      <a:bodyPr/>
      <a:lstStyle/>
      <a:p>
        <a:r>
          <a:rPr lang="en-US"/>
          <a:t>Also rust and go</a:t>
        </a:r>
      </a:p>
    </p188:txBody>
  </p188:cm>
</p188:cmLst>
</file>

<file path=ppt/comments/modernComment_7FFFF015_A155DFBF.xml><?xml version="1.0" encoding="utf-8"?>
<p188:cmLst xmlns:a="http://schemas.openxmlformats.org/drawingml/2006/main" xmlns:r="http://schemas.openxmlformats.org/officeDocument/2006/relationships" xmlns:p188="http://schemas.microsoft.com/office/powerpoint/2018/8/main">
  <p188:cm id="{F910CAFE-6433-4EDA-9C8F-CD818632602D}" authorId="{2097E5CC-7380-1E75-D0AC-884C4F46CAFB}" created="2026-06-25T22:42:25.521">
    <pc:sldMkLst xmlns:pc="http://schemas.microsoft.com/office/powerpoint/2013/main/command">
      <pc:docMk/>
      <pc:sldMk cId="2706759615" sldId="2147479573"/>
    </pc:sldMkLst>
    <p188:replyLst>
      <p188:reply id="{EB4E307E-B011-4FE6-A3C9-3B01A06B4C18}" authorId="{13B00AF7-77EE-1CA9-912F-DC59F4F42959}" created="2026-06-29T14:07:35.340">
        <p188:txBody>
          <a:bodyPr/>
          <a:lstStyle/>
          <a:p>
            <a:r>
              <a:rPr lang="en-US"/>
              <a:t>Added separate slides with specific examples for each model. Examples cover different key reasons to choose either embedded or reference and include callouts for those decision points. Deleted lower value slides elsewhere to balance out the time so we get more focus here.</a:t>
            </a:r>
          </a:p>
        </p188:txBody>
      </p188:reply>
    </p188:replyLst>
    <p188:txBody>
      <a:bodyPr/>
      <a:lstStyle/>
      <a:p>
        <a:r>
          <a:rPr lang="en-US"/>
          <a:t>some examples here for this and all of these data modeling concepts would be really helpful.</a:t>
        </a:r>
      </a:p>
    </p188:txBody>
  </p188:cm>
</p188:cmLst>
</file>

<file path=ppt/comments/modernComment_7FFFF017_1464EB38.xml><?xml version="1.0" encoding="utf-8"?>
<p188:cmLst xmlns:a="http://schemas.openxmlformats.org/drawingml/2006/main" xmlns:r="http://schemas.openxmlformats.org/officeDocument/2006/relationships" xmlns:p188="http://schemas.microsoft.com/office/powerpoint/2018/8/main">
  <p188:cm id="{90833861-40D0-468B-A06B-8CB5512D3F5C}" authorId="{2097E5CC-7380-1E75-D0AC-884C4F46CAFB}" created="2026-06-25T22:56:39.751">
    <pc:sldMkLst xmlns:pc="http://schemas.microsoft.com/office/powerpoint/2013/main/command">
      <pc:docMk/>
      <pc:sldMk cId="342158136" sldId="2147479575"/>
    </pc:sldMkLst>
    <p188:replyLst>
      <p188:reply id="{BCE92A8C-DF5F-4626-A7EC-EC4B4850AD3A}" authorId="{13B00AF7-77EE-1CA9-912F-DC59F4F42959}" created="2026-06-29T14:04:33.560">
        <p188:txBody>
          <a:bodyPr/>
          <a:lstStyle/>
          <a:p>
            <a:r>
              <a:rPr lang="en-US"/>
              <a:t>Added high level explanation</a:t>
            </a:r>
          </a:p>
        </p188:txBody>
      </p188:reply>
    </p188:replyLst>
    <p188:txBody>
      <a:bodyPr/>
      <a:lstStyle/>
      <a:p>
        <a:r>
          <a:rPr lang="en-US"/>
          <a:t>there is nothing on this slide that tells the user what consistency models provide.</a:t>
        </a:r>
      </a:p>
    </p188:txBody>
  </p188:cm>
</p188:cmLst>
</file>

<file path=ppt/comments/modernComment_7FFFF018_C5612497.xml><?xml version="1.0" encoding="utf-8"?>
<p188:cmLst xmlns:a="http://schemas.openxmlformats.org/drawingml/2006/main" xmlns:r="http://schemas.openxmlformats.org/officeDocument/2006/relationships" xmlns:p188="http://schemas.microsoft.com/office/powerpoint/2018/8/main">
  <p188:cm id="{120F01BD-AB5E-447F-BF87-7F3F6EADA677}" authorId="{2097E5CC-7380-1E75-D0AC-884C4F46CAFB}" created="2026-06-25T22:41:27.177">
    <pc:sldMkLst xmlns:pc="http://schemas.microsoft.com/office/powerpoint/2013/main/command">
      <pc:docMk/>
      <pc:sldMk cId="3311477911" sldId="2147479576"/>
    </pc:sldMkLst>
    <p188:replyLst>
      <p188:reply id="{5B597242-6CBC-4676-9941-49691F0AD673}" authorId="{13B00AF7-77EE-1CA9-912F-DC59F4F42959}" created="2026-06-29T16:13:12.766">
        <p188:txBody>
          <a:bodyPr/>
          <a:lstStyle/>
          <a:p>
            <a:r>
              <a:rPr lang="en-US"/>
              <a:t>Added explanatory text on slide and in notes. This is the high level introduction to the NoSQL model that is expanded on in following slides and is not focused on partitioning.</a:t>
            </a:r>
          </a:p>
        </p188:txBody>
      </p188:reply>
    </p188:replyLst>
    <p188:txBody>
      <a:bodyPr/>
      <a:lstStyle/>
      <a:p>
        <a:r>
          <a:rPr lang="en-US"/>
          <a:t>Confused looking at this example. what is the partition key in this container?
There really isn't enough information on this slide to talk to it.</a:t>
        </a:r>
      </a:p>
    </p188:txBody>
  </p188:cm>
</p188:cmLst>
</file>

<file path=ppt/comments/modernComment_10A_0.xml><?xml version="1.0" encoding="utf-8"?>
<p188:cmLst xmlns:a="http://schemas.openxmlformats.org/drawingml/2006/main" xmlns:r="http://schemas.openxmlformats.org/officeDocument/2006/relationships" xmlns:p188="http://schemas.microsoft.com/office/powerpoint/2018/8/main">
  <p188:cm id="{F72368AE-7AB6-4774-8D4E-C8ED49751C05}" authorId="{2097E5CC-7380-1E75-D0AC-884C4F46CAFB}" status="resolved" created="2026-06-25T22:38:13.738" complete="100000">
    <ac:txMkLst xmlns:ac="http://schemas.microsoft.com/office/drawing/2013/main/command">
      <pc:docMk xmlns:pc="http://schemas.microsoft.com/office/powerpoint/2013/main/command"/>
      <pc:sldMk xmlns:pc="http://schemas.microsoft.com/office/powerpoint/2013/main/command" cId="0" sldId="266"/>
      <ac:spMk id="3" creationId="{00000000-0000-0000-0000-000000000000}"/>
      <ac:txMk cp="311" len="83">
        <ac:context len="395" hash="2277416020"/>
      </ac:txMk>
    </ac:txMkLst>
    <p188:pos x="10355942" y="2895600"/>
    <p188:txBody>
      <a:bodyPr/>
      <a:lstStyle/>
      <a:p>
        <a:r>
          <a:rPr lang="en-US"/>
          <a:t>added.</a:t>
        </a:r>
      </a:p>
    </p188:txBody>
  </p188:cm>
</p188:cmLst>
</file>

<file path=ppt/comments/modernComment_10C_0.xml><?xml version="1.0" encoding="utf-8"?>
<p188:cmLst xmlns:a="http://schemas.openxmlformats.org/drawingml/2006/main" xmlns:r="http://schemas.openxmlformats.org/officeDocument/2006/relationships" xmlns:p188="http://schemas.microsoft.com/office/powerpoint/2018/8/main">
  <p188:cm id="{7DE7A485-0F1E-4CCA-877A-5B8AC8E34008}" authorId="{2097E5CC-7380-1E75-D0AC-884C4F46CAFB}" created="2026-06-25T22:45:42.038">
    <ac:txMkLst xmlns:ac="http://schemas.microsoft.com/office/drawing/2013/main/command">
      <pc:docMk xmlns:pc="http://schemas.microsoft.com/office/powerpoint/2013/main/command"/>
      <pc:sldMk xmlns:pc="http://schemas.microsoft.com/office/powerpoint/2013/main/command" cId="0" sldId="268"/>
      <ac:spMk id="3" creationId="{00000000-0000-0000-0000-000000000000}"/>
      <ac:txMk cp="58" len="172">
        <ac:context len="389" hash="106584875"/>
      </ac:txMk>
    </ac:txMkLst>
    <p188:pos x="5203371" y="2104571"/>
    <p188:replyLst>
      <p188:reply id="{83B23EA7-3B7B-4EB9-A76B-5CF339FF7BAE}" authorId="{13B00AF7-77EE-1CA9-912F-DC59F4F42959}" created="2026-06-29T14:16:30.066">
        <p188:txBody>
          <a:bodyPr/>
          <a:lstStyle/>
          <a:p>
            <a:r>
              <a:rPr lang="en-US"/>
              <a:t>Separated recommendations for different dominant patterns</a:t>
            </a:r>
          </a:p>
        </p188:txBody>
      </p188:reply>
    </p188:replyLst>
    <p188:txBody>
      <a:bodyPr/>
      <a:lstStyle/>
      <a:p>
        <a:r>
          <a:rPr lang="en-US"/>
          <a:t>This conflates the point which is selection criteria can be dependent on the prevailing pattern, write heavy or read heavy. then for each, what are the requirements.</a:t>
        </a:r>
      </a:p>
    </p188:txBody>
  </p188:cm>
</p188:cmLst>
</file>

<file path=ppt/comments/modernComment_10D_0.xml><?xml version="1.0" encoding="utf-8"?>
<p188:cmLst xmlns:a="http://schemas.openxmlformats.org/drawingml/2006/main" xmlns:r="http://schemas.openxmlformats.org/officeDocument/2006/relationships" xmlns:p188="http://schemas.microsoft.com/office/powerpoint/2018/8/main">
  <p188:cm id="{D1FB9CF3-D41C-43BC-A6AA-D96706ACA0EA}" authorId="{2097E5CC-7380-1E75-D0AC-884C4F46CAFB}" created="2026-06-25T22:54:35.200">
    <ac:txMkLst xmlns:ac="http://schemas.microsoft.com/office/drawing/2013/main/command">
      <pc:docMk xmlns:pc="http://schemas.microsoft.com/office/powerpoint/2013/main/command"/>
      <pc:sldMk xmlns:pc="http://schemas.microsoft.com/office/powerpoint/2013/main/command" cId="0" sldId="269"/>
      <ac:spMk id="3" creationId="{00000000-0000-0000-0000-000000000000}"/>
      <ac:txMk cp="53" len="9">
        <ac:context len="529" hash="1311705241"/>
      </ac:txMk>
    </ac:txMkLst>
    <p188:pos x="9368971" y="217714"/>
    <p188:replyLst>
      <p188:reply id="{8C400490-81A9-4B6D-A555-D096447DBFFA}" authorId="{13B00AF7-77EE-1CA9-912F-DC59F4F42959}" created="2026-06-29T13:48:23.135">
        <p188:txBody>
          <a:bodyPr/>
          <a:lstStyle/>
          <a:p>
            <a:r>
              <a:rPr lang="en-US"/>
              <a:t>Adjusted and added new sub-bullet with simplified explanation without getting into weeds of logical/physical.</a:t>
            </a:r>
          </a:p>
        </p188:txBody>
      </p188:reply>
    </p188:replyLst>
    <p188:txBody>
      <a:bodyPr/>
      <a:lstStyle/>
      <a:p>
        <a:r>
          <a:rPr lang="en-US"/>
          <a:t>hot partitions come when ops concentrate on a single physical partition, not simply a partition key value. if I have partition key values that are close to each other, I can still have the same problem. for example, if I am loading data and I have customer id of, AAA0001 and AAA0002 and expect to get full use of multiple partitions worth of data. I don't know how to put this in a way new users can understand but its not correct to say single pk value</a:t>
        </a:r>
      </a:p>
    </p188:txBody>
  </p188:cm>
</p188:cmLst>
</file>

<file path=ppt/comments/modernComment_108_0.xml><?xml version="1.0" encoding="utf-8"?>
<p188:cmLst xmlns:a="http://schemas.openxmlformats.org/drawingml/2006/main" xmlns:r="http://schemas.openxmlformats.org/officeDocument/2006/relationships" xmlns:p188="http://schemas.microsoft.com/office/powerpoint/2018/8/main">
  <p188:cm id="{98E235D7-5993-4353-9856-44449BADDFCE}" authorId="{2097E5CC-7380-1E75-D0AC-884C4F46CAFB}" created="2026-06-25T22:35:15.316">
    <ac:deMkLst xmlns:ac="http://schemas.microsoft.com/office/drawing/2013/main/command">
      <pc:docMk xmlns:pc="http://schemas.microsoft.com/office/powerpoint/2013/main/command"/>
      <pc:sldMk xmlns:pc="http://schemas.microsoft.com/office/powerpoint/2013/main/command" cId="0" sldId="264"/>
      <ac:spMk id="3" creationId="{00000000-0000-0000-0000-000000000000}"/>
    </ac:deMkLst>
    <p188:replyLst>
      <p188:reply id="{CC174BE5-A9DB-4507-BDE7-F8B7BEC6EE70}" authorId="{13B00AF7-77EE-1CA9-912F-DC59F4F42959}" created="2026-06-27T02:38:49.275">
        <p188:txBody>
          <a:bodyPr/>
          <a:lstStyle/>
          <a:p>
            <a:r>
              <a:rPr lang="en-US"/>
              <a:t>Added and updated wording for provisioned description</a:t>
            </a:r>
          </a:p>
        </p188:txBody>
      </p188:reply>
    </p188:replyLst>
    <p188:txBody>
      <a:bodyPr/>
      <a:lstStyle/>
      <a:p>
        <a:r>
          <a:rPr lang="en-US"/>
          <a:t>serverless also great for dev workloads when getting started.</a:t>
        </a:r>
      </a:p>
    </p188:txBody>
  </p188:cm>
</p188:cmLst>
</file>

<file path=ppt/comments/modernComment_110_0.xml><?xml version="1.0" encoding="utf-8"?>
<p188:cmLst xmlns:a="http://schemas.openxmlformats.org/drawingml/2006/main" xmlns:r="http://schemas.openxmlformats.org/officeDocument/2006/relationships" xmlns:p188="http://schemas.microsoft.com/office/powerpoint/2018/8/main">
  <p188:cm id="{B5F10DB8-AE14-4901-90DB-E1EB85006098}" authorId="{2097E5CC-7380-1E75-D0AC-884C4F46CAFB}" created="2026-06-25T23:05:54.114">
    <ac:txMkLst xmlns:ac="http://schemas.microsoft.com/office/drawing/2013/main/command">
      <pc:docMk xmlns:pc="http://schemas.microsoft.com/office/powerpoint/2013/main/command"/>
      <pc:sldMk xmlns:pc="http://schemas.microsoft.com/office/powerpoint/2013/main/command" cId="0" sldId="272"/>
      <ac:spMk id="2" creationId="{00000000-0000-0000-0000-000000000000}"/>
      <ac:txMk cp="0" len="23">
        <ac:context len="25" hash="1960420146"/>
      </ac:txMk>
    </ac:txMkLst>
    <p188:pos x="4985657" y="870857"/>
    <p188:txBody>
      <a:bodyPr/>
      <a:lstStyle/>
      <a:p>
        <a:r>
          <a:rPr lang="en-US"/>
          <a:t>This entire section on replication and security I would happily chuck in the bin if we could get more time and content on data modeling and partitioning.
none of the slides in this section are really useful if I'm a new user trying to understand the basics. none of the concepts really are important until after they've designed their application and want to go into production.</a:t>
        </a:r>
      </a:p>
    </p188:txBody>
  </p188:cm>
</p188:cmLst>
</file>

<file path=ppt/comments/modernComment_113_0.xml><?xml version="1.0" encoding="utf-8"?>
<p188:cmLst xmlns:a="http://schemas.openxmlformats.org/drawingml/2006/main" xmlns:r="http://schemas.openxmlformats.org/officeDocument/2006/relationships" xmlns:p188="http://schemas.microsoft.com/office/powerpoint/2018/8/main">
  <p188:cm id="{DA702E75-29C8-4DBA-8F49-7E551561AC27}" authorId="{2097E5CC-7380-1E75-D0AC-884C4F46CAFB}" created="2026-06-25T23:00:53.971">
    <ac:txMkLst xmlns:ac="http://schemas.microsoft.com/office/drawing/2013/main/command">
      <pc:docMk xmlns:pc="http://schemas.microsoft.com/office/powerpoint/2013/main/command"/>
      <pc:sldMk xmlns:pc="http://schemas.microsoft.com/office/powerpoint/2013/main/command" cId="0" sldId="275"/>
      <ac:spMk id="3" creationId="{00000000-0000-0000-0000-000000000000}"/>
      <ac:txMk cp="64" len="55">
        <ac:context len="339" hash="3231883326"/>
      </ac:txMk>
    </ac:txMkLst>
    <p188:pos x="5718628" y="217714"/>
    <p188:replyLst>
      <p188:reply id="{2839E39A-7251-433A-A0B6-8A7F4EB84E06}" authorId="{13B00AF7-77EE-1CA9-912F-DC59F4F42959}" created="2026-06-29T14:05:41.486">
        <p188:txBody>
          <a:bodyPr/>
          <a:lstStyle/>
          <a:p>
            <a:r>
              <a:rPr lang="en-US"/>
              <a:t>Clarified to call out lack of authz with keys and Entra enabling RBAC</a:t>
            </a:r>
          </a:p>
        </p188:txBody>
      </p188:reply>
    </p188:replyLst>
    <p188:txBody>
      <a:bodyPr/>
      <a:lstStyle/>
      <a:p>
        <a:r>
          <a:rPr lang="en-US"/>
          <a:t>You mean Entra ID?
Azure RBAC is auth/z, not auth/n.
this slide conflates the two.</a:t>
        </a:r>
      </a:p>
    </p188:txBody>
  </p188:cm>
</p188:cmLst>
</file>

<file path=ppt/comments/modernComment_116_0.xml><?xml version="1.0" encoding="utf-8"?>
<p188:cmLst xmlns:a="http://schemas.openxmlformats.org/drawingml/2006/main" xmlns:r="http://schemas.openxmlformats.org/officeDocument/2006/relationships" xmlns:p188="http://schemas.microsoft.com/office/powerpoint/2018/8/main">
  <p188:cm id="{D03AAC7F-D032-40EF-B258-E58BC46496A2}" authorId="{2097E5CC-7380-1E75-D0AC-884C4F46CAFB}" status="resolved" created="2026-06-25T23:07:14.552" complete="100000">
    <ac:txMkLst xmlns:ac="http://schemas.microsoft.com/office/drawing/2013/main/command">
      <pc:docMk xmlns:pc="http://schemas.microsoft.com/office/powerpoint/2013/main/command"/>
      <pc:sldMk xmlns:pc="http://schemas.microsoft.com/office/powerpoint/2013/main/command" cId="0" sldId="278"/>
      <ac:spMk id="3" creationId="{00000000-0000-0000-0000-000000000000}"/>
      <ac:txMk cp="49">
        <ac:context len="50" hash="2130183305"/>
      </ac:txMk>
    </ac:txMkLst>
    <p188:pos x="6625771" y="2750457"/>
    <p188:txBody>
      <a:bodyPr/>
      <a:lstStyle/>
      <a:p>
        <a:r>
          <a:rPr lang="en-US"/>
          <a:t>Please explain this to me where I'm a user and I write a document in one region and then I immediately turn around and issue a read into a secondary region?
This bullet point makes no sense to me.</a:t>
        </a:r>
      </a:p>
    </p188:txBody>
  </p188:cm>
  <p188:cm id="{C80824BE-0952-4F1F-8CC0-CF87F09EF4F2}" authorId="{2097E5CC-7380-1E75-D0AC-884C4F46CAFB}" status="resolved" created="2026-06-25T23:07:58.193" complete="100000">
    <ac:txMkLst xmlns:ac="http://schemas.microsoft.com/office/drawing/2013/main/command">
      <pc:docMk xmlns:pc="http://schemas.microsoft.com/office/powerpoint/2013/main/command"/>
      <pc:sldMk xmlns:pc="http://schemas.microsoft.com/office/powerpoint/2013/main/command" cId="0" sldId="278"/>
      <ac:spMk id="3" creationId="{00000000-0000-0000-0000-000000000000}"/>
      <ac:txMk cp="49">
        <ac:context len="50" hash="2130183305"/>
      </ac:txMk>
    </ac:txMkLst>
    <p188:pos x="4876800" y="3156857"/>
    <p188:txBody>
      <a:bodyPr/>
      <a:lstStyle/>
      <a:p>
        <a:r>
          <a:rPr lang="en-US"/>
          <a:t>This is your answer to 404? This is wrong</a:t>
        </a:r>
      </a:p>
    </p188:txBody>
  </p188:cm>
  <p188:cm id="{6E786A2F-79D9-4256-BC42-A629D494C58F}" authorId="{2097E5CC-7380-1E75-D0AC-884C4F46CAFB}" created="2026-06-25T23:17:07.092">
    <ac:txMkLst xmlns:ac="http://schemas.microsoft.com/office/drawing/2013/main/command">
      <pc:docMk xmlns:pc="http://schemas.microsoft.com/office/powerpoint/2013/main/command"/>
      <pc:sldMk xmlns:pc="http://schemas.microsoft.com/office/powerpoint/2013/main/command" cId="0" sldId="278"/>
      <ac:spMk id="3" creationId="{00000000-0000-0000-0000-000000000000}"/>
      <ac:txMk cp="49">
        <ac:context len="50" hash="2130183305"/>
      </ac:txMk>
    </ac:txMkLst>
    <p188:pos x="4020457" y="4905828"/>
    <p188:replyLst>
      <p188:reply id="{B79F1C0F-E427-4853-A90E-F9B1C210F3B9}" authorId="{13B00AF7-77EE-1CA9-912F-DC59F4F42959}" created="2026-06-29T13:19:51.246">
        <p188:txBody>
          <a:bodyPr/>
          <a:lstStyle/>
          <a:p>
            <a:r>
              <a:rPr lang="en-US"/>
              <a:t>Expanded to separate slides per error</a:t>
            </a:r>
          </a:p>
        </p188:txBody>
      </p188:reply>
    </p188:replyLst>
    <p188:txBody>
      <a:bodyPr/>
      <a:lstStyle/>
      <a:p>
        <a:r>
          <a:rPr lang="en-US"/>
          <a:t>Why are you conflating these two error codes? These have different causes and solutions. I don't see anything in here that addresses 409s.
412s only come about by implementing optimistic concurrency so the second bullet is redundant.
Overall this slide is too simple and does not address what these are, why they happen and how to address them equally. Suggest reformulating this slide to make each more clear. for example...
409s:
What? Conflict with same pk and id. unique-key policy violation, multi-region write conflict.
Fix: Catch and retry with new/updated id (typically its the id that is the problem)</a:t>
        </a:r>
      </a:p>
    </p188:txBody>
  </p188:cm>
  <p188:cm id="{5481B727-056B-41BB-ABBD-3D4291DA5E5B}" authorId="{2097E5CC-7380-1E75-D0AC-884C4F46CAFB}" created="2026-06-25T23:19:12.530">
    <ac:txMkLst xmlns:ac="http://schemas.microsoft.com/office/drawing/2013/main/command">
      <pc:docMk xmlns:pc="http://schemas.microsoft.com/office/powerpoint/2013/main/command"/>
      <pc:sldMk xmlns:pc="http://schemas.microsoft.com/office/powerpoint/2013/main/command" cId="0" sldId="278"/>
      <ac:spMk id="3" creationId="{00000000-0000-0000-0000-000000000000}"/>
      <ac:txMk cp="49">
        <ac:context len="50" hash="2130183305"/>
      </ac:txMk>
    </ac:txMkLst>
    <p188:pos x="3077028" y="1538514"/>
    <p188:replyLst>
      <p188:reply id="{6C0A8976-CF1D-4EF2-B370-AF97A5264D49}" authorId="{13B00AF7-77EE-1CA9-912F-DC59F4F42959}" created="2026-06-29T13:18:57.258">
        <p188:txBody>
          <a:bodyPr/>
          <a:lstStyle/>
          <a:p>
            <a:r>
              <a:rPr lang="en-US"/>
              <a:t>Replaced with other recommendations</a:t>
            </a:r>
          </a:p>
        </p188:txBody>
      </p188:reply>
    </p188:replyLst>
    <p188:txBody>
      <a:bodyPr/>
      <a:lstStyle/>
      <a:p>
        <a:r>
          <a:rPr lang="en-US"/>
          <a:t>I would avoid putting this on a slide like this given this is the root of nearly every unhappy customer we have when they do this to solve a problem.
handling 429's is worth a slide or two all its own. and I'd probably defer this to after the monitoring section.</a:t>
        </a:r>
      </a:p>
    </p188:txBody>
  </p188:cm>
</p188:cmLst>
</file>

<file path=ppt/comments/modernComment_121_0.xml><?xml version="1.0" encoding="utf-8"?>
<p188:cmLst xmlns:a="http://schemas.openxmlformats.org/drawingml/2006/main" xmlns:r="http://schemas.openxmlformats.org/officeDocument/2006/relationships" xmlns:p188="http://schemas.microsoft.com/office/powerpoint/2018/8/main">
  <p188:cm id="{371E68E5-9BD5-4D66-B232-6397EE0A5D8F}" authorId="{2097E5CC-7380-1E75-D0AC-884C4F46CAFB}" status="resolved" created="2026-06-25T23:21:59.688" complete="100000">
    <ac:txMkLst xmlns:ac="http://schemas.microsoft.com/office/drawing/2013/main/command">
      <pc:docMk xmlns:pc="http://schemas.microsoft.com/office/powerpoint/2013/main/command"/>
      <pc:sldMk xmlns:pc="http://schemas.microsoft.com/office/powerpoint/2013/main/command" cId="0" sldId="289"/>
      <ac:spMk id="3" creationId="{00000000-0000-0000-0000-000000000000}"/>
      <ac:txMk cp="33" len="3">
        <ac:context len="193" hash="3324185213"/>
      </ac:txMk>
    </ac:txMkLst>
    <p188:pos x="5384800" y="747485"/>
    <p188:txBody>
      <a:bodyPr/>
      <a:lstStyle/>
      <a:p>
        <a:r>
          <a:rPr lang="en-US"/>
          <a:t>Listing model versions will quickly age this content. I suggest listing vendors, not versions.</a:t>
        </a:r>
      </a:p>
    </p188:txBody>
  </p188:cm>
</p188:cmLst>
</file>

<file path=ppt/comments/modernComment_130_0.xml><?xml version="1.0" encoding="utf-8"?>
<p188:cmLst xmlns:a="http://schemas.openxmlformats.org/drawingml/2006/main" xmlns:r="http://schemas.openxmlformats.org/officeDocument/2006/relationships" xmlns:p188="http://schemas.microsoft.com/office/powerpoint/2018/8/main">
  <p188:cm id="{0C6F5096-3D77-4E1B-B6D8-4EBFCA353211}" authorId="{2097E5CC-7380-1E75-D0AC-884C4F46CAFB}" status="resolved" created="2026-06-25T23:27:36.425" complete="100000">
    <ac:txMkLst xmlns:ac="http://schemas.microsoft.com/office/drawing/2013/main/command">
      <pc:docMk xmlns:pc="http://schemas.microsoft.com/office/powerpoint/2013/main/command"/>
      <pc:sldMk xmlns:pc="http://schemas.microsoft.com/office/powerpoint/2013/main/command" cId="0" sldId="304"/>
      <ac:spMk id="3" creationId="{00000000-0000-0000-0000-000000000000}"/>
      <ac:txMk cp="63">
        <ac:context len="247" hash="3395621382"/>
      </ac:txMk>
    </ac:txMkLst>
    <p188:pos x="9245600" y="747485"/>
    <p188:txBody>
      <a:bodyPr/>
      <a:lstStyle/>
      <a:p>
        <a:r>
          <a:rPr lang="en-US"/>
          <a:t>I'm pretty sure this connector only supports key-based authentication.
TBH the integration with Cosmos and RTH is pretty weak, not sure I would even mention it.</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6/29/2026 5:41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6/29/2026 5:41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Introducing the general concept of NoSQL documents and how they differ from relational data structures. The same simple data structure is shown in both models. In the relational model data is laid out across multiple tables related by foreign keys to represent one-to-many relationships, requiring JOINs to read the whole structure. In NoSQL related data is nested within a hierarchy inside a single item in one container.</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6/29/2026 9:03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2357289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on following slides cover additional decision points to help decide between Embedded or Reference.</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6/29/2026 2:36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13551941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points: small collections can be embedded, strict hierarchies fit well</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6/29/2026 2:39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1661742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points: one-to-many, limited collection size, reads are more common than writes</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6/29/2026 2:40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1611765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points: one-to-many but collection size is large, access parent item without children</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6/29/2026 2:41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23</a:t>
            </a:fld>
            <a:endParaRPr lang="en-US"/>
          </a:p>
        </p:txBody>
      </p:sp>
    </p:spTree>
    <p:extLst>
      <p:ext uri="{BB962C8B-B14F-4D97-AF65-F5344CB8AC3E}">
        <p14:creationId xmlns:p14="http://schemas.microsoft.com/office/powerpoint/2010/main" val="1571348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points: many-to-many, reads and writes can start on either side of the relationship</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6/29/2026 2:42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24</a:t>
            </a:fld>
            <a:endParaRPr lang="en-US"/>
          </a:p>
        </p:txBody>
      </p:sp>
    </p:spTree>
    <p:extLst>
      <p:ext uri="{BB962C8B-B14F-4D97-AF65-F5344CB8AC3E}">
        <p14:creationId xmlns:p14="http://schemas.microsoft.com/office/powerpoint/2010/main" val="37128251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points: extremely write heavy but only on specific properties</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6/29/2026 2:44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25</a:t>
            </a:fld>
            <a:endParaRPr lang="en-US"/>
          </a:p>
        </p:txBody>
      </p:sp>
    </p:spTree>
    <p:extLst>
      <p:ext uri="{BB962C8B-B14F-4D97-AF65-F5344CB8AC3E}">
        <p14:creationId xmlns:p14="http://schemas.microsoft.com/office/powerpoint/2010/main" val="29679742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points: different types of reads suggest different strategies within the same overall data model, point in time snapshots vs propagation of updated values</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6/29/2026 2:45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26</a:t>
            </a:fld>
            <a:endParaRPr lang="en-US"/>
          </a:p>
        </p:txBody>
      </p:sp>
    </p:spTree>
    <p:extLst>
      <p:ext uri="{BB962C8B-B14F-4D97-AF65-F5344CB8AC3E}">
        <p14:creationId xmlns:p14="http://schemas.microsoft.com/office/powerpoint/2010/main" val="2980722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Open Fabric at </a:t>
            </a:r>
            <a:r>
              <a:rPr lang="en-US" sz="882" b="0" kern="1200" dirty="0">
                <a:solidFill>
                  <a:schemeClr val="tx1"/>
                </a:solidFill>
                <a:effectLst/>
                <a:latin typeface="Segoe UI" panose="020B0502040204020203" pitchFamily="34" charset="0"/>
                <a:ea typeface="+mn-ea"/>
                <a:cs typeface="+mn-cs"/>
              </a:rPr>
              <a:t>https://app.fabric.microsoft.com/ and access a Workspace to show </a:t>
            </a:r>
            <a:r>
              <a:rPr lang="en-US" sz="882" b="0" kern="1200" dirty="0" err="1">
                <a:solidFill>
                  <a:schemeClr val="tx1"/>
                </a:solidFill>
                <a:effectLst/>
                <a:latin typeface="Segoe UI" panose="020B0502040204020203" pitchFamily="34" charset="0"/>
                <a:ea typeface="+mn-ea"/>
                <a:cs typeface="+mn-cs"/>
              </a:rPr>
              <a:t>OneLake</a:t>
            </a:r>
            <a:r>
              <a:rPr lang="en-US" sz="882" b="0" kern="1200" dirty="0">
                <a:solidFill>
                  <a:schemeClr val="tx1"/>
                </a:solidFill>
                <a:effectLst/>
                <a:latin typeface="Segoe UI" panose="020B0502040204020203" pitchFamily="34" charset="0"/>
                <a:ea typeface="+mn-ea"/>
                <a:cs typeface="+mn-cs"/>
              </a:rPr>
              <a:t> and </a:t>
            </a:r>
            <a:r>
              <a:rPr lang="en-US" sz="882" b="0" kern="1200">
                <a:solidFill>
                  <a:schemeClr val="tx1"/>
                </a:solidFill>
                <a:effectLst/>
                <a:latin typeface="Segoe UI" panose="020B0502040204020203" pitchFamily="34" charset="0"/>
                <a:ea typeface="+mn-ea"/>
                <a:cs typeface="+mn-cs"/>
              </a:rPr>
              <a:t>Notebook items.</a:t>
            </a:r>
            <a:endParaRPr lang="en-US" sz="882" b="0" kern="1200" dirty="0">
              <a:solidFill>
                <a:schemeClr val="tx1"/>
              </a:solidFill>
              <a:effectLst/>
              <a:latin typeface="Segoe UI" panose="020B0502040204020203" pitchFamily="34" charset="0"/>
              <a:ea typeface="+mn-ea"/>
              <a:cs typeface="+mn-cs"/>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6/29/2026 2:54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64</a:t>
            </a:fld>
            <a:endParaRPr lang="en-US"/>
          </a:p>
        </p:txBody>
      </p:sp>
    </p:spTree>
    <p:extLst>
      <p:ext uri="{BB962C8B-B14F-4D97-AF65-F5344CB8AC3E}">
        <p14:creationId xmlns:p14="http://schemas.microsoft.com/office/powerpoint/2010/main" val="36073614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Master" Target="../slideMasters/slideMaster1.xml"/><Relationship Id="rId4" Type="http://schemas.openxmlformats.org/officeDocument/2006/relationships/image" Target="../media/image21.jpe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1.xml"/><Relationship Id="rId5" Type="http://schemas.openxmlformats.org/officeDocument/2006/relationships/image" Target="../media/image25.svg"/><Relationship Id="rId4" Type="http://schemas.openxmlformats.org/officeDocument/2006/relationships/image" Target="../media/image2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42.jpe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MS logo white - EMF" descr="Microsoft logo white text version">
            <a:extLst>
              <a:ext uri="{FF2B5EF4-FFF2-40B4-BE49-F238E27FC236}">
                <a16:creationId xmlns:a16="http://schemas.microsoft.com/office/drawing/2014/main" id="{F7CD6B1F-AE52-08A4-59DD-ADA3920FEFA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7" name="TextBox 6">
            <a:extLst>
              <a:ext uri="{FF2B5EF4-FFF2-40B4-BE49-F238E27FC236}">
                <a16:creationId xmlns:a16="http://schemas.microsoft.com/office/drawing/2014/main" id="{53B4BC62-442D-D07F-D062-B23F459AF590}"/>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bg1"/>
                </a:solidFill>
                <a:latin typeface="+mj-lt"/>
              </a:rPr>
              <a:t>Microsoft Azure</a:t>
            </a:r>
          </a:p>
        </p:txBody>
      </p:sp>
    </p:spTree>
    <p:extLst>
      <p:ext uri="{BB962C8B-B14F-4D97-AF65-F5344CB8AC3E}">
        <p14:creationId xmlns:p14="http://schemas.microsoft.com/office/powerpoint/2010/main" val="115799712"/>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Walkin">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3B4BC62-442D-D07F-D062-B23F459AF590}"/>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pic>
        <p:nvPicPr>
          <p:cNvPr id="5" name="MS logo gray - EMF" descr="Microsoft logo, gray text version">
            <a:extLst>
              <a:ext uri="{FF2B5EF4-FFF2-40B4-BE49-F238E27FC236}">
                <a16:creationId xmlns:a16="http://schemas.microsoft.com/office/drawing/2014/main" id="{8672AF12-6140-9E72-C268-A8ED4080CAD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91374624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Slide_Ellip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bg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a:t>Speaker name or subtitle text</a:t>
            </a:r>
          </a:p>
        </p:txBody>
      </p:sp>
      <p:pic>
        <p:nvPicPr>
          <p:cNvPr id="4" name="MS logo white - EMF" descr="Microsoft logo white text version">
            <a:extLst>
              <a:ext uri="{FF2B5EF4-FFF2-40B4-BE49-F238E27FC236}">
                <a16:creationId xmlns:a16="http://schemas.microsoft.com/office/drawing/2014/main" id="{0BB37EE3-73AC-5546-F43B-FE5420C7D02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3751368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Title Slide_Ellips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6060204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_Title Slide_Ellip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gray - EMF" descr="Microsoft logo, gray text version">
            <a:extLst>
              <a:ext uri="{FF2B5EF4-FFF2-40B4-BE49-F238E27FC236}">
                <a16:creationId xmlns:a16="http://schemas.microsoft.com/office/drawing/2014/main" id="{BBFAAA10-F521-410E-1BB5-6D77902DD0C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6871918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userDrawn="1">
          <p15:clr>
            <a:srgbClr val="5ACBF0"/>
          </p15:clr>
        </p15:guide>
        <p15:guide id="3" pos="6144">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_Title Slide_Ellip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6561127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Title Slide_Hex">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bg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a:t>Speaker name or subtitle text</a:t>
            </a:r>
          </a:p>
        </p:txBody>
      </p:sp>
      <p:pic>
        <p:nvPicPr>
          <p:cNvPr id="4" name="MS logo white - EMF" descr="Microsoft logo white text version">
            <a:extLst>
              <a:ext uri="{FF2B5EF4-FFF2-40B4-BE49-F238E27FC236}">
                <a16:creationId xmlns:a16="http://schemas.microsoft.com/office/drawing/2014/main" id="{0BB37EE3-73AC-5546-F43B-FE5420C7D02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842940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_Title Slide_Hex">
    <p:bg>
      <p:bgPr>
        <a:blipFill dpi="0" rotWithShape="1">
          <a:blip r:embed="rId2">
            <a:lum/>
          </a:blip>
          <a:srcRect/>
          <a:stretch>
            <a:fillRect l="-3000" r="-3000"/>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7456527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_Title Slide_Hex">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42254748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_Title Slide_Hex">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5825761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Title Slide_Wav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gray - EMF" descr="Microsoft logo, gray text version">
            <a:extLst>
              <a:ext uri="{FF2B5EF4-FFF2-40B4-BE49-F238E27FC236}">
                <a16:creationId xmlns:a16="http://schemas.microsoft.com/office/drawing/2014/main" id="{BBFAAA10-F521-410E-1BB5-6D77902DD0C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1689435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userDrawn="1">
          <p15:clr>
            <a:srgbClr val="5ACBF0"/>
          </p15:clr>
        </p15:guide>
        <p15:guide id="3" pos="6144">
          <p15:clr>
            <a:srgbClr val="5ACBF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_Title Slide_Wav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gray - EMF" descr="Microsoft logo, gray text version">
            <a:extLst>
              <a:ext uri="{FF2B5EF4-FFF2-40B4-BE49-F238E27FC236}">
                <a16:creationId xmlns:a16="http://schemas.microsoft.com/office/drawing/2014/main" id="{BBFAAA10-F521-410E-1BB5-6D77902DD0C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9040543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userDrawn="1">
          <p15:clr>
            <a:srgbClr val="5ACBF0"/>
          </p15:clr>
        </p15:guide>
        <p15:guide id="3" pos="6144">
          <p15:clr>
            <a:srgbClr val="5ACBF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title slid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5343970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1"/>
            <a:ext cx="3182027" cy="553998"/>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721736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3150414"/>
            <a:ext cx="3182027" cy="553998"/>
          </a:xfrm>
        </p:spPr>
        <p:txBody>
          <a:bodyPr anchor="ctr"/>
          <a:lstStyle>
            <a:lvl1pPr>
              <a:defRPr>
                <a:solidFill>
                  <a:schemeClr val="tx1"/>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5442284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CE50-46CE-0973-AC08-7477BEAD00F3}"/>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Text Placeholder 11">
            <a:extLst>
              <a:ext uri="{FF2B5EF4-FFF2-40B4-BE49-F238E27FC236}">
                <a16:creationId xmlns:a16="http://schemas.microsoft.com/office/drawing/2014/main" id="{03424D10-01E7-37F9-6091-2C95487D9F73}"/>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5" name="Text Placeholder 11">
            <a:extLst>
              <a:ext uri="{FF2B5EF4-FFF2-40B4-BE49-F238E27FC236}">
                <a16:creationId xmlns:a16="http://schemas.microsoft.com/office/drawing/2014/main" id="{823006D8-810A-DCBB-7E79-17F6322E2FFC}"/>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7" name="Text Placeholder 11">
            <a:extLst>
              <a:ext uri="{FF2B5EF4-FFF2-40B4-BE49-F238E27FC236}">
                <a16:creationId xmlns:a16="http://schemas.microsoft.com/office/drawing/2014/main" id="{6B655A31-FF73-73EA-1EA8-00F13891AB94}"/>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9" name="Text Placeholder 11">
            <a:extLst>
              <a:ext uri="{FF2B5EF4-FFF2-40B4-BE49-F238E27FC236}">
                <a16:creationId xmlns:a16="http://schemas.microsoft.com/office/drawing/2014/main" id="{05E7CC6D-40F5-C58C-FC44-793B1A98AC5D}"/>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11" name="Text Placeholder 7">
            <a:extLst>
              <a:ext uri="{FF2B5EF4-FFF2-40B4-BE49-F238E27FC236}">
                <a16:creationId xmlns:a16="http://schemas.microsoft.com/office/drawing/2014/main" id="{5A9E3DC6-0200-3CE4-7835-ED50F3E13E61}"/>
              </a:ext>
            </a:extLst>
          </p:cNvPr>
          <p:cNvSpPr>
            <a:spLocks noGrp="1"/>
          </p:cNvSpPr>
          <p:nvPr>
            <p:ph type="body" sz="quarter" idx="14"/>
          </p:nvPr>
        </p:nvSpPr>
        <p:spPr>
          <a:xfrm>
            <a:off x="584200" y="2283115"/>
            <a:ext cx="2532063" cy="1221873"/>
          </a:xfrm>
        </p:spPr>
        <p:txBody>
          <a:bodyPr wrap="square">
            <a:spAutoFit/>
          </a:bodyPr>
          <a:lstStyle>
            <a:lvl1pPr marL="141288" indent="-141288">
              <a:spcAft>
                <a:spcPts val="300"/>
              </a:spcAft>
              <a:buSzPct val="100000"/>
              <a:defRPr lang="en-US" sz="1800" dirty="0"/>
            </a:lvl1pPr>
            <a:lvl2pPr marL="285750" indent="-125413">
              <a:spcAft>
                <a:spcPts val="300"/>
              </a:spcAft>
              <a:defRPr lang="en-US" sz="1600" dirty="0"/>
            </a:lvl2pPr>
            <a:lvl3pPr marL="438150" indent="-133350">
              <a:spcAft>
                <a:spcPts val="300"/>
              </a:spcAft>
              <a:defRPr lang="en-US" sz="1400"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12" name="Text Placeholder 7">
            <a:extLst>
              <a:ext uri="{FF2B5EF4-FFF2-40B4-BE49-F238E27FC236}">
                <a16:creationId xmlns:a16="http://schemas.microsoft.com/office/drawing/2014/main" id="{ACB6CA31-7E98-F14E-3A62-936E75E64EF8}"/>
              </a:ext>
            </a:extLst>
          </p:cNvPr>
          <p:cNvSpPr>
            <a:spLocks noGrp="1"/>
          </p:cNvSpPr>
          <p:nvPr>
            <p:ph type="body" sz="quarter" idx="21"/>
          </p:nvPr>
        </p:nvSpPr>
        <p:spPr>
          <a:xfrm>
            <a:off x="3413125" y="2283115"/>
            <a:ext cx="2532063" cy="1221873"/>
          </a:xfrm>
        </p:spPr>
        <p:txBody>
          <a:bodyPr wrap="square">
            <a:spAutoFit/>
          </a:bodyPr>
          <a:lstStyle>
            <a:lvl1pPr marL="141288" indent="-141288">
              <a:spcAft>
                <a:spcPts val="300"/>
              </a:spcAft>
              <a:buSzPct val="100000"/>
              <a:defRPr lang="en-US" sz="1800" dirty="0"/>
            </a:lvl1pPr>
            <a:lvl2pPr marL="285750" indent="-125413">
              <a:spcAft>
                <a:spcPts val="300"/>
              </a:spcAft>
              <a:defRPr lang="en-US" sz="1600" dirty="0"/>
            </a:lvl2pPr>
            <a:lvl3pPr marL="438150" indent="-133350">
              <a:spcAft>
                <a:spcPts val="300"/>
              </a:spcAft>
              <a:defRPr lang="en-US" sz="1400"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13" name="Text Placeholder 7">
            <a:extLst>
              <a:ext uri="{FF2B5EF4-FFF2-40B4-BE49-F238E27FC236}">
                <a16:creationId xmlns:a16="http://schemas.microsoft.com/office/drawing/2014/main" id="{10E3E8DA-155F-E181-093B-E46C85E41B6E}"/>
              </a:ext>
            </a:extLst>
          </p:cNvPr>
          <p:cNvSpPr>
            <a:spLocks noGrp="1"/>
          </p:cNvSpPr>
          <p:nvPr>
            <p:ph type="body" sz="quarter" idx="22"/>
          </p:nvPr>
        </p:nvSpPr>
        <p:spPr>
          <a:xfrm>
            <a:off x="6242050" y="2283115"/>
            <a:ext cx="2532063" cy="1221873"/>
          </a:xfrm>
        </p:spPr>
        <p:txBody>
          <a:bodyPr wrap="square">
            <a:spAutoFit/>
          </a:bodyPr>
          <a:lstStyle>
            <a:lvl1pPr marL="141288" indent="-141288">
              <a:spcAft>
                <a:spcPts val="300"/>
              </a:spcAft>
              <a:buSzPct val="100000"/>
              <a:defRPr lang="en-US" sz="1800" dirty="0"/>
            </a:lvl1pPr>
            <a:lvl2pPr marL="285750" indent="-125413">
              <a:spcAft>
                <a:spcPts val="300"/>
              </a:spcAft>
              <a:defRPr lang="en-US" sz="1600" dirty="0"/>
            </a:lvl2pPr>
            <a:lvl3pPr marL="438150" indent="-133350">
              <a:spcAft>
                <a:spcPts val="300"/>
              </a:spcAft>
              <a:defRPr lang="en-US" sz="1400"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14" name="Text Placeholder 7">
            <a:extLst>
              <a:ext uri="{FF2B5EF4-FFF2-40B4-BE49-F238E27FC236}">
                <a16:creationId xmlns:a16="http://schemas.microsoft.com/office/drawing/2014/main" id="{E907CA24-055B-73CA-E6DC-DA2C8A21AB9D}"/>
              </a:ext>
            </a:extLst>
          </p:cNvPr>
          <p:cNvSpPr>
            <a:spLocks noGrp="1"/>
          </p:cNvSpPr>
          <p:nvPr>
            <p:ph type="body" sz="quarter" idx="23"/>
          </p:nvPr>
        </p:nvSpPr>
        <p:spPr>
          <a:xfrm>
            <a:off x="9070975" y="2283115"/>
            <a:ext cx="2532063" cy="1221873"/>
          </a:xfrm>
        </p:spPr>
        <p:txBody>
          <a:bodyPr wrap="square">
            <a:spAutoFit/>
          </a:bodyPr>
          <a:lstStyle>
            <a:lvl1pPr marL="141288" indent="-141288">
              <a:spcAft>
                <a:spcPts val="300"/>
              </a:spcAft>
              <a:buSzPct val="100000"/>
              <a:defRPr lang="en-US" sz="1800" dirty="0"/>
            </a:lvl1pPr>
            <a:lvl2pPr marL="285750" indent="-125413">
              <a:spcAft>
                <a:spcPts val="300"/>
              </a:spcAft>
              <a:defRPr lang="en-US" sz="1600" dirty="0"/>
            </a:lvl2pPr>
            <a:lvl3pPr marL="438150" indent="-133350">
              <a:spcAft>
                <a:spcPts val="300"/>
              </a:spcAft>
              <a:defRPr lang="en-US" sz="1400"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01096839"/>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1172629"/>
          </a:xfrm>
        </p:spPr>
        <p:txBody>
          <a:bodyPr>
            <a:spAutoFit/>
          </a:bodyPr>
          <a:lstStyle>
            <a:lvl1pPr marL="182880" indent="-274320">
              <a:spcAft>
                <a:spcPts val="300"/>
              </a:spcAft>
              <a:buSzPct val="80000"/>
              <a:buFont typeface="Arial" panose="020B0604020202020204" pitchFamily="34" charset="0"/>
              <a:buChar char="•"/>
              <a:defRPr>
                <a:solidFill>
                  <a:schemeClr val="tx1"/>
                </a:solidFill>
              </a:defRPr>
            </a:lvl1pPr>
            <a:lvl2pPr marL="640080">
              <a:spcAft>
                <a:spcPts val="300"/>
              </a:spcAft>
              <a:buSzPct val="100000"/>
              <a:defRPr>
                <a:solidFill>
                  <a:schemeClr val="tx1"/>
                </a:solidFill>
              </a:defRPr>
            </a:lvl2pPr>
            <a:lvl3pPr marL="914400" indent="-182880">
              <a:spcAft>
                <a:spcPts val="300"/>
              </a:spcAft>
              <a:buSzPct val="100000"/>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chemeClr val="tx1"/>
                </a:solidFill>
              </a:rPr>
              <a:t>ELT layout</a:t>
            </a:r>
          </a:p>
        </p:txBody>
      </p:sp>
    </p:spTree>
    <p:extLst>
      <p:ext uri="{BB962C8B-B14F-4D97-AF65-F5344CB8AC3E}">
        <p14:creationId xmlns:p14="http://schemas.microsoft.com/office/powerpoint/2010/main" val="32248273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2" name="Content Placeholder 3">
            <a:extLst>
              <a:ext uri="{FF2B5EF4-FFF2-40B4-BE49-F238E27FC236}">
                <a16:creationId xmlns:a16="http://schemas.microsoft.com/office/drawing/2014/main" id="{6A9055D4-97E3-A1CF-916C-A8EC075BAA77}"/>
              </a:ext>
            </a:extLst>
          </p:cNvPr>
          <p:cNvSpPr>
            <a:spLocks noGrp="1"/>
          </p:cNvSpPr>
          <p:nvPr>
            <p:ph sz="quarter" idx="10"/>
          </p:nvPr>
        </p:nvSpPr>
        <p:spPr>
          <a:xfrm>
            <a:off x="584200" y="1435100"/>
            <a:ext cx="11018838" cy="1172629"/>
          </a:xfrm>
        </p:spPr>
        <p:txBody>
          <a:bodyPr>
            <a:spAutoFit/>
          </a:bodyPr>
          <a:lstStyle>
            <a:lvl1pPr marL="182880" indent="-274320">
              <a:spcAft>
                <a:spcPts val="300"/>
              </a:spcAft>
              <a:buSzPct val="80000"/>
              <a:buFont typeface="Arial" panose="020B0604020202020204" pitchFamily="34" charset="0"/>
              <a:buNone/>
              <a:defRPr>
                <a:solidFill>
                  <a:schemeClr val="tx1"/>
                </a:solidFill>
              </a:defRPr>
            </a:lvl1pPr>
            <a:lvl2pPr marL="640080" indent="-228600">
              <a:spcAft>
                <a:spcPts val="300"/>
              </a:spcAft>
              <a:buSzPct val="100000"/>
              <a:buNone/>
              <a:defRPr>
                <a:solidFill>
                  <a:schemeClr val="tx1"/>
                </a:solidFill>
              </a:defRPr>
            </a:lvl2pPr>
            <a:lvl3pPr marL="914400" indent="-182880">
              <a:spcAft>
                <a:spcPts val="300"/>
              </a:spcAft>
              <a:buSzPct val="100000"/>
              <a:buNone/>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965798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column 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3" name="Content Placeholder 3">
            <a:extLst>
              <a:ext uri="{FF2B5EF4-FFF2-40B4-BE49-F238E27FC236}">
                <a16:creationId xmlns:a16="http://schemas.microsoft.com/office/drawing/2014/main" id="{46845391-C091-D99B-3FCC-7E088C3CFD1F}"/>
              </a:ext>
            </a:extLst>
          </p:cNvPr>
          <p:cNvSpPr>
            <a:spLocks noGrp="1"/>
          </p:cNvSpPr>
          <p:nvPr>
            <p:ph sz="quarter" idx="10"/>
          </p:nvPr>
        </p:nvSpPr>
        <p:spPr>
          <a:xfrm>
            <a:off x="584201" y="1435100"/>
            <a:ext cx="5212080" cy="1172629"/>
          </a:xfrm>
        </p:spPr>
        <p:txBody>
          <a:bodyPr wrap="square">
            <a:spAutoFit/>
          </a:bodyPr>
          <a:lstStyle>
            <a:lvl1pPr marL="182880" indent="-274320">
              <a:spcAft>
                <a:spcPts val="300"/>
              </a:spcAft>
              <a:buSzPct val="80000"/>
              <a:buFont typeface="Arial" panose="020B0604020202020204" pitchFamily="34" charset="0"/>
              <a:buChar char="•"/>
              <a:defRPr>
                <a:solidFill>
                  <a:schemeClr val="tx1"/>
                </a:solidFill>
              </a:defRPr>
            </a:lvl1pPr>
            <a:lvl2pPr marL="640080">
              <a:spcAft>
                <a:spcPts val="300"/>
              </a:spcAft>
              <a:buSzPct val="100000"/>
              <a:defRPr>
                <a:solidFill>
                  <a:schemeClr val="tx1"/>
                </a:solidFill>
              </a:defRPr>
            </a:lvl2pPr>
            <a:lvl3pPr marL="1005840" indent="-182880">
              <a:spcAft>
                <a:spcPts val="300"/>
              </a:spcAft>
              <a:buSzPct val="100000"/>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7" name="Content Placeholder 3">
            <a:extLst>
              <a:ext uri="{FF2B5EF4-FFF2-40B4-BE49-F238E27FC236}">
                <a16:creationId xmlns:a16="http://schemas.microsoft.com/office/drawing/2014/main" id="{BEF5769C-9AA8-EBC8-D77B-374B1EE852B4}"/>
              </a:ext>
            </a:extLst>
          </p:cNvPr>
          <p:cNvSpPr>
            <a:spLocks noGrp="1"/>
          </p:cNvSpPr>
          <p:nvPr>
            <p:ph sz="quarter" idx="12"/>
          </p:nvPr>
        </p:nvSpPr>
        <p:spPr>
          <a:xfrm>
            <a:off x="6394703" y="1435100"/>
            <a:ext cx="5212080" cy="1172629"/>
          </a:xfrm>
        </p:spPr>
        <p:txBody>
          <a:bodyPr wrap="square">
            <a:spAutoFit/>
          </a:bodyPr>
          <a:lstStyle>
            <a:lvl1pPr marL="182880" indent="-274320">
              <a:spcAft>
                <a:spcPts val="300"/>
              </a:spcAft>
              <a:buSzPct val="80000"/>
              <a:buFont typeface="Arial" panose="020B0604020202020204" pitchFamily="34" charset="0"/>
              <a:buChar char="•"/>
              <a:defRPr>
                <a:solidFill>
                  <a:schemeClr val="tx1"/>
                </a:solidFill>
              </a:defRPr>
            </a:lvl1pPr>
            <a:lvl2pPr marL="640080">
              <a:spcAft>
                <a:spcPts val="300"/>
              </a:spcAft>
              <a:buSzPct val="100000"/>
              <a:defRPr>
                <a:solidFill>
                  <a:schemeClr val="tx1"/>
                </a:solidFill>
              </a:defRPr>
            </a:lvl2pPr>
            <a:lvl3pPr marL="1005840" indent="-182880">
              <a:spcAft>
                <a:spcPts val="300"/>
              </a:spcAft>
              <a:buSzPct val="100000"/>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63091465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lvl1pPr>
              <a:defRPr>
                <a:solidFill>
                  <a:schemeClr val="tx1"/>
                </a:solidFill>
              </a:defRPr>
            </a:lvl1pPr>
          </a:lstStyle>
          <a:p>
            <a:r>
              <a:rPr lang="en-US"/>
              <a:t>Click to edit Master title style</a:t>
            </a:r>
          </a:p>
        </p:txBody>
      </p:sp>
      <p:sp>
        <p:nvSpPr>
          <p:cNvPr id="3" name="Content Placeholder 3">
            <a:extLst>
              <a:ext uri="{FF2B5EF4-FFF2-40B4-BE49-F238E27FC236}">
                <a16:creationId xmlns:a16="http://schemas.microsoft.com/office/drawing/2014/main" id="{4E0263E5-2B37-8F59-5079-D4DE2A9D52EF}"/>
              </a:ext>
            </a:extLst>
          </p:cNvPr>
          <p:cNvSpPr>
            <a:spLocks noGrp="1"/>
          </p:cNvSpPr>
          <p:nvPr>
            <p:ph sz="quarter" idx="10"/>
          </p:nvPr>
        </p:nvSpPr>
        <p:spPr>
          <a:xfrm>
            <a:off x="584201" y="1435100"/>
            <a:ext cx="5212080" cy="1172629"/>
          </a:xfrm>
        </p:spPr>
        <p:txBody>
          <a:bodyPr wrap="square">
            <a:spAutoFit/>
          </a:bodyPr>
          <a:lstStyle>
            <a:lvl1pPr marL="0" indent="0">
              <a:spcAft>
                <a:spcPts val="300"/>
              </a:spcAft>
              <a:buSzPct val="80000"/>
              <a:buFont typeface="Arial" panose="020B0604020202020204" pitchFamily="34" charset="0"/>
              <a:buNone/>
              <a:defRPr>
                <a:solidFill>
                  <a:schemeClr val="tx1"/>
                </a:solidFill>
              </a:defRPr>
            </a:lvl1pPr>
            <a:lvl2pPr marL="411480" indent="0">
              <a:spcAft>
                <a:spcPts val="300"/>
              </a:spcAft>
              <a:buSzPct val="100000"/>
              <a:buNone/>
              <a:defRPr>
                <a:solidFill>
                  <a:schemeClr val="tx1"/>
                </a:solidFill>
              </a:defRPr>
            </a:lvl2pPr>
            <a:lvl3pPr marL="822960" indent="0">
              <a:spcAft>
                <a:spcPts val="300"/>
              </a:spcAft>
              <a:buSzPct val="100000"/>
              <a:buNone/>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Content Placeholder 3">
            <a:extLst>
              <a:ext uri="{FF2B5EF4-FFF2-40B4-BE49-F238E27FC236}">
                <a16:creationId xmlns:a16="http://schemas.microsoft.com/office/drawing/2014/main" id="{1CEB1990-4849-1AFD-A4D1-89275BEAA918}"/>
              </a:ext>
            </a:extLst>
          </p:cNvPr>
          <p:cNvSpPr>
            <a:spLocks noGrp="1"/>
          </p:cNvSpPr>
          <p:nvPr>
            <p:ph sz="quarter" idx="12"/>
          </p:nvPr>
        </p:nvSpPr>
        <p:spPr>
          <a:xfrm>
            <a:off x="6394703" y="1435100"/>
            <a:ext cx="5212080" cy="1172629"/>
          </a:xfrm>
        </p:spPr>
        <p:txBody>
          <a:bodyPr wrap="square">
            <a:spAutoFit/>
          </a:bodyPr>
          <a:lstStyle>
            <a:lvl1pPr marL="0" indent="0">
              <a:spcAft>
                <a:spcPts val="300"/>
              </a:spcAft>
              <a:buSzPct val="80000"/>
              <a:buFont typeface="Arial" panose="020B0604020202020204" pitchFamily="34" charset="0"/>
              <a:buNone/>
              <a:defRPr>
                <a:solidFill>
                  <a:schemeClr val="tx1"/>
                </a:solidFill>
              </a:defRPr>
            </a:lvl1pPr>
            <a:lvl2pPr marL="411480" indent="0">
              <a:spcAft>
                <a:spcPts val="300"/>
              </a:spcAft>
              <a:buSzPct val="100000"/>
              <a:buNone/>
              <a:defRPr>
                <a:solidFill>
                  <a:schemeClr val="tx1"/>
                </a:solidFill>
              </a:defRPr>
            </a:lvl2pPr>
            <a:lvl3pPr marL="822960" indent="0">
              <a:spcAft>
                <a:spcPts val="300"/>
              </a:spcAft>
              <a:buSzPct val="100000"/>
              <a:buNone/>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7624214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111073"/>
          </a:xfrm>
        </p:spPr>
        <p:txBody>
          <a:bodyPr>
            <a:spAutoFit/>
          </a:bodyPr>
          <a:lstStyle>
            <a:lvl1pPr marL="171450" indent="-171450">
              <a:spcAft>
                <a:spcPts val="300"/>
              </a:spcAft>
              <a:buSzPct val="100000"/>
              <a:defRPr lang="en-US" sz="2400" dirty="0"/>
            </a:lvl1pPr>
            <a:lvl2pPr marL="457200" indent="-171450">
              <a:spcAft>
                <a:spcPts val="300"/>
              </a:spcAft>
              <a:defRPr lang="en-US" dirty="0"/>
            </a:lvl2pPr>
            <a:lvl3pPr marL="731520" indent="-171450">
              <a:spcAft>
                <a:spcPts val="300"/>
              </a:spcAft>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3" name="Text Placeholder 7">
            <a:extLst>
              <a:ext uri="{FF2B5EF4-FFF2-40B4-BE49-F238E27FC236}">
                <a16:creationId xmlns:a16="http://schemas.microsoft.com/office/drawing/2014/main" id="{747234F0-F579-9850-CC94-7CEBBA394DD1}"/>
              </a:ext>
            </a:extLst>
          </p:cNvPr>
          <p:cNvSpPr>
            <a:spLocks noGrp="1"/>
          </p:cNvSpPr>
          <p:nvPr>
            <p:ph type="body" sz="quarter" idx="18"/>
          </p:nvPr>
        </p:nvSpPr>
        <p:spPr>
          <a:xfrm>
            <a:off x="6387083" y="2084388"/>
            <a:ext cx="5219700" cy="1111073"/>
          </a:xfrm>
        </p:spPr>
        <p:txBody>
          <a:bodyPr>
            <a:spAutoFit/>
          </a:bodyPr>
          <a:lstStyle>
            <a:lvl1pPr marL="171450" indent="-171450">
              <a:spcAft>
                <a:spcPts val="300"/>
              </a:spcAft>
              <a:buSzPct val="100000"/>
              <a:defRPr lang="en-US" sz="2400" dirty="0"/>
            </a:lvl1pPr>
            <a:lvl2pPr marL="457200" indent="-171450">
              <a:spcAft>
                <a:spcPts val="300"/>
              </a:spcAft>
              <a:defRPr lang="en-US" dirty="0"/>
            </a:lvl2pPr>
            <a:lvl3pPr marL="731520" indent="-171450">
              <a:spcAft>
                <a:spcPts val="300"/>
              </a:spcAft>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8613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column bullet with subhead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320361"/>
          </a:xfrm>
        </p:spPr>
        <p:txBody>
          <a:bodyPr wrap="square">
            <a:spAutoFit/>
          </a:bodyPr>
          <a:lstStyle>
            <a:lvl1pPr marL="182880" indent="-182880">
              <a:spcAft>
                <a:spcPts val="300"/>
              </a:spcAft>
              <a:buFont typeface="Arial" panose="020B0604020202020204" pitchFamily="34" charset="0"/>
              <a:buChar char="•"/>
              <a:defRPr lang="en-US" sz="2000" dirty="0"/>
            </a:lvl1pPr>
            <a:lvl2pPr marL="457200" indent="-150813">
              <a:spcAft>
                <a:spcPts val="300"/>
              </a:spcAft>
              <a:defRPr lang="en-US" sz="1800" dirty="0"/>
            </a:lvl2pPr>
            <a:lvl3pPr marL="466725" indent="-138113">
              <a:spcAft>
                <a:spcPts val="300"/>
              </a:spcAft>
              <a:defRPr lang="en-US" dirty="0"/>
            </a:lvl3pPr>
            <a:lvl4pPr marL="731520"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 name="Text Placeholder 7">
            <a:extLst>
              <a:ext uri="{FF2B5EF4-FFF2-40B4-BE49-F238E27FC236}">
                <a16:creationId xmlns:a16="http://schemas.microsoft.com/office/drawing/2014/main" id="{01437EE2-BB8A-AE0A-D5F0-4BFFF727E9AF}"/>
              </a:ext>
            </a:extLst>
          </p:cNvPr>
          <p:cNvSpPr>
            <a:spLocks noGrp="1"/>
          </p:cNvSpPr>
          <p:nvPr>
            <p:ph type="body" sz="quarter" idx="19"/>
          </p:nvPr>
        </p:nvSpPr>
        <p:spPr>
          <a:xfrm>
            <a:off x="4463796" y="2390775"/>
            <a:ext cx="3264408" cy="1320361"/>
          </a:xfrm>
        </p:spPr>
        <p:txBody>
          <a:bodyPr wrap="square">
            <a:spAutoFit/>
          </a:bodyPr>
          <a:lstStyle>
            <a:lvl1pPr marL="182880" indent="-182880">
              <a:spcAft>
                <a:spcPts val="300"/>
              </a:spcAft>
              <a:buFont typeface="Arial" panose="020B0604020202020204" pitchFamily="34" charset="0"/>
              <a:buChar char="•"/>
              <a:defRPr lang="en-US" sz="2000" dirty="0"/>
            </a:lvl1pPr>
            <a:lvl2pPr marL="457200" indent="-150813">
              <a:spcAft>
                <a:spcPts val="300"/>
              </a:spcAft>
              <a:defRPr lang="en-US" sz="1800" dirty="0"/>
            </a:lvl2pPr>
            <a:lvl3pPr marL="466725" indent="-138113">
              <a:spcAft>
                <a:spcPts val="300"/>
              </a:spcAft>
              <a:defRPr lang="en-US" dirty="0"/>
            </a:lvl3pPr>
            <a:lvl4pPr marL="731520"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p:txBody>
      </p:sp>
      <p:sp>
        <p:nvSpPr>
          <p:cNvPr id="4" name="Text Placeholder 7">
            <a:extLst>
              <a:ext uri="{FF2B5EF4-FFF2-40B4-BE49-F238E27FC236}">
                <a16:creationId xmlns:a16="http://schemas.microsoft.com/office/drawing/2014/main" id="{EAF7CCD4-3874-BA45-8B78-64A32FDA6BCB}"/>
              </a:ext>
            </a:extLst>
          </p:cNvPr>
          <p:cNvSpPr>
            <a:spLocks noGrp="1"/>
          </p:cNvSpPr>
          <p:nvPr>
            <p:ph type="body" sz="quarter" idx="20"/>
          </p:nvPr>
        </p:nvSpPr>
        <p:spPr>
          <a:xfrm>
            <a:off x="8342375" y="2390775"/>
            <a:ext cx="3264408" cy="1320361"/>
          </a:xfrm>
        </p:spPr>
        <p:txBody>
          <a:bodyPr wrap="square">
            <a:spAutoFit/>
          </a:bodyPr>
          <a:lstStyle>
            <a:lvl1pPr marL="182880" indent="-182880">
              <a:spcAft>
                <a:spcPts val="300"/>
              </a:spcAft>
              <a:buFont typeface="Arial" panose="020B0604020202020204" pitchFamily="34" charset="0"/>
              <a:buChar char="•"/>
              <a:defRPr lang="en-US" sz="2000" dirty="0"/>
            </a:lvl1pPr>
            <a:lvl2pPr marL="457200" indent="-150813">
              <a:spcAft>
                <a:spcPts val="300"/>
              </a:spcAft>
              <a:defRPr lang="en-US" sz="1800" dirty="0"/>
            </a:lvl2pPr>
            <a:lvl3pPr marL="466725" indent="-138113">
              <a:spcAft>
                <a:spcPts val="300"/>
              </a:spcAft>
              <a:defRPr lang="en-US" dirty="0"/>
            </a:lvl3pPr>
            <a:lvl4pPr marL="731520"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7711343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32" userDrawn="1">
          <p15:clr>
            <a:srgbClr val="5ACBF0"/>
          </p15:clr>
        </p15:guide>
        <p15:guide id="8" pos="4871">
          <p15:clr>
            <a:srgbClr val="5ACBF0"/>
          </p15:clr>
        </p15:guide>
        <p15:guide id="9" pos="525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our-column bullet with subhead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553998"/>
          </a:xfrm>
        </p:spPr>
        <p:txBody>
          <a:bodyPr anchor="t"/>
          <a:lstStyle>
            <a:lvl1pPr marL="0" indent="0">
              <a:spcBef>
                <a:spcPts val="0"/>
              </a:spcBef>
              <a:buNone/>
              <a:defRPr sz="1800" b="1">
                <a:gradFill>
                  <a:gsLst>
                    <a:gs pos="0">
                      <a:srgbClr val="31ACBD"/>
                    </a:gs>
                    <a:gs pos="68000">
                      <a:schemeClr val="tx2"/>
                    </a:gs>
                  </a:gsLst>
                  <a:lin ang="10800000" scaled="1"/>
                </a:gra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221873"/>
          </a:xfrm>
        </p:spPr>
        <p:txBody>
          <a:bodyPr wrap="square">
            <a:spAutoFit/>
          </a:bodyPr>
          <a:lstStyle>
            <a:lvl1pPr marL="141288" indent="-141288">
              <a:spcAft>
                <a:spcPts val="300"/>
              </a:spcAft>
              <a:buSzPct val="100000"/>
              <a:defRPr lang="en-US" sz="1800" dirty="0"/>
            </a:lvl1pPr>
            <a:lvl2pPr marL="285750" indent="-125413">
              <a:spcAft>
                <a:spcPts val="300"/>
              </a:spcAft>
              <a:defRPr lang="en-US" sz="1600" dirty="0"/>
            </a:lvl2pPr>
            <a:lvl3pPr marL="438150" indent="-133350">
              <a:spcAft>
                <a:spcPts val="300"/>
              </a:spcAft>
              <a:defRPr lang="en-US" sz="1400"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553998"/>
          </a:xfrm>
        </p:spPr>
        <p:txBody>
          <a:bodyPr vert="horz" wrap="square" lIns="0" tIns="0" rIns="0" bIns="0" rtlCol="0" anchor="t">
            <a:spAutoFit/>
          </a:bodyPr>
          <a:lstStyle>
            <a:lvl1pPr>
              <a:defRPr lang="en-US" sz="1800" b="1">
                <a:gradFill>
                  <a:gsLst>
                    <a:gs pos="100000">
                      <a:srgbClr val="3EA89B"/>
                    </a:gs>
                    <a:gs pos="0">
                      <a:srgbClr val="225B62"/>
                    </a:gs>
                  </a:gsLst>
                  <a:lin ang="10800000" scaled="1"/>
                </a:gradFill>
                <a:latin typeface="+mj-lt"/>
              </a:defRPr>
            </a:lvl1pPr>
          </a:lstStyle>
          <a:p>
            <a:pPr marL="0" lvl="0" indent="0">
              <a:spcBef>
                <a:spcPts val="0"/>
              </a:spcBef>
              <a:buNone/>
            </a:pPr>
            <a:r>
              <a:rPr lang="en-US"/>
              <a:t>Click to edit Master text styles</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553998"/>
          </a:xfrm>
        </p:spPr>
        <p:txBody>
          <a:bodyPr vert="horz" wrap="square" lIns="0" tIns="0" rIns="0" bIns="0" rtlCol="0" anchor="t">
            <a:spAutoFit/>
          </a:bodyPr>
          <a:lstStyle>
            <a:lvl1pPr>
              <a:defRPr lang="en-US" sz="1800" b="1" dirty="0">
                <a:gradFill>
                  <a:gsLst>
                    <a:gs pos="0">
                      <a:srgbClr val="F4364C"/>
                    </a:gs>
                    <a:gs pos="68000">
                      <a:srgbClr val="C03BC4"/>
                    </a:gs>
                  </a:gsLst>
                  <a:lin ang="10800000" scaled="1"/>
                </a:gradFill>
                <a:latin typeface="+mj-lt"/>
              </a:defRPr>
            </a:lvl1pPr>
          </a:lstStyle>
          <a:p>
            <a:pPr marL="0" lvl="0" indent="0">
              <a:spcBef>
                <a:spcPts val="0"/>
              </a:spcBef>
              <a:buNone/>
            </a:pPr>
            <a:r>
              <a:rPr lang="en-US"/>
              <a:t>Click to edit Master text styles</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0975" y="1438275"/>
            <a:ext cx="2533650" cy="553998"/>
          </a:xfrm>
        </p:spPr>
        <p:txBody>
          <a:bodyPr vert="horz" wrap="square" lIns="0" tIns="0" rIns="0" bIns="0" rtlCol="0" anchor="t">
            <a:spAutoFit/>
          </a:bodyPr>
          <a:lstStyle>
            <a:lvl1pPr>
              <a:defRPr lang="en-US" sz="1800" b="1">
                <a:gradFill>
                  <a:gsLst>
                    <a:gs pos="0">
                      <a:srgbClr val="FF9318"/>
                    </a:gs>
                    <a:gs pos="44000">
                      <a:srgbClr val="FF5C39"/>
                    </a:gs>
                  </a:gsLst>
                  <a:lin ang="10800000" scaled="1"/>
                </a:gradFill>
                <a:latin typeface="+mj-lt"/>
              </a:defRPr>
            </a:lvl1pPr>
          </a:lstStyle>
          <a:p>
            <a:pPr marL="0" lvl="0" indent="0">
              <a:spcBef>
                <a:spcPts val="0"/>
              </a:spcBef>
              <a:buNone/>
            </a:pPr>
            <a:r>
              <a:rPr lang="en-US"/>
              <a:t>Click to edit Master text styles</a:t>
            </a:r>
          </a:p>
        </p:txBody>
      </p:sp>
      <p:sp>
        <p:nvSpPr>
          <p:cNvPr id="2" name="Text Placeholder 7">
            <a:extLst>
              <a:ext uri="{FF2B5EF4-FFF2-40B4-BE49-F238E27FC236}">
                <a16:creationId xmlns:a16="http://schemas.microsoft.com/office/drawing/2014/main" id="{3B300436-409A-5675-412D-5B5C671E00BB}"/>
              </a:ext>
            </a:extLst>
          </p:cNvPr>
          <p:cNvSpPr>
            <a:spLocks noGrp="1"/>
          </p:cNvSpPr>
          <p:nvPr>
            <p:ph type="body" sz="quarter" idx="21"/>
          </p:nvPr>
        </p:nvSpPr>
        <p:spPr>
          <a:xfrm>
            <a:off x="3413125" y="2283115"/>
            <a:ext cx="2532063" cy="1221873"/>
          </a:xfrm>
        </p:spPr>
        <p:txBody>
          <a:bodyPr wrap="square">
            <a:spAutoFit/>
          </a:bodyPr>
          <a:lstStyle>
            <a:lvl1pPr marL="141288" indent="-141288">
              <a:spcAft>
                <a:spcPts val="300"/>
              </a:spcAft>
              <a:buSzPct val="100000"/>
              <a:defRPr lang="en-US" sz="1800" dirty="0"/>
            </a:lvl1pPr>
            <a:lvl2pPr marL="285750" indent="-125413">
              <a:spcAft>
                <a:spcPts val="300"/>
              </a:spcAft>
              <a:defRPr lang="en-US" sz="1600" dirty="0"/>
            </a:lvl2pPr>
            <a:lvl3pPr marL="438150" indent="-133350">
              <a:spcAft>
                <a:spcPts val="300"/>
              </a:spcAft>
              <a:defRPr lang="en-US" sz="1400"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4" name="Text Placeholder 7">
            <a:extLst>
              <a:ext uri="{FF2B5EF4-FFF2-40B4-BE49-F238E27FC236}">
                <a16:creationId xmlns:a16="http://schemas.microsoft.com/office/drawing/2014/main" id="{9E3FD951-2000-FB46-4CA2-190BD7094D68}"/>
              </a:ext>
            </a:extLst>
          </p:cNvPr>
          <p:cNvSpPr>
            <a:spLocks noGrp="1"/>
          </p:cNvSpPr>
          <p:nvPr>
            <p:ph type="body" sz="quarter" idx="22"/>
          </p:nvPr>
        </p:nvSpPr>
        <p:spPr>
          <a:xfrm>
            <a:off x="6242050" y="2283115"/>
            <a:ext cx="2532063" cy="1221873"/>
          </a:xfrm>
        </p:spPr>
        <p:txBody>
          <a:bodyPr wrap="square">
            <a:spAutoFit/>
          </a:bodyPr>
          <a:lstStyle>
            <a:lvl1pPr marL="141288" indent="-141288">
              <a:spcAft>
                <a:spcPts val="300"/>
              </a:spcAft>
              <a:buSzPct val="100000"/>
              <a:defRPr lang="en-US" sz="1800" dirty="0"/>
            </a:lvl1pPr>
            <a:lvl2pPr marL="285750" indent="-125413">
              <a:spcAft>
                <a:spcPts val="300"/>
              </a:spcAft>
              <a:defRPr lang="en-US" sz="1600" dirty="0"/>
            </a:lvl2pPr>
            <a:lvl3pPr marL="438150" indent="-133350">
              <a:spcAft>
                <a:spcPts val="300"/>
              </a:spcAft>
              <a:defRPr lang="en-US" sz="1400"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5" name="Text Placeholder 7">
            <a:extLst>
              <a:ext uri="{FF2B5EF4-FFF2-40B4-BE49-F238E27FC236}">
                <a16:creationId xmlns:a16="http://schemas.microsoft.com/office/drawing/2014/main" id="{97062BDE-1997-5F06-1349-F574017333E3}"/>
              </a:ext>
            </a:extLst>
          </p:cNvPr>
          <p:cNvSpPr>
            <a:spLocks noGrp="1"/>
          </p:cNvSpPr>
          <p:nvPr>
            <p:ph type="body" sz="quarter" idx="23"/>
          </p:nvPr>
        </p:nvSpPr>
        <p:spPr>
          <a:xfrm>
            <a:off x="9070975" y="2283115"/>
            <a:ext cx="2532063" cy="1221873"/>
          </a:xfrm>
        </p:spPr>
        <p:txBody>
          <a:bodyPr wrap="square">
            <a:spAutoFit/>
          </a:bodyPr>
          <a:lstStyle>
            <a:lvl1pPr marL="141288" indent="-141288">
              <a:spcAft>
                <a:spcPts val="300"/>
              </a:spcAft>
              <a:buSzPct val="100000"/>
              <a:defRPr lang="en-US" sz="1800" dirty="0"/>
            </a:lvl1pPr>
            <a:lvl2pPr marL="285750" indent="-125413">
              <a:spcAft>
                <a:spcPts val="300"/>
              </a:spcAft>
              <a:defRPr lang="en-US" sz="1600" dirty="0"/>
            </a:lvl2pPr>
            <a:lvl3pPr marL="438150" indent="-133350">
              <a:spcAft>
                <a:spcPts val="300"/>
              </a:spcAft>
              <a:defRPr lang="en-US" sz="1400"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452656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Five-column bullet with subhead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b="1">
                <a:solidFill>
                  <a:schemeClr val="tx2"/>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055674"/>
          </a:xfrm>
        </p:spPr>
        <p:txBody>
          <a:bodyPr wrap="square">
            <a:spAutoFit/>
          </a:bodyPr>
          <a:lstStyle>
            <a:lvl1pPr marL="141288" indent="-141288">
              <a:spcAft>
                <a:spcPts val="300"/>
              </a:spcAft>
              <a:defRPr lang="en-US" sz="1500" dirty="0"/>
            </a:lvl1pPr>
            <a:lvl2pPr marL="285750" indent="-125413">
              <a:spcAft>
                <a:spcPts val="300"/>
              </a:spcAft>
              <a:defRPr lang="en-US" sz="1400" dirty="0"/>
            </a:lvl2pPr>
            <a:lvl3pPr marL="438150" indent="-133350">
              <a:spcAft>
                <a:spcPts val="300"/>
              </a:spcAft>
              <a:defRPr lang="en-US" sz="12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b="1">
                <a:solidFill>
                  <a:schemeClr val="tx2"/>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055674"/>
          </a:xfrm>
        </p:spPr>
        <p:txBody>
          <a:bodyPr wrap="square">
            <a:spAutoFit/>
          </a:bodyPr>
          <a:lstStyle>
            <a:lvl1pPr marL="141288" indent="-141288">
              <a:spcAft>
                <a:spcPts val="300"/>
              </a:spcAft>
              <a:defRPr lang="en-US" sz="1500" dirty="0"/>
            </a:lvl1pPr>
            <a:lvl2pPr marL="285750" indent="-125413">
              <a:spcAft>
                <a:spcPts val="300"/>
              </a:spcAft>
              <a:defRPr lang="en-US" sz="1400" dirty="0"/>
            </a:lvl2pPr>
            <a:lvl3pPr marL="438150" indent="-133350">
              <a:spcAft>
                <a:spcPts val="300"/>
              </a:spcAft>
              <a:defRPr lang="en-US" sz="12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b="1">
                <a:solidFill>
                  <a:schemeClr val="tx2"/>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055674"/>
          </a:xfrm>
        </p:spPr>
        <p:txBody>
          <a:bodyPr wrap="square">
            <a:spAutoFit/>
          </a:bodyPr>
          <a:lstStyle>
            <a:lvl1pPr marL="141288" indent="-141288">
              <a:spcAft>
                <a:spcPts val="300"/>
              </a:spcAft>
              <a:defRPr lang="en-US" sz="1500" dirty="0"/>
            </a:lvl1pPr>
            <a:lvl2pPr marL="285750" indent="-125413">
              <a:spcAft>
                <a:spcPts val="300"/>
              </a:spcAft>
              <a:defRPr lang="en-US" sz="1400" dirty="0"/>
            </a:lvl2pPr>
            <a:lvl3pPr marL="438150" indent="-133350">
              <a:spcAft>
                <a:spcPts val="300"/>
              </a:spcAft>
              <a:defRPr lang="en-US" sz="12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b="1">
                <a:solidFill>
                  <a:schemeClr val="tx2"/>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055674"/>
          </a:xfrm>
        </p:spPr>
        <p:txBody>
          <a:bodyPr wrap="square">
            <a:spAutoFit/>
          </a:bodyPr>
          <a:lstStyle>
            <a:lvl1pPr marL="141288" indent="-141288">
              <a:spcAft>
                <a:spcPts val="300"/>
              </a:spcAft>
              <a:defRPr lang="en-US" sz="1500" dirty="0"/>
            </a:lvl1pPr>
            <a:lvl2pPr marL="285750" indent="-125413">
              <a:spcAft>
                <a:spcPts val="300"/>
              </a:spcAft>
              <a:defRPr lang="en-US" sz="1400" dirty="0"/>
            </a:lvl2pPr>
            <a:lvl3pPr marL="438150" indent="-133350">
              <a:spcAft>
                <a:spcPts val="300"/>
              </a:spcAft>
              <a:defRPr lang="en-US" sz="12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b="1">
                <a:solidFill>
                  <a:schemeClr val="tx2"/>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055674"/>
          </a:xfrm>
        </p:spPr>
        <p:txBody>
          <a:bodyPr wrap="square">
            <a:spAutoFit/>
          </a:bodyPr>
          <a:lstStyle>
            <a:lvl1pPr marL="141288" indent="-141288">
              <a:spcAft>
                <a:spcPts val="300"/>
              </a:spcAft>
              <a:defRPr lang="en-US" sz="1500" dirty="0"/>
            </a:lvl1pPr>
            <a:lvl2pPr marL="285750" indent="-125413">
              <a:spcAft>
                <a:spcPts val="300"/>
              </a:spcAft>
              <a:defRPr lang="en-US" sz="1400" dirty="0"/>
            </a:lvl2pPr>
            <a:lvl3pPr marL="438150" indent="-133350">
              <a:spcAft>
                <a:spcPts val="300"/>
              </a:spcAft>
              <a:defRPr lang="en-US" sz="12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8032442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1031725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only -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428162674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solidFill>
                  <a:schemeClr val="tx1"/>
                </a:solidFill>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3303334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Title and sq. photo">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2873414"/>
            <a:ext cx="4159950" cy="1107996"/>
          </a:xfrm>
        </p:spPr>
        <p:txBody>
          <a:bodyPr anchor="ctr"/>
          <a:lstStyle>
            <a:lvl1pPr>
              <a:defRPr>
                <a:solidFill>
                  <a:schemeClr val="tx1"/>
                </a:solidFill>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2596816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2_Title and sq. photo">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2016203"/>
            <a:ext cx="4158362" cy="1107996"/>
          </a:xfrm>
        </p:spPr>
        <p:txBody>
          <a:bodyPr anchor="b"/>
          <a:lstStyle>
            <a:lvl1pPr>
              <a:defRPr>
                <a:solidFill>
                  <a:schemeClr val="tx1"/>
                </a:solidFill>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2744721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3_Text and sq. photo">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861774"/>
          </a:xfrm>
        </p:spPr>
        <p:txBody>
          <a:bodyPr anchor="t"/>
          <a:lstStyle>
            <a:lvl1pPr>
              <a:defRPr sz="2800">
                <a:solidFill>
                  <a:schemeClr val="tx1"/>
                </a:solidFill>
              </a:defRPr>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gradFill flip="none" rotWithShape="1">
            <a:gsLst>
              <a:gs pos="47706">
                <a:schemeClr val="accent1"/>
              </a:gs>
              <a:gs pos="100000">
                <a:schemeClr val="accent3"/>
              </a:gs>
              <a:gs pos="60000">
                <a:schemeClr val="accent1"/>
              </a:gs>
            </a:gsLst>
            <a:lin ang="18900000" scaled="1"/>
            <a:tileRect/>
          </a:gradFill>
        </p:spPr>
        <p:txBody>
          <a:bodyPr lIns="0" tIns="2377440" rIns="0" anchor="t" anchorCtr="0">
            <a:noAutofit/>
          </a:bodyPr>
          <a:lstStyle>
            <a:lvl1pPr marL="0" indent="0" algn="ctr">
              <a:lnSpc>
                <a:spcPct val="100000"/>
              </a:lnSpc>
              <a:buNone/>
              <a:defRPr sz="1400" b="1">
                <a:solidFill>
                  <a:schemeClr val="bg1"/>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6388858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hoto full bleed lower title">
    <p:bg>
      <p:bgRef idx="1001">
        <a:schemeClr val="bg1"/>
      </p:bgRef>
    </p:bg>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chemeClr val="tx1"/>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9" name="TextBox 8">
            <a:extLst>
              <a:ext uri="{FF2B5EF4-FFF2-40B4-BE49-F238E27FC236}">
                <a16:creationId xmlns:a16="http://schemas.microsoft.com/office/drawing/2014/main" id="{7609554D-CD2C-F836-9A2C-88CABE57658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4617397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gradFill>
            <a:gsLst>
              <a:gs pos="100000">
                <a:schemeClr val="accent3"/>
              </a:gs>
              <a:gs pos="8000">
                <a:schemeClr val="accent1"/>
              </a:gs>
            </a:gsLst>
            <a:lin ang="18900000" scaled="1"/>
          </a:gradFill>
        </p:spPr>
        <p:txBody>
          <a:bodyPr wrap="none" bIns="1554480" anchor="ctr">
            <a:noAutofit/>
          </a:bodyPr>
          <a:lstStyle>
            <a:lvl1pPr marL="0" indent="0" algn="ctr">
              <a:buNone/>
              <a:defRPr sz="1400" b="1">
                <a:solidFill>
                  <a:schemeClr val="bg1"/>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40605611"/>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gradFill>
            <a:gsLst>
              <a:gs pos="100000">
                <a:schemeClr val="accent3"/>
              </a:gs>
              <a:gs pos="8000">
                <a:schemeClr val="accent1"/>
              </a:gs>
            </a:gsLst>
            <a:lin ang="18900000" scaled="1"/>
          </a:gradFill>
        </p:spPr>
        <p:txBody>
          <a:bodyPr wrap="none" bIns="1554480" anchor="ctr">
            <a:noAutofit/>
          </a:bodyPr>
          <a:lstStyle>
            <a:lvl1pPr marL="0" indent="0" algn="ctr">
              <a:buNone/>
              <a:defRPr sz="1400" b="1">
                <a:solidFill>
                  <a:schemeClr val="bg1"/>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28480577"/>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436128"/>
            <a:ext cx="11018520" cy="553998"/>
          </a:xfrm>
        </p:spPr>
        <p:txBody>
          <a:bodyPr anchor="ctr"/>
          <a:lstStyle>
            <a:lvl1pPr algn="ctr">
              <a:defRPr>
                <a:solidFill>
                  <a:schemeClr val="tx1"/>
                </a:solidFill>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gradFill>
            <a:gsLst>
              <a:gs pos="100000">
                <a:schemeClr val="accent3"/>
              </a:gs>
              <a:gs pos="8000">
                <a:schemeClr val="accent1"/>
              </a:gs>
            </a:gsLst>
            <a:lin ang="18900000" scaled="1"/>
          </a:gradFill>
        </p:spPr>
        <p:txBody>
          <a:bodyPr vert="horz" wrap="square" lIns="0" tIns="1280160" rIns="0" bIns="0" rtlCol="0" anchor="t" anchorCtr="0">
            <a:noAutofit/>
          </a:bodyPr>
          <a:lstStyle>
            <a:lvl1pPr marL="0" indent="0" algn="ctr">
              <a:buNone/>
              <a:defRPr lang="en-US" sz="14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5432860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87"/>
            <a:ext cx="11018520" cy="553998"/>
          </a:xfrm>
        </p:spPr>
        <p:txBody>
          <a:bodyPr anchor="ctr"/>
          <a:lstStyle>
            <a:lvl1pPr algn="ctr">
              <a:defRPr>
                <a:solidFill>
                  <a:schemeClr val="tx1"/>
                </a:solidFill>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gradFill>
            <a:gsLst>
              <a:gs pos="100000">
                <a:schemeClr val="accent3"/>
              </a:gs>
              <a:gs pos="8000">
                <a:schemeClr val="accent1"/>
              </a:gs>
            </a:gsLst>
            <a:lin ang="18900000" scaled="1"/>
          </a:gradFill>
        </p:spPr>
        <p:txBody>
          <a:bodyPr vert="horz" wrap="square" lIns="0" tIns="1371600" rIns="0" bIns="0" rtlCol="0" anchor="t" anchorCtr="0">
            <a:noAutofit/>
          </a:bodyPr>
          <a:lstStyle>
            <a:lvl1pPr marL="0" indent="0" algn="ctr">
              <a:buNone/>
              <a:defRPr lang="en-US" sz="14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229000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wo photo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553998"/>
          </a:xfrm>
        </p:spPr>
        <p:txBody>
          <a:bodyPr/>
          <a:lstStyle>
            <a:lvl1pPr>
              <a:defRPr>
                <a:solidFill>
                  <a:schemeClr val="tx1"/>
                </a:solidFill>
              </a:defRPr>
            </a:lvl1p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chemeClr val="tx1"/>
                </a:solidFill>
              </a:rPr>
              <a:t>ELT layout</a:t>
            </a:r>
          </a:p>
        </p:txBody>
      </p:sp>
    </p:spTree>
    <p:extLst>
      <p:ext uri="{BB962C8B-B14F-4D97-AF65-F5344CB8AC3E}">
        <p14:creationId xmlns:p14="http://schemas.microsoft.com/office/powerpoint/2010/main" val="85682386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312" userDrawn="1">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hree photo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lstStyle>
            <a:lvl1pPr>
              <a:defRPr>
                <a:solidFill>
                  <a:schemeClr val="tx1"/>
                </a:solidFill>
              </a:defRPr>
            </a:lvl1p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135711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Four photo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lstStyle>
            <a:lvl1pPr>
              <a:defRPr>
                <a:solidFill>
                  <a:schemeClr val="tx1"/>
                </a:solidFill>
              </a:defRPr>
            </a:lvl1p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a:extLst>
                <a:ext uri="{96DAC541-7B7A-43D3-8B79-37D633B846F1}">
                  <asvg:svgBlip xmlns:asvg="http://schemas.microsoft.com/office/drawing/2016/SVG/main" r:embed="rId5"/>
                </a:ext>
              </a:extLst>
            </a:blip>
            <a:stretch>
              <a:fillRect/>
            </a:stretch>
          </a:blip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9186953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73"/>
            <a:ext cx="11018520" cy="553998"/>
          </a:xfrm>
        </p:spPr>
        <p:txBody>
          <a:bodyPr anchor="ctr"/>
          <a:lstStyle>
            <a:lvl1pPr algn="ctr">
              <a:defRPr>
                <a:solidFill>
                  <a:schemeClr val="tx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800" b="1">
                <a:solidFill>
                  <a:schemeClr val="bg1"/>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chemeClr val="tx1"/>
                </a:solidFill>
              </a:rPr>
              <a:t>ELT layout</a:t>
            </a:r>
          </a:p>
        </p:txBody>
      </p:sp>
    </p:spTree>
    <p:extLst>
      <p:ext uri="{BB962C8B-B14F-4D97-AF65-F5344CB8AC3E}">
        <p14:creationId xmlns:p14="http://schemas.microsoft.com/office/powerpoint/2010/main" val="416613830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72"/>
            <a:ext cx="11018520" cy="553998"/>
          </a:xfrm>
        </p:spPr>
        <p:txBody>
          <a:bodyPr anchor="ctr"/>
          <a:lstStyle>
            <a:lvl1pPr algn="ctr">
              <a:defRPr>
                <a:solidFill>
                  <a:schemeClr val="tx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gradFill>
            <a:gsLst>
              <a:gs pos="100000">
                <a:srgbClr val="F4364C"/>
              </a:gs>
              <a:gs pos="0">
                <a:srgbClr val="8661C5"/>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3682457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73"/>
            <a:ext cx="11018520" cy="553998"/>
          </a:xfrm>
        </p:spPr>
        <p:txBody>
          <a:bodyPr anchor="ctr"/>
          <a:lstStyle>
            <a:lvl1pPr algn="ctr">
              <a:defRPr>
                <a:solidFill>
                  <a:schemeClr val="tx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gradFill>
            <a:gsLst>
              <a:gs pos="100000">
                <a:srgbClr val="F4364C"/>
              </a:gs>
              <a:gs pos="0">
                <a:srgbClr val="8661C5"/>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gradFill>
            <a:gsLst>
              <a:gs pos="0">
                <a:srgbClr val="E8E6DF"/>
              </a:gs>
              <a:gs pos="100000">
                <a:srgbClr val="FFA38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chemeClr val="tx1"/>
                </a:solidFill>
              </a:rPr>
              <a:t>ELT layout</a:t>
            </a:r>
          </a:p>
        </p:txBody>
      </p:sp>
    </p:spTree>
    <p:extLst>
      <p:ext uri="{BB962C8B-B14F-4D97-AF65-F5344CB8AC3E}">
        <p14:creationId xmlns:p14="http://schemas.microsoft.com/office/powerpoint/2010/main" val="3801018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73"/>
            <a:ext cx="11018520" cy="553998"/>
          </a:xfrm>
        </p:spPr>
        <p:txBody>
          <a:bodyPr anchor="ctr"/>
          <a:lstStyle>
            <a:lvl1pPr algn="ctr">
              <a:defRPr>
                <a:solidFill>
                  <a:schemeClr val="tx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gradFill>
            <a:gsLst>
              <a:gs pos="100000">
                <a:srgbClr val="F4364C"/>
              </a:gs>
              <a:gs pos="0">
                <a:srgbClr val="8661C5"/>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gradFill>
            <a:gsLst>
              <a:gs pos="0">
                <a:srgbClr val="E8E6DF"/>
              </a:gs>
              <a:gs pos="100000">
                <a:srgbClr val="FFA38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gradFill>
            <a:gsLst>
              <a:gs pos="0">
                <a:srgbClr val="E8E6DF"/>
              </a:gs>
              <a:gs pos="100000">
                <a:srgbClr val="D4EC8E"/>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chemeClr val="tx1"/>
                </a:solidFill>
              </a:rPr>
              <a:t>ELT layout</a:t>
            </a:r>
          </a:p>
        </p:txBody>
      </p:sp>
    </p:spTree>
    <p:extLst>
      <p:ext uri="{BB962C8B-B14F-4D97-AF65-F5344CB8AC3E}">
        <p14:creationId xmlns:p14="http://schemas.microsoft.com/office/powerpoint/2010/main" val="383674216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9747"/>
            <a:ext cx="11018520" cy="553998"/>
          </a:xfrm>
        </p:spPr>
        <p:txBody>
          <a:bodyPr anchor="ctr"/>
          <a:lstStyle>
            <a:lvl1pPr algn="ctr">
              <a:defRPr>
                <a:solidFill>
                  <a:schemeClr val="tx1"/>
                </a:solidFill>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gradFill>
            <a:gsLst>
              <a:gs pos="100000">
                <a:schemeClr val="accent3"/>
              </a:gs>
              <a:gs pos="8000">
                <a:schemeClr val="accent1"/>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gradFill>
            <a:gsLst>
              <a:gs pos="100000">
                <a:srgbClr val="FFB900"/>
              </a:gs>
              <a:gs pos="0">
                <a:srgbClr val="FFB3BB"/>
              </a:gs>
            </a:gsLst>
            <a:lin ang="18900000" scaled="1"/>
          </a:gra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gradFill>
            <a:gsLst>
              <a:gs pos="100000">
                <a:srgbClr val="F4364C"/>
              </a:gs>
              <a:gs pos="0">
                <a:srgbClr val="8661C5"/>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123621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3792"/>
            <a:ext cx="11018520" cy="553998"/>
          </a:xfrm>
        </p:spPr>
        <p:txBody>
          <a:bodyPr anchor="ctr"/>
          <a:lstStyle>
            <a:lvl1pPr algn="ctr">
              <a:defRPr>
                <a:solidFill>
                  <a:schemeClr val="tx1"/>
                </a:solidFill>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gradFill>
            <a:gsLst>
              <a:gs pos="100000">
                <a:schemeClr val="accent3"/>
              </a:gs>
              <a:gs pos="8000">
                <a:schemeClr val="accent1"/>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gradFill>
            <a:gsLst>
              <a:gs pos="100000">
                <a:srgbClr val="FFB900"/>
              </a:gs>
              <a:gs pos="0">
                <a:srgbClr val="FFB3BB"/>
              </a:gs>
            </a:gsLst>
            <a:lin ang="18900000" scaled="1"/>
          </a:gra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gradFill>
            <a:gsLst>
              <a:gs pos="100000">
                <a:srgbClr val="F4364C"/>
              </a:gs>
              <a:gs pos="0">
                <a:srgbClr val="8661C5"/>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gradFill>
            <a:gsLst>
              <a:gs pos="0">
                <a:srgbClr val="E8E6DF"/>
              </a:gs>
              <a:gs pos="100000">
                <a:srgbClr val="FFA38B"/>
              </a:gs>
            </a:gsLst>
            <a:lin ang="18900000" scaled="1"/>
          </a:gra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8389390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3792"/>
            <a:ext cx="11018520" cy="553998"/>
          </a:xfrm>
        </p:spPr>
        <p:txBody>
          <a:bodyPr anchor="ctr"/>
          <a:lstStyle>
            <a:lvl1pPr algn="ctr">
              <a:defRPr>
                <a:solidFill>
                  <a:schemeClr val="tx1"/>
                </a:solidFill>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gradFill>
            <a:gsLst>
              <a:gs pos="100000">
                <a:schemeClr val="accent3"/>
              </a:gs>
              <a:gs pos="8000">
                <a:schemeClr val="accent1"/>
              </a:gs>
            </a:gsLst>
            <a:lin ang="18900000" scaled="1"/>
          </a:gradFill>
        </p:spPr>
        <p:txBody>
          <a:bodyPr lIns="0" tIns="0" rIns="0" bIns="594360" anchor="ctr" anchorCtr="0">
            <a:noAutofit/>
          </a:bodyPr>
          <a:lstStyle>
            <a:lvl1pPr marL="0" indent="0" algn="ctr">
              <a:lnSpc>
                <a:spcPct val="100000"/>
              </a:lnSpc>
              <a:buNone/>
              <a:defRPr sz="500" b="1">
                <a:solidFill>
                  <a:schemeClr val="bg1"/>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gradFill>
            <a:gsLst>
              <a:gs pos="100000">
                <a:srgbClr val="FFB900"/>
              </a:gs>
              <a:gs pos="0">
                <a:srgbClr val="FFB3BB"/>
              </a:gs>
            </a:gsLst>
            <a:lin ang="18900000" scaled="1"/>
          </a:grad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gradFill>
            <a:gsLst>
              <a:gs pos="100000">
                <a:srgbClr val="F4364C"/>
              </a:gs>
              <a:gs pos="0">
                <a:srgbClr val="8661C5"/>
              </a:gs>
            </a:gsLst>
            <a:lin ang="18900000" scaled="1"/>
          </a:gradFill>
        </p:spPr>
        <p:txBody>
          <a:bodyPr lIns="0" tIns="0" rIns="0" bIns="594360" anchor="ctr" anchorCtr="0">
            <a:noAutofit/>
          </a:bodyPr>
          <a:lstStyle>
            <a:lvl1pPr marL="0" indent="0" algn="ctr">
              <a:lnSpc>
                <a:spcPct val="100000"/>
              </a:lnSpc>
              <a:buNone/>
              <a:defRPr sz="500" b="1">
                <a:solidFill>
                  <a:schemeClr val="bg1"/>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gradFill>
            <a:gsLst>
              <a:gs pos="0">
                <a:srgbClr val="E8E6DF"/>
              </a:gs>
              <a:gs pos="100000">
                <a:srgbClr val="FFA38B"/>
              </a:gs>
            </a:gsLst>
            <a:lin ang="18900000" scaled="1"/>
          </a:grad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gradFill>
            <a:gsLst>
              <a:gs pos="0">
                <a:srgbClr val="E8E6DF"/>
              </a:gs>
              <a:gs pos="100000">
                <a:srgbClr val="D4EC8E"/>
              </a:gs>
            </a:gsLst>
            <a:lin ang="18900000" scaled="1"/>
          </a:grad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5728226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de mai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684861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576392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6928592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de righ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578402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de lef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9864169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emo divi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vert="horz" wrap="square" lIns="0" tIns="0" rIns="0" bIns="0" rtlCol="0" anchor="b" anchorCtr="0">
            <a:spAutoFit/>
          </a:bodyPr>
          <a:lstStyle>
            <a:lvl1pPr>
              <a:defRPr lang="en-US" sz="4000" dirty="0">
                <a:solidFill>
                  <a:schemeClr val="tx1"/>
                </a:solidFill>
              </a:defRPr>
            </a:lvl1pPr>
          </a:lstStyle>
          <a:p>
            <a:pPr lvl="0">
              <a:lnSpc>
                <a:spcPct val="90000"/>
              </a:lnSpc>
            </a:pPr>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8127639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1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52001"/>
            <a:ext cx="9144000" cy="553998"/>
          </a:xfrm>
          <a:noFill/>
        </p:spPr>
        <p:txBody>
          <a:bodyPr vert="horz" wrap="square" lIns="0" tIns="0" rIns="0" bIns="0" rtlCol="0" anchor="b" anchorCtr="0">
            <a:spAutoFit/>
          </a:bodyPr>
          <a:lstStyle>
            <a:lvl1pPr>
              <a:defRPr lang="en-US" sz="4000" b="0" dirty="0">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975556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2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52001"/>
            <a:ext cx="9144000" cy="553998"/>
          </a:xfrm>
          <a:noFill/>
        </p:spPr>
        <p:txBody>
          <a:bodyPr vert="horz" wrap="square" lIns="0" tIns="0" rIns="0" bIns="0" rtlCol="0" anchor="b" anchorCtr="0">
            <a:spAutoFit/>
          </a:bodyPr>
          <a:lstStyle>
            <a:lvl1pPr>
              <a:defRPr lang="en-US" sz="4000" b="0" dirty="0">
                <a:solidFill>
                  <a:schemeClr val="bg1"/>
                </a:solidFill>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16421829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3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52001"/>
            <a:ext cx="9144000" cy="553998"/>
          </a:xfrm>
          <a:noFill/>
        </p:spPr>
        <p:txBody>
          <a:bodyPr vert="horz" wrap="square" lIns="0" tIns="0" rIns="0" bIns="0" rtlCol="0" anchor="b" anchorCtr="0">
            <a:spAutoFit/>
          </a:bodyPr>
          <a:lstStyle>
            <a:lvl1pPr>
              <a:defRPr lang="en-US" sz="4000" b="0" dirty="0">
                <a:solidFill>
                  <a:schemeClr val="bg1"/>
                </a:solidFill>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16464146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4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52001"/>
            <a:ext cx="9144000" cy="553998"/>
          </a:xfrm>
          <a:noFill/>
        </p:spPr>
        <p:txBody>
          <a:bodyPr vert="horz" wrap="square" lIns="0" tIns="0" rIns="0" bIns="0" rtlCol="0" anchor="b" anchorCtr="0">
            <a:spAutoFit/>
          </a:bodyPr>
          <a:lstStyle>
            <a:lvl1pPr>
              <a:defRPr lang="en-US" sz="4000" b="0" dirty="0">
                <a:solidFill>
                  <a:schemeClr val="bg1"/>
                </a:solidFill>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19169157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5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52001"/>
            <a:ext cx="9144000" cy="553998"/>
          </a:xfrm>
          <a:noFill/>
        </p:spPr>
        <p:txBody>
          <a:bodyPr vert="horz" wrap="square" lIns="0" tIns="0" rIns="0" bIns="0" rtlCol="0" anchor="b" anchorCtr="0">
            <a:spAutoFit/>
          </a:bodyPr>
          <a:lstStyle>
            <a:lvl1pPr>
              <a:defRPr lang="en-US" sz="4000" b="0" dirty="0">
                <a:solidFill>
                  <a:schemeClr val="tx1"/>
                </a:solidFill>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37632569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6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52001"/>
            <a:ext cx="9144000" cy="553998"/>
          </a:xfrm>
          <a:noFill/>
        </p:spPr>
        <p:txBody>
          <a:bodyPr vert="horz" wrap="square" lIns="0" tIns="0" rIns="0" bIns="0" rtlCol="0" anchor="b" anchorCtr="0">
            <a:spAutoFit/>
          </a:bodyPr>
          <a:lstStyle>
            <a:lvl1pPr>
              <a:defRPr lang="en-US" sz="4000" b="0" dirty="0">
                <a:solidFill>
                  <a:schemeClr val="tx1"/>
                </a:solidFill>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38002822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7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52001"/>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1283511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8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52001"/>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5210825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9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52001"/>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906862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0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52001"/>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5153104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Quot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0D155-47E8-D819-5FA4-748607570A1C}"/>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Picture Placeholder 9">
            <a:extLst>
              <a:ext uri="{FF2B5EF4-FFF2-40B4-BE49-F238E27FC236}">
                <a16:creationId xmlns:a16="http://schemas.microsoft.com/office/drawing/2014/main" id="{5022EE65-FBB2-C961-B89F-9DADBDB2DB30}"/>
              </a:ext>
            </a:extLst>
          </p:cNvPr>
          <p:cNvSpPr>
            <a:spLocks noGrp="1"/>
          </p:cNvSpPr>
          <p:nvPr>
            <p:ph type="pic" sz="quarter" idx="14" hasCustomPrompt="1"/>
          </p:nvPr>
        </p:nvSpPr>
        <p:spPr>
          <a:xfrm>
            <a:off x="7827263" y="2199576"/>
            <a:ext cx="3760470" cy="3760470"/>
          </a:xfrm>
          <a:prstGeom prst="rect">
            <a:avLst/>
          </a:prstGeom>
          <a:blipFill>
            <a:blip r:embed="rId3"/>
            <a:stretch>
              <a:fillRect/>
            </a:stretch>
          </a:blipFill>
          <a:effectLst>
            <a:outerShdw blurRad="215900" dist="190500" dir="2700000" sx="101000" sy="101000" algn="ctr" rotWithShape="0">
              <a:srgbClr val="000000">
                <a:alpha val="23000"/>
              </a:srgbClr>
            </a:outerShdw>
          </a:effectLst>
        </p:spPr>
        <p:txBody>
          <a:bodyPr vert="horz" wrap="square" lIns="0" tIns="0" rIns="0" bIns="0" rtlCol="0" anchor="ctr" anchorCtr="0">
            <a:normAutofit/>
          </a:bodyPr>
          <a:lstStyle>
            <a:lvl1pPr marL="228600" indent="-228600" algn="ctr">
              <a:buNone/>
              <a:defRPr lang="en-US" sz="1800" b="1">
                <a:solidFill>
                  <a:schemeClr val="tx1"/>
                </a:solidFill>
                <a:latin typeface="+mn-lt"/>
              </a:defRPr>
            </a:lvl1pPr>
          </a:lstStyle>
          <a:p>
            <a:pPr marL="228600" lvl="0" indent="-228600" algn="ctr"/>
            <a:r>
              <a:rPr lang="en-US"/>
              <a:t>Click to insert photo</a:t>
            </a:r>
          </a:p>
        </p:txBody>
      </p:sp>
      <p:sp>
        <p:nvSpPr>
          <p:cNvPr id="5" name="Text Placeholder 11">
            <a:extLst>
              <a:ext uri="{FF2B5EF4-FFF2-40B4-BE49-F238E27FC236}">
                <a16:creationId xmlns:a16="http://schemas.microsoft.com/office/drawing/2014/main" id="{4B878651-6EA0-F1DE-DDB3-D4C07A4E5942}"/>
              </a:ext>
            </a:extLst>
          </p:cNvPr>
          <p:cNvSpPr>
            <a:spLocks noGrp="1"/>
          </p:cNvSpPr>
          <p:nvPr>
            <p:ph type="body" sz="quarter" idx="17"/>
          </p:nvPr>
        </p:nvSpPr>
        <p:spPr>
          <a:xfrm>
            <a:off x="1245931" y="3206751"/>
            <a:ext cx="2706480" cy="1477328"/>
          </a:xfrm>
        </p:spPr>
        <p:txBody>
          <a:bodyPr anchor="t"/>
          <a:lstStyle>
            <a:lvl1pPr marL="0" indent="0">
              <a:spcBef>
                <a:spcPts val="0"/>
              </a:spcBef>
              <a:buNone/>
              <a:defRPr sz="3200">
                <a:solidFill>
                  <a:schemeClr val="tx1"/>
                </a:solidFill>
                <a:latin typeface="+mj-lt"/>
              </a:defRPr>
            </a:lvl1pPr>
          </a:lstStyle>
          <a:p>
            <a:pPr lvl="0"/>
            <a:r>
              <a:rPr lang="en-US"/>
              <a:t>Click to edit Master text styles</a:t>
            </a:r>
          </a:p>
        </p:txBody>
      </p:sp>
      <p:sp>
        <p:nvSpPr>
          <p:cNvPr id="10" name="Freeform: Shape 9">
            <a:extLst>
              <a:ext uri="{FF2B5EF4-FFF2-40B4-BE49-F238E27FC236}">
                <a16:creationId xmlns:a16="http://schemas.microsoft.com/office/drawing/2014/main" id="{52A3F807-DEFB-6026-D7BD-82284EB7FB76}"/>
              </a:ext>
            </a:extLst>
          </p:cNvPr>
          <p:cNvSpPr/>
          <p:nvPr/>
        </p:nvSpPr>
        <p:spPr>
          <a:xfrm>
            <a:off x="552732" y="2199576"/>
            <a:ext cx="693200" cy="604267"/>
          </a:xfrm>
          <a:custGeom>
            <a:avLst/>
            <a:gdLst>
              <a:gd name="connsiteX0" fmla="*/ 393237 w 674431"/>
              <a:gd name="connsiteY0" fmla="*/ 0 h 587906"/>
              <a:gd name="connsiteX1" fmla="*/ 616089 w 674431"/>
              <a:gd name="connsiteY1" fmla="*/ 0 h 587906"/>
              <a:gd name="connsiteX2" fmla="*/ 616151 w 674431"/>
              <a:gd name="connsiteY2" fmla="*/ 0 h 587906"/>
              <a:gd name="connsiteX3" fmla="*/ 674431 w 674431"/>
              <a:gd name="connsiteY3" fmla="*/ 58280 h 587906"/>
              <a:gd name="connsiteX4" fmla="*/ 674431 w 674431"/>
              <a:gd name="connsiteY4" fmla="*/ 221738 h 587906"/>
              <a:gd name="connsiteX5" fmla="*/ 597219 w 674431"/>
              <a:gd name="connsiteY5" fmla="*/ 471750 h 587906"/>
              <a:gd name="connsiteX6" fmla="*/ 393361 w 674431"/>
              <a:gd name="connsiteY6" fmla="*/ 587630 h 587906"/>
              <a:gd name="connsiteX7" fmla="*/ 380245 w 674431"/>
              <a:gd name="connsiteY7" fmla="*/ 577174 h 587906"/>
              <a:gd name="connsiteX8" fmla="*/ 380245 w 674431"/>
              <a:gd name="connsiteY8" fmla="*/ 489011 h 587906"/>
              <a:gd name="connsiteX9" fmla="*/ 387484 w 674431"/>
              <a:gd name="connsiteY9" fmla="*/ 478865 h 587906"/>
              <a:gd name="connsiteX10" fmla="*/ 523100 w 674431"/>
              <a:gd name="connsiteY10" fmla="*/ 363541 h 587906"/>
              <a:gd name="connsiteX11" fmla="*/ 540423 w 674431"/>
              <a:gd name="connsiteY11" fmla="*/ 283112 h 587906"/>
              <a:gd name="connsiteX12" fmla="*/ 533308 w 674431"/>
              <a:gd name="connsiteY12" fmla="*/ 276306 h 587906"/>
              <a:gd name="connsiteX13" fmla="*/ 393361 w 674431"/>
              <a:gd name="connsiteY13" fmla="*/ 276306 h 587906"/>
              <a:gd name="connsiteX14" fmla="*/ 374986 w 674431"/>
              <a:gd name="connsiteY14" fmla="*/ 257931 h 587906"/>
              <a:gd name="connsiteX15" fmla="*/ 374986 w 674431"/>
              <a:gd name="connsiteY15" fmla="*/ 18251 h 587906"/>
              <a:gd name="connsiteX16" fmla="*/ 393237 w 674431"/>
              <a:gd name="connsiteY16" fmla="*/ 0 h 587906"/>
              <a:gd name="connsiteX17" fmla="*/ 58466 w 674431"/>
              <a:gd name="connsiteY17" fmla="*/ 0 h 587906"/>
              <a:gd name="connsiteX18" fmla="*/ 281070 w 674431"/>
              <a:gd name="connsiteY18" fmla="*/ 0 h 587906"/>
              <a:gd name="connsiteX19" fmla="*/ 299445 w 674431"/>
              <a:gd name="connsiteY19" fmla="*/ 18375 h 587906"/>
              <a:gd name="connsiteX20" fmla="*/ 299445 w 674431"/>
              <a:gd name="connsiteY20" fmla="*/ 221738 h 587906"/>
              <a:gd name="connsiteX21" fmla="*/ 222233 w 674431"/>
              <a:gd name="connsiteY21" fmla="*/ 471750 h 587906"/>
              <a:gd name="connsiteX22" fmla="*/ 18375 w 674431"/>
              <a:gd name="connsiteY22" fmla="*/ 587630 h 587906"/>
              <a:gd name="connsiteX23" fmla="*/ 5259 w 674431"/>
              <a:gd name="connsiteY23" fmla="*/ 577174 h 587906"/>
              <a:gd name="connsiteX24" fmla="*/ 5259 w 674431"/>
              <a:gd name="connsiteY24" fmla="*/ 489011 h 587906"/>
              <a:gd name="connsiteX25" fmla="*/ 12497 w 674431"/>
              <a:gd name="connsiteY25" fmla="*/ 478865 h 587906"/>
              <a:gd name="connsiteX26" fmla="*/ 148114 w 674431"/>
              <a:gd name="connsiteY26" fmla="*/ 363541 h 587906"/>
              <a:gd name="connsiteX27" fmla="*/ 165437 w 674431"/>
              <a:gd name="connsiteY27" fmla="*/ 283112 h 587906"/>
              <a:gd name="connsiteX28" fmla="*/ 158322 w 674431"/>
              <a:gd name="connsiteY28" fmla="*/ 276306 h 587906"/>
              <a:gd name="connsiteX29" fmla="*/ 18375 w 674431"/>
              <a:gd name="connsiteY29" fmla="*/ 276306 h 587906"/>
              <a:gd name="connsiteX30" fmla="*/ 0 w 674431"/>
              <a:gd name="connsiteY30" fmla="*/ 257931 h 587906"/>
              <a:gd name="connsiteX31" fmla="*/ 0 w 674431"/>
              <a:gd name="connsiteY31" fmla="*/ 58466 h 587906"/>
              <a:gd name="connsiteX32" fmla="*/ 58466 w 674431"/>
              <a:gd name="connsiteY32" fmla="*/ 0 h 587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74431" h="587906">
                <a:moveTo>
                  <a:pt x="393237" y="0"/>
                </a:moveTo>
                <a:lnTo>
                  <a:pt x="616089" y="0"/>
                </a:lnTo>
                <a:lnTo>
                  <a:pt x="616151" y="0"/>
                </a:lnTo>
                <a:cubicBezTo>
                  <a:pt x="648322" y="0"/>
                  <a:pt x="674431" y="26109"/>
                  <a:pt x="674431" y="58280"/>
                </a:cubicBezTo>
                <a:lnTo>
                  <a:pt x="674431" y="221738"/>
                </a:lnTo>
                <a:cubicBezTo>
                  <a:pt x="674431" y="328152"/>
                  <a:pt x="648694" y="411490"/>
                  <a:pt x="597219" y="471750"/>
                </a:cubicBezTo>
                <a:cubicBezTo>
                  <a:pt x="548157" y="529102"/>
                  <a:pt x="480225" y="567770"/>
                  <a:pt x="393361" y="587630"/>
                </a:cubicBezTo>
                <a:cubicBezTo>
                  <a:pt x="386679" y="589177"/>
                  <a:pt x="380245" y="584042"/>
                  <a:pt x="380245" y="577174"/>
                </a:cubicBezTo>
                <a:lnTo>
                  <a:pt x="380245" y="489011"/>
                </a:lnTo>
                <a:cubicBezTo>
                  <a:pt x="380245" y="484433"/>
                  <a:pt x="383153" y="480288"/>
                  <a:pt x="387484" y="478865"/>
                </a:cubicBezTo>
                <a:cubicBezTo>
                  <a:pt x="454240" y="456778"/>
                  <a:pt x="499466" y="418295"/>
                  <a:pt x="523100" y="363541"/>
                </a:cubicBezTo>
                <a:cubicBezTo>
                  <a:pt x="535969" y="335824"/>
                  <a:pt x="541784" y="309035"/>
                  <a:pt x="540423" y="283112"/>
                </a:cubicBezTo>
                <a:cubicBezTo>
                  <a:pt x="540238" y="279276"/>
                  <a:pt x="537082" y="276306"/>
                  <a:pt x="533308" y="276306"/>
                </a:cubicBezTo>
                <a:lnTo>
                  <a:pt x="393361" y="276306"/>
                </a:lnTo>
                <a:cubicBezTo>
                  <a:pt x="383215" y="276306"/>
                  <a:pt x="374986" y="268078"/>
                  <a:pt x="374986" y="257931"/>
                </a:cubicBezTo>
                <a:lnTo>
                  <a:pt x="374986" y="18251"/>
                </a:lnTo>
                <a:cubicBezTo>
                  <a:pt x="374986" y="8167"/>
                  <a:pt x="383153" y="0"/>
                  <a:pt x="393237" y="0"/>
                </a:cubicBezTo>
                <a:close/>
                <a:moveTo>
                  <a:pt x="58466" y="0"/>
                </a:moveTo>
                <a:lnTo>
                  <a:pt x="281070" y="0"/>
                </a:lnTo>
                <a:cubicBezTo>
                  <a:pt x="291216" y="0"/>
                  <a:pt x="299445" y="8229"/>
                  <a:pt x="299445" y="18375"/>
                </a:cubicBezTo>
                <a:lnTo>
                  <a:pt x="299445" y="221738"/>
                </a:lnTo>
                <a:cubicBezTo>
                  <a:pt x="299445" y="328152"/>
                  <a:pt x="273708" y="411490"/>
                  <a:pt x="222233" y="471750"/>
                </a:cubicBezTo>
                <a:cubicBezTo>
                  <a:pt x="173171" y="529102"/>
                  <a:pt x="105239" y="567770"/>
                  <a:pt x="18375" y="587630"/>
                </a:cubicBezTo>
                <a:cubicBezTo>
                  <a:pt x="11631" y="589177"/>
                  <a:pt x="5259" y="584042"/>
                  <a:pt x="5259" y="577174"/>
                </a:cubicBezTo>
                <a:lnTo>
                  <a:pt x="5259" y="489011"/>
                </a:lnTo>
                <a:cubicBezTo>
                  <a:pt x="5259" y="484433"/>
                  <a:pt x="8167" y="480288"/>
                  <a:pt x="12497" y="478865"/>
                </a:cubicBezTo>
                <a:cubicBezTo>
                  <a:pt x="79254" y="456778"/>
                  <a:pt x="124480" y="418295"/>
                  <a:pt x="148114" y="363541"/>
                </a:cubicBezTo>
                <a:cubicBezTo>
                  <a:pt x="160983" y="335824"/>
                  <a:pt x="166798" y="309035"/>
                  <a:pt x="165437" y="283112"/>
                </a:cubicBezTo>
                <a:cubicBezTo>
                  <a:pt x="165252" y="279276"/>
                  <a:pt x="162096" y="276306"/>
                  <a:pt x="158322" y="276306"/>
                </a:cubicBezTo>
                <a:lnTo>
                  <a:pt x="18375" y="276306"/>
                </a:lnTo>
                <a:cubicBezTo>
                  <a:pt x="8229" y="276306"/>
                  <a:pt x="0" y="268078"/>
                  <a:pt x="0" y="257931"/>
                </a:cubicBezTo>
                <a:lnTo>
                  <a:pt x="0" y="58466"/>
                </a:lnTo>
                <a:cubicBezTo>
                  <a:pt x="0" y="26171"/>
                  <a:pt x="26171" y="0"/>
                  <a:pt x="58466" y="0"/>
                </a:cubicBezTo>
                <a:close/>
              </a:path>
            </a:pathLst>
          </a:custGeom>
          <a:solidFill>
            <a:schemeClr val="tx1"/>
          </a:solidFill>
          <a:ln w="6117" cap="flat">
            <a:noFill/>
            <a:prstDash val="solid"/>
            <a:miter/>
          </a:ln>
        </p:spPr>
        <p:txBody>
          <a:bodyPr rtlCol="0" anchor="ctr"/>
          <a:lstStyle/>
          <a:p>
            <a:endParaRPr lang="en-US"/>
          </a:p>
        </p:txBody>
      </p:sp>
      <p:sp>
        <p:nvSpPr>
          <p:cNvPr id="11" name="Text Placeholder 4">
            <a:extLst>
              <a:ext uri="{FF2B5EF4-FFF2-40B4-BE49-F238E27FC236}">
                <a16:creationId xmlns:a16="http://schemas.microsoft.com/office/drawing/2014/main" id="{6B8F6EDE-3287-C98A-2287-E97E9546E9E1}"/>
              </a:ext>
            </a:extLst>
          </p:cNvPr>
          <p:cNvSpPr>
            <a:spLocks noGrp="1"/>
          </p:cNvSpPr>
          <p:nvPr>
            <p:ph type="body" sz="quarter" idx="12" hasCustomPrompt="1"/>
          </p:nvPr>
        </p:nvSpPr>
        <p:spPr>
          <a:xfrm>
            <a:off x="1245931" y="4963876"/>
            <a:ext cx="270648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Quote author</a:t>
            </a:r>
          </a:p>
        </p:txBody>
      </p:sp>
    </p:spTree>
    <p:extLst>
      <p:ext uri="{BB962C8B-B14F-4D97-AF65-F5344CB8AC3E}">
        <p14:creationId xmlns:p14="http://schemas.microsoft.com/office/powerpoint/2010/main" val="174073505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Screensho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E7235-22DD-1125-FF85-028A2E641445}"/>
              </a:ext>
            </a:extLst>
          </p:cNvPr>
          <p:cNvSpPr>
            <a:spLocks noGrp="1"/>
          </p:cNvSpPr>
          <p:nvPr>
            <p:ph type="title"/>
          </p:nvPr>
        </p:nvSpPr>
        <p:spPr>
          <a:xfrm>
            <a:off x="588263" y="457200"/>
            <a:ext cx="6359434" cy="553998"/>
          </a:xfrm>
        </p:spPr>
        <p:txBody>
          <a:bodyPr/>
          <a:lstStyle>
            <a:lvl1pPr>
              <a:defRPr>
                <a:solidFill>
                  <a:schemeClr val="tx1"/>
                </a:solidFill>
              </a:defRPr>
            </a:lvl1pPr>
          </a:lstStyle>
          <a:p>
            <a:r>
              <a:rPr lang="en-US"/>
              <a:t>Click to edit Master title style</a:t>
            </a:r>
          </a:p>
        </p:txBody>
      </p:sp>
      <p:sp>
        <p:nvSpPr>
          <p:cNvPr id="3" name="Rectangle 2">
            <a:extLst>
              <a:ext uri="{FF2B5EF4-FFF2-40B4-BE49-F238E27FC236}">
                <a16:creationId xmlns:a16="http://schemas.microsoft.com/office/drawing/2014/main" id="{D565C022-5A4E-84F5-B51B-1431B6A0AE21}"/>
              </a:ext>
            </a:extLst>
          </p:cNvPr>
          <p:cNvSpPr/>
          <p:nvPr userDrawn="1"/>
        </p:nvSpPr>
        <p:spPr bwMode="auto">
          <a:xfrm>
            <a:off x="7228114" y="292100"/>
            <a:ext cx="4659086" cy="6272213"/>
          </a:xfrm>
          <a:prstGeom prst="rect">
            <a:avLst/>
          </a:prstGeom>
          <a:gradFill>
            <a:gsLst>
              <a:gs pos="0">
                <a:srgbClr val="FFB3BB"/>
              </a:gs>
              <a:gs pos="100000">
                <a:srgbClr val="FFB900"/>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6" name="Picture Placeholder 15">
            <a:extLst>
              <a:ext uri="{FF2B5EF4-FFF2-40B4-BE49-F238E27FC236}">
                <a16:creationId xmlns:a16="http://schemas.microsoft.com/office/drawing/2014/main" id="{B5068233-F46E-B659-0799-22A45E3DA223}"/>
              </a:ext>
            </a:extLst>
          </p:cNvPr>
          <p:cNvSpPr>
            <a:spLocks noGrp="1"/>
          </p:cNvSpPr>
          <p:nvPr>
            <p:ph type="pic" sz="quarter" idx="10" hasCustomPrompt="1"/>
          </p:nvPr>
        </p:nvSpPr>
        <p:spPr>
          <a:xfrm>
            <a:off x="6076380" y="1866864"/>
            <a:ext cx="5544120" cy="3124272"/>
          </a:xfrm>
          <a:blipFill>
            <a:blip r:embed="rId2"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
        <p:nvSpPr>
          <p:cNvPr id="17" name="Content Placeholder 4">
            <a:extLst>
              <a:ext uri="{FF2B5EF4-FFF2-40B4-BE49-F238E27FC236}">
                <a16:creationId xmlns:a16="http://schemas.microsoft.com/office/drawing/2014/main" id="{1020F17E-67BE-FC02-AF7B-709A3923C231}"/>
              </a:ext>
            </a:extLst>
          </p:cNvPr>
          <p:cNvSpPr>
            <a:spLocks noGrp="1"/>
          </p:cNvSpPr>
          <p:nvPr>
            <p:ph sz="quarter" idx="12"/>
          </p:nvPr>
        </p:nvSpPr>
        <p:spPr>
          <a:xfrm>
            <a:off x="584200" y="1435100"/>
            <a:ext cx="5211763" cy="1095685"/>
          </a:xfrm>
        </p:spPr>
        <p:txBody>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73978346"/>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_Screensho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65C022-5A4E-84F5-B51B-1431B6A0AE21}"/>
              </a:ext>
            </a:extLst>
          </p:cNvPr>
          <p:cNvSpPr/>
          <p:nvPr userDrawn="1"/>
        </p:nvSpPr>
        <p:spPr bwMode="auto">
          <a:xfrm>
            <a:off x="304800" y="292100"/>
            <a:ext cx="11582400" cy="6272213"/>
          </a:xfrm>
          <a:prstGeom prst="rect">
            <a:avLst/>
          </a:prstGeom>
          <a:gradFill>
            <a:gsLst>
              <a:gs pos="64000">
                <a:srgbClr val="0D82CB"/>
              </a:gs>
              <a:gs pos="0">
                <a:srgbClr val="7FDE7B"/>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F83E7235-22DD-1125-FF85-028A2E641445}"/>
              </a:ext>
            </a:extLst>
          </p:cNvPr>
          <p:cNvSpPr>
            <a:spLocks noGrp="1"/>
          </p:cNvSpPr>
          <p:nvPr>
            <p:ph type="title"/>
          </p:nvPr>
        </p:nvSpPr>
        <p:spPr>
          <a:xfrm>
            <a:off x="588263" y="2896801"/>
            <a:ext cx="3590037" cy="1661993"/>
          </a:xfrm>
        </p:spPr>
        <p:txBody>
          <a:bodyPr/>
          <a:lstStyle>
            <a:lvl1pPr algn="l">
              <a:defRPr>
                <a:solidFill>
                  <a:schemeClr val="tx1"/>
                </a:solidFill>
              </a:defRPr>
            </a:lvl1pPr>
          </a:lstStyle>
          <a:p>
            <a:r>
              <a:rPr lang="en-US"/>
              <a:t>Click to edit Master title style</a:t>
            </a:r>
          </a:p>
        </p:txBody>
      </p:sp>
      <p:sp>
        <p:nvSpPr>
          <p:cNvPr id="16" name="Picture Placeholder 15">
            <a:extLst>
              <a:ext uri="{FF2B5EF4-FFF2-40B4-BE49-F238E27FC236}">
                <a16:creationId xmlns:a16="http://schemas.microsoft.com/office/drawing/2014/main" id="{B5068233-F46E-B659-0799-22A45E3DA223}"/>
              </a:ext>
            </a:extLst>
          </p:cNvPr>
          <p:cNvSpPr>
            <a:spLocks noGrp="1"/>
          </p:cNvSpPr>
          <p:nvPr>
            <p:ph type="pic" sz="quarter" idx="10" hasCustomPrompt="1"/>
          </p:nvPr>
        </p:nvSpPr>
        <p:spPr>
          <a:xfrm>
            <a:off x="4461762" y="1490647"/>
            <a:ext cx="6879337" cy="3876706"/>
          </a:xfrm>
          <a:blipFill>
            <a:blip r:embed="rId2"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1097280" rIns="1097280" bIns="1097280" anchor="ctr" anchorCtr="0">
            <a:normAutofit/>
          </a:bodyPr>
          <a:lstStyle>
            <a:lvl1pPr marL="0" indent="0" algn="ctr">
              <a:buFont typeface="Arial" panose="020B0604020202020204" pitchFamily="34" charset="0"/>
              <a:buNone/>
              <a:defRPr sz="2000" b="1">
                <a:solidFill>
                  <a:schemeClr val="bg1"/>
                </a:solidFill>
              </a:defRPr>
            </a:lvl1pPr>
          </a:lstStyle>
          <a:p>
            <a:r>
              <a:rPr lang="en-US"/>
              <a:t>Drag &amp; drop your photo here or click or tap icon below to insert</a:t>
            </a:r>
          </a:p>
        </p:txBody>
      </p:sp>
    </p:spTree>
    <p:extLst>
      <p:ext uri="{BB962C8B-B14F-4D97-AF65-F5344CB8AC3E}">
        <p14:creationId xmlns:p14="http://schemas.microsoft.com/office/powerpoint/2010/main" val="83122717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Photo slide_blu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0FE6-6EE4-72F6-EE0C-E481F72F7DFB}"/>
              </a:ext>
            </a:extLst>
          </p:cNvPr>
          <p:cNvSpPr>
            <a:spLocks noGrp="1"/>
          </p:cNvSpPr>
          <p:nvPr>
            <p:ph type="title"/>
          </p:nvPr>
        </p:nvSpPr>
        <p:spPr>
          <a:xfrm>
            <a:off x="588263" y="457200"/>
            <a:ext cx="4910837" cy="1107996"/>
          </a:xfrm>
        </p:spPr>
        <p:txBody>
          <a:bodyPr/>
          <a:lstStyle>
            <a:lvl1pPr>
              <a:defRPr>
                <a:solidFill>
                  <a:schemeClr val="tx1"/>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DBEC160D-0F95-E237-7287-43174DA4A3F3}"/>
              </a:ext>
            </a:extLst>
          </p:cNvPr>
          <p:cNvSpPr>
            <a:spLocks noGrp="1"/>
          </p:cNvSpPr>
          <p:nvPr>
            <p:ph sz="quarter" idx="12"/>
          </p:nvPr>
        </p:nvSpPr>
        <p:spPr>
          <a:xfrm>
            <a:off x="584201" y="1816100"/>
            <a:ext cx="4910838" cy="152657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3" name="Picture Placeholder 15">
            <a:extLst>
              <a:ext uri="{FF2B5EF4-FFF2-40B4-BE49-F238E27FC236}">
                <a16:creationId xmlns:a16="http://schemas.microsoft.com/office/drawing/2014/main" id="{90C592A4-DBC6-A7A9-63D9-5020A47499F3}"/>
              </a:ext>
            </a:extLst>
          </p:cNvPr>
          <p:cNvSpPr>
            <a:spLocks noGrp="1"/>
          </p:cNvSpPr>
          <p:nvPr>
            <p:ph type="pic" sz="quarter" idx="10" hasCustomPrompt="1"/>
          </p:nvPr>
        </p:nvSpPr>
        <p:spPr>
          <a:xfrm>
            <a:off x="6096000" y="0"/>
            <a:ext cx="6096000" cy="6858000"/>
          </a:xfrm>
          <a:blipFill>
            <a:blip r:embed="rId2"/>
            <a:stretch>
              <a:fillRect/>
            </a:stretch>
          </a:blipFill>
          <a:effectLst/>
        </p:spPr>
        <p:txBody>
          <a:bodyPr lIns="1097280" rIns="109728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200202942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_Photo slide_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0FE6-6EE4-72F6-EE0C-E481F72F7DFB}"/>
              </a:ext>
            </a:extLst>
          </p:cNvPr>
          <p:cNvSpPr>
            <a:spLocks noGrp="1"/>
          </p:cNvSpPr>
          <p:nvPr>
            <p:ph type="title"/>
          </p:nvPr>
        </p:nvSpPr>
        <p:spPr>
          <a:xfrm>
            <a:off x="588263" y="457200"/>
            <a:ext cx="4910837" cy="1107996"/>
          </a:xfrm>
        </p:spPr>
        <p:txBody>
          <a:bodyPr/>
          <a:lstStyle>
            <a:lvl1pPr>
              <a:defRPr>
                <a:solidFill>
                  <a:schemeClr val="tx1"/>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DBEC160D-0F95-E237-7287-43174DA4A3F3}"/>
              </a:ext>
            </a:extLst>
          </p:cNvPr>
          <p:cNvSpPr>
            <a:spLocks noGrp="1"/>
          </p:cNvSpPr>
          <p:nvPr>
            <p:ph sz="quarter" idx="12"/>
          </p:nvPr>
        </p:nvSpPr>
        <p:spPr>
          <a:xfrm>
            <a:off x="584201" y="1816100"/>
            <a:ext cx="4910838" cy="152657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6" name="Picture Placeholder 15">
            <a:extLst>
              <a:ext uri="{FF2B5EF4-FFF2-40B4-BE49-F238E27FC236}">
                <a16:creationId xmlns:a16="http://schemas.microsoft.com/office/drawing/2014/main" id="{830D09FD-2495-FD73-64EA-14E484039EF8}"/>
              </a:ext>
            </a:extLst>
          </p:cNvPr>
          <p:cNvSpPr>
            <a:spLocks noGrp="1"/>
          </p:cNvSpPr>
          <p:nvPr>
            <p:ph type="pic" sz="quarter" idx="10" hasCustomPrompt="1"/>
          </p:nvPr>
        </p:nvSpPr>
        <p:spPr>
          <a:xfrm>
            <a:off x="6096000" y="0"/>
            <a:ext cx="6096000" cy="6858000"/>
          </a:xfrm>
          <a:blipFill>
            <a:blip r:embed="rId2"/>
            <a:stretch>
              <a:fillRect/>
            </a:stretch>
          </a:blipFill>
          <a:effectLst/>
        </p:spPr>
        <p:txBody>
          <a:bodyPr lIns="1097280" rIns="1097280" bIns="1097280" anchor="ctr" anchorCtr="0">
            <a:normAutofit/>
          </a:bodyPr>
          <a:lstStyle>
            <a:lvl1pPr marL="0" indent="0" algn="ctr">
              <a:buFont typeface="Arial" panose="020B0604020202020204" pitchFamily="34" charset="0"/>
              <a:buNone/>
              <a:defRPr sz="2000" b="1">
                <a:solidFill>
                  <a:schemeClr val="bg1"/>
                </a:solidFill>
              </a:defRPr>
            </a:lvl1pPr>
          </a:lstStyle>
          <a:p>
            <a:r>
              <a:rPr lang="en-US"/>
              <a:t>Drag &amp; drop your photo here or click or tap icon below to insert</a:t>
            </a:r>
          </a:p>
        </p:txBody>
      </p:sp>
    </p:spTree>
    <p:extLst>
      <p:ext uri="{BB962C8B-B14F-4D97-AF65-F5344CB8AC3E}">
        <p14:creationId xmlns:p14="http://schemas.microsoft.com/office/powerpoint/2010/main" val="127590121"/>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55B182-C5FF-81E8-8156-470DF32495DC}"/>
              </a:ext>
            </a:extLst>
          </p:cNvPr>
          <p:cNvSpPr>
            <a:spLocks noGrp="1"/>
          </p:cNvSpPr>
          <p:nvPr>
            <p:ph type="title" hasCustomPrompt="1"/>
          </p:nvPr>
        </p:nvSpPr>
        <p:spPr>
          <a:xfrm>
            <a:off x="584200" y="2798286"/>
            <a:ext cx="4663440" cy="738664"/>
          </a:xfrm>
          <a:noFill/>
        </p:spPr>
        <p:txBody>
          <a:bodyPr wrap="square" lIns="0" tIns="0" rIns="0" bIns="0" anchor="b" anchorCtr="0">
            <a:spAutoFit/>
          </a:bodyPr>
          <a:lstStyle>
            <a:lvl1pPr>
              <a:defRPr sz="4800" spc="-50" baseline="0">
                <a:solidFill>
                  <a:schemeClr val="tx1"/>
                </a:solidFill>
                <a:latin typeface="+mj-lt"/>
                <a:cs typeface="Segoe UI" panose="020B0502040204020203" pitchFamily="34" charset="0"/>
              </a:defRPr>
            </a:lvl1pPr>
          </a:lstStyle>
          <a:p>
            <a:r>
              <a:rPr lang="en-US"/>
              <a:t>Thank you</a:t>
            </a:r>
          </a:p>
        </p:txBody>
      </p:sp>
      <p:sp>
        <p:nvSpPr>
          <p:cNvPr id="4" name="Text Placeholder 4">
            <a:extLst>
              <a:ext uri="{FF2B5EF4-FFF2-40B4-BE49-F238E27FC236}">
                <a16:creationId xmlns:a16="http://schemas.microsoft.com/office/drawing/2014/main" id="{BC71D650-3B87-D82E-F786-ADD5DDCE4C70}"/>
              </a:ext>
            </a:extLst>
          </p:cNvPr>
          <p:cNvSpPr>
            <a:spLocks noGrp="1"/>
          </p:cNvSpPr>
          <p:nvPr>
            <p:ph type="body" sz="quarter" idx="12" hasCustomPrompt="1"/>
          </p:nvPr>
        </p:nvSpPr>
        <p:spPr>
          <a:xfrm>
            <a:off x="584199" y="4847464"/>
            <a:ext cx="3898901" cy="246221"/>
          </a:xfrm>
          <a:noFill/>
        </p:spPr>
        <p:txBody>
          <a:bodyPr wrap="square" lIns="0" tIns="0" rIns="0" bIns="0" anchor="b" anchorCtr="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a:t>
            </a:r>
          </a:p>
        </p:txBody>
      </p:sp>
      <p:sp>
        <p:nvSpPr>
          <p:cNvPr id="5" name="Text Placeholder 4">
            <a:extLst>
              <a:ext uri="{FF2B5EF4-FFF2-40B4-BE49-F238E27FC236}">
                <a16:creationId xmlns:a16="http://schemas.microsoft.com/office/drawing/2014/main" id="{735A3663-712F-A49D-172F-24B861511350}"/>
              </a:ext>
            </a:extLst>
          </p:cNvPr>
          <p:cNvSpPr>
            <a:spLocks noGrp="1"/>
          </p:cNvSpPr>
          <p:nvPr>
            <p:ph type="body" sz="quarter" idx="13" hasCustomPrompt="1"/>
          </p:nvPr>
        </p:nvSpPr>
        <p:spPr>
          <a:xfrm>
            <a:off x="584199" y="5106140"/>
            <a:ext cx="3898901" cy="184666"/>
          </a:xfrm>
          <a:noFill/>
        </p:spPr>
        <p:txBody>
          <a:bodyPr wrap="square" lIns="0" tIns="0" rIns="0" bIns="0">
            <a:spAutoFit/>
          </a:bodyPr>
          <a:lstStyle>
            <a:lvl1pPr marL="0" indent="0">
              <a:spcBef>
                <a:spcPts val="0"/>
              </a:spcBef>
              <a:buNone/>
              <a:defRPr sz="1200" spc="0" baseline="0">
                <a:solidFill>
                  <a:schemeClr val="tx1"/>
                </a:solidFill>
                <a:latin typeface="+mn-lt"/>
                <a:cs typeface="Segoe UI" panose="020B0502040204020203" pitchFamily="34" charset="0"/>
              </a:defRPr>
            </a:lvl1pPr>
          </a:lstStyle>
          <a:p>
            <a:pPr lvl="0"/>
            <a:r>
              <a:rPr lang="en-US"/>
              <a:t>Contact information</a:t>
            </a:r>
          </a:p>
        </p:txBody>
      </p:sp>
      <p:pic>
        <p:nvPicPr>
          <p:cNvPr id="8" name="MS logo gray - EMF" descr="Microsoft logo, gray text version">
            <a:extLst>
              <a:ext uri="{FF2B5EF4-FFF2-40B4-BE49-F238E27FC236}">
                <a16:creationId xmlns:a16="http://schemas.microsoft.com/office/drawing/2014/main" id="{4B828D67-4891-FD7F-4AA2-E9E4A65251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214744208"/>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_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55B182-C5FF-81E8-8156-470DF32495DC}"/>
              </a:ext>
            </a:extLst>
          </p:cNvPr>
          <p:cNvSpPr>
            <a:spLocks noGrp="1"/>
          </p:cNvSpPr>
          <p:nvPr>
            <p:ph type="title" hasCustomPrompt="1"/>
          </p:nvPr>
        </p:nvSpPr>
        <p:spPr>
          <a:xfrm>
            <a:off x="584200" y="2798286"/>
            <a:ext cx="4663440" cy="738664"/>
          </a:xfrm>
          <a:noFill/>
        </p:spPr>
        <p:txBody>
          <a:bodyPr wrap="square" lIns="0" tIns="0" rIns="0" bIns="0" anchor="b" anchorCtr="0">
            <a:spAutoFit/>
          </a:bodyPr>
          <a:lstStyle>
            <a:lvl1pPr>
              <a:defRPr sz="4800" spc="-50" baseline="0">
                <a:solidFill>
                  <a:schemeClr val="tx1"/>
                </a:solidFill>
                <a:latin typeface="+mj-lt"/>
                <a:cs typeface="Segoe UI" panose="020B0502040204020203" pitchFamily="34" charset="0"/>
              </a:defRPr>
            </a:lvl1pPr>
          </a:lstStyle>
          <a:p>
            <a:r>
              <a:rPr lang="en-US"/>
              <a:t>Thank you</a:t>
            </a:r>
          </a:p>
        </p:txBody>
      </p:sp>
      <p:sp>
        <p:nvSpPr>
          <p:cNvPr id="4" name="Text Placeholder 4">
            <a:extLst>
              <a:ext uri="{FF2B5EF4-FFF2-40B4-BE49-F238E27FC236}">
                <a16:creationId xmlns:a16="http://schemas.microsoft.com/office/drawing/2014/main" id="{BC71D650-3B87-D82E-F786-ADD5DDCE4C70}"/>
              </a:ext>
            </a:extLst>
          </p:cNvPr>
          <p:cNvSpPr>
            <a:spLocks noGrp="1"/>
          </p:cNvSpPr>
          <p:nvPr>
            <p:ph type="body" sz="quarter" idx="12" hasCustomPrompt="1"/>
          </p:nvPr>
        </p:nvSpPr>
        <p:spPr>
          <a:xfrm>
            <a:off x="584199" y="4847464"/>
            <a:ext cx="3898901" cy="246221"/>
          </a:xfrm>
          <a:noFill/>
        </p:spPr>
        <p:txBody>
          <a:bodyPr wrap="square" lIns="0" tIns="0" rIns="0" bIns="0" anchor="b" anchorCtr="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a:t>
            </a:r>
          </a:p>
        </p:txBody>
      </p:sp>
      <p:sp>
        <p:nvSpPr>
          <p:cNvPr id="5" name="Text Placeholder 4">
            <a:extLst>
              <a:ext uri="{FF2B5EF4-FFF2-40B4-BE49-F238E27FC236}">
                <a16:creationId xmlns:a16="http://schemas.microsoft.com/office/drawing/2014/main" id="{735A3663-712F-A49D-172F-24B861511350}"/>
              </a:ext>
            </a:extLst>
          </p:cNvPr>
          <p:cNvSpPr>
            <a:spLocks noGrp="1"/>
          </p:cNvSpPr>
          <p:nvPr>
            <p:ph type="body" sz="quarter" idx="13" hasCustomPrompt="1"/>
          </p:nvPr>
        </p:nvSpPr>
        <p:spPr>
          <a:xfrm>
            <a:off x="584199" y="5106140"/>
            <a:ext cx="3898901" cy="184666"/>
          </a:xfrm>
          <a:noFill/>
        </p:spPr>
        <p:txBody>
          <a:bodyPr wrap="square" lIns="0" tIns="0" rIns="0" bIns="0">
            <a:spAutoFit/>
          </a:bodyPr>
          <a:lstStyle>
            <a:lvl1pPr marL="0" indent="0">
              <a:spcBef>
                <a:spcPts val="0"/>
              </a:spcBef>
              <a:buNone/>
              <a:defRPr sz="1200" spc="0" baseline="0">
                <a:solidFill>
                  <a:schemeClr val="tx1"/>
                </a:solidFill>
                <a:latin typeface="+mn-lt"/>
                <a:cs typeface="Segoe UI" panose="020B0502040204020203" pitchFamily="34" charset="0"/>
              </a:defRPr>
            </a:lvl1pPr>
          </a:lstStyle>
          <a:p>
            <a:pPr lvl="0"/>
            <a:r>
              <a:rPr lang="en-US"/>
              <a:t>Contact information</a:t>
            </a:r>
          </a:p>
        </p:txBody>
      </p:sp>
      <p:pic>
        <p:nvPicPr>
          <p:cNvPr id="8" name="MS logo gray - EMF" descr="Microsoft logo, gray text version">
            <a:extLst>
              <a:ext uri="{FF2B5EF4-FFF2-40B4-BE49-F238E27FC236}">
                <a16:creationId xmlns:a16="http://schemas.microsoft.com/office/drawing/2014/main" id="{4B828D67-4891-FD7F-4AA2-E9E4A65251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813905559"/>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Blank_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535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Blank_blue">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526021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5945197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Notes_black">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mj-lt"/>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06547413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17262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418689686"/>
      </p:ext>
    </p:extLst>
  </p:cSld>
  <p:clrMap bg1="lt1" tx1="dk1" bg2="lt2" tx2="dk2" accent1="accent1" accent2="accent2" accent3="accent3" accent4="accent4" accent5="accent5" accent6="accent6" hlink="hlink" folHlink="folHlink"/>
  <p:sldLayoutIdLst>
    <p:sldLayoutId id="2147485502" r:id="rId1"/>
    <p:sldLayoutId id="2147485512" r:id="rId2"/>
    <p:sldLayoutId id="2147485513" r:id="rId3"/>
    <p:sldLayoutId id="2147485510" r:id="rId4"/>
    <p:sldLayoutId id="2147485498" r:id="rId5"/>
    <p:sldLayoutId id="2147485497" r:id="rId6"/>
    <p:sldLayoutId id="2147485524" r:id="rId7"/>
    <p:sldLayoutId id="2147485515" r:id="rId8"/>
    <p:sldLayoutId id="2147485523" r:id="rId9"/>
    <p:sldLayoutId id="2147485526" r:id="rId10"/>
    <p:sldLayoutId id="2147485514" r:id="rId11"/>
    <p:sldLayoutId id="2147485527" r:id="rId12"/>
    <p:sldLayoutId id="2147485451" r:id="rId13"/>
    <p:sldLayoutId id="2147485482" r:id="rId14"/>
    <p:sldLayoutId id="2147485483" r:id="rId15"/>
    <p:sldLayoutId id="2147485503" r:id="rId16"/>
    <p:sldLayoutId id="2147485452" r:id="rId17"/>
    <p:sldLayoutId id="2147485453" r:id="rId18"/>
    <p:sldLayoutId id="2147485454" r:id="rId19"/>
    <p:sldLayoutId id="2147485455" r:id="rId20"/>
    <p:sldLayoutId id="2147485456" r:id="rId21"/>
    <p:sldLayoutId id="2147485458" r:id="rId22"/>
    <p:sldLayoutId id="2147485459" r:id="rId23"/>
    <p:sldLayoutId id="2147485460" r:id="rId24"/>
    <p:sldLayoutId id="2147485461" r:id="rId25"/>
    <p:sldLayoutId id="2147485462" r:id="rId26"/>
    <p:sldLayoutId id="2147485463" r:id="rId27"/>
    <p:sldLayoutId id="2147485465" r:id="rId28"/>
    <p:sldLayoutId id="2147485464" r:id="rId29"/>
    <p:sldLayoutId id="2147485466" r:id="rId30"/>
    <p:sldLayoutId id="2147485467" r:id="rId31"/>
    <p:sldLayoutId id="2147485468" r:id="rId32"/>
    <p:sldLayoutId id="2147485469" r:id="rId33"/>
    <p:sldLayoutId id="2147485470" r:id="rId34"/>
    <p:sldLayoutId id="2147485471" r:id="rId35"/>
    <p:sldLayoutId id="2147485472" r:id="rId36"/>
    <p:sldLayoutId id="2147485473" r:id="rId37"/>
    <p:sldLayoutId id="2147485474" r:id="rId38"/>
    <p:sldLayoutId id="2147485475" r:id="rId39"/>
    <p:sldLayoutId id="2147485476" r:id="rId40"/>
    <p:sldLayoutId id="2147485477" r:id="rId41"/>
    <p:sldLayoutId id="2147485478" r:id="rId42"/>
    <p:sldLayoutId id="2147485479" r:id="rId43"/>
    <p:sldLayoutId id="2147485480" r:id="rId44"/>
    <p:sldLayoutId id="2147485481" r:id="rId45"/>
    <p:sldLayoutId id="2147485484" r:id="rId46"/>
    <p:sldLayoutId id="2147485485" r:id="rId47"/>
    <p:sldLayoutId id="2147485486" r:id="rId48"/>
    <p:sldLayoutId id="2147485487" r:id="rId49"/>
    <p:sldLayoutId id="2147485488" r:id="rId50"/>
    <p:sldLayoutId id="2147485490" r:id="rId51"/>
    <p:sldLayoutId id="2147485491" r:id="rId52"/>
    <p:sldLayoutId id="2147485516" r:id="rId53"/>
    <p:sldLayoutId id="2147485517" r:id="rId54"/>
    <p:sldLayoutId id="2147485525" r:id="rId55"/>
    <p:sldLayoutId id="2147485499" r:id="rId56"/>
    <p:sldLayoutId id="2147485518" r:id="rId57"/>
    <p:sldLayoutId id="2147485511" r:id="rId58"/>
    <p:sldLayoutId id="2147485519" r:id="rId59"/>
    <p:sldLayoutId id="2147485520" r:id="rId60"/>
    <p:sldLayoutId id="2147485521" r:id="rId61"/>
    <p:sldLayoutId id="2147485504" r:id="rId62"/>
    <p:sldLayoutId id="2147485505" r:id="rId63"/>
    <p:sldLayoutId id="2147485506" r:id="rId64"/>
    <p:sldLayoutId id="2147485507" r:id="rId65"/>
    <p:sldLayoutId id="2147485508" r:id="rId66"/>
    <p:sldLayoutId id="2147485509" r:id="rId67"/>
    <p:sldLayoutId id="2147485522" r:id="rId68"/>
    <p:sldLayoutId id="2147485493" r:id="rId69"/>
    <p:sldLayoutId id="2147485494" r:id="rId70"/>
    <p:sldLayoutId id="2147485495" r:id="rId71"/>
    <p:sldLayoutId id="2147485496" r:id="rId7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30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640080" marR="0" indent="-228600" algn="l" defTabSz="932742" rtl="0" eaLnBrk="1" fontAlgn="auto" latinLnBrk="0" hangingPunct="1">
        <a:lnSpc>
          <a:spcPct val="100000"/>
        </a:lnSpc>
        <a:spcBef>
          <a:spcPct val="20000"/>
        </a:spcBef>
        <a:spcAft>
          <a:spcPts val="30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914400" marR="0" indent="-200025" algn="l" defTabSz="932742" rtl="0" eaLnBrk="1" fontAlgn="auto" latinLnBrk="0" hangingPunct="1">
        <a:lnSpc>
          <a:spcPct val="100000"/>
        </a:lnSpc>
        <a:spcBef>
          <a:spcPct val="20000"/>
        </a:spcBef>
        <a:spcAft>
          <a:spcPts val="20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userDrawn="1">
          <p15:clr>
            <a:srgbClr val="C35EA4"/>
          </p15:clr>
        </p15:guide>
        <p15:guide id="17" pos="7320" userDrawn="1">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userDrawn="1">
          <p15:clr>
            <a:srgbClr val="A4A3A4"/>
          </p15:clr>
        </p15:guide>
        <p15:guide id="29" orient="horz" pos="4135">
          <p15:clr>
            <a:srgbClr val="A4A3A4"/>
          </p15:clr>
        </p15:guide>
        <p15:guide id="30" pos="7488" userDrawn="1">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microsoft.com/office/2018/10/relationships/comments" Target="../comments/modernComment_7FFFF011_B6D27F3B.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microsoft.com/office/2018/10/relationships/comments" Target="../comments/modernComment_7FFFF012_9C5BF7DB.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7FFFF014_E00E26E8.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microsoft.com/office/2018/10/relationships/comments" Target="../comments/modernComment_108_0.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microsoft.com/office/2018/10/relationships/comments" Target="../comments/modernComment_10A_0.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7FFFF018_C5612497.xml"/><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7FFFF015_A155DFBF.xml"/><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microsoft.com/office/2018/10/relationships/comments" Target="../comments/modernComment_10C_0.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microsoft.com/office/2018/10/relationships/comments" Target="../comments/modernComment_10D_0.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1.xml.rels><?xml version="1.0" encoding="UTF-8" standalone="yes"?>
<Relationships xmlns="http://schemas.openxmlformats.org/package/2006/relationships"><Relationship Id="rId2" Type="http://schemas.microsoft.com/office/2018/10/relationships/comments" Target="../comments/modernComment_110_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microsoft.com/office/2018/10/relationships/comments" Target="../comments/modernComment_7FFFF017_1464EB38.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2" Type="http://schemas.microsoft.com/office/2018/10/relationships/comments" Target="../comments/modernComment_113_0.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microsoft.com/office/2018/10/relationships/comments" Target="../comments/modernComment_7FFFF00F_F5D967F7.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microsoft.com/office/2018/10/relationships/comments" Target="../comments/modernComment_116_0.xml"/><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hyperlink" Target="https://ai.azure.com/" TargetMode="External"/><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2" Type="http://schemas.microsoft.com/office/2018/10/relationships/comments" Target="../comments/modernComment_121_0.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2" Type="http://schemas.microsoft.com/office/2018/10/relationships/comments" Target="../comments/modernComment_130_0.xml"/><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Azure Cosmos DB Workshop</a:t>
            </a:r>
          </a:p>
        </p:txBody>
      </p:sp>
      <p:sp>
        <p:nvSpPr>
          <p:cNvPr id="3" name="Text Placeholder 2"/>
          <p:cNvSpPr>
            <a:spLocks noGrp="1"/>
          </p:cNvSpPr>
          <p:nvPr>
            <p:ph type="body" sz="quarter" idx="12"/>
          </p:nvPr>
        </p:nvSpPr>
        <p:spPr/>
        <p:txBody>
          <a:bodyPr/>
          <a:lstStyle/>
          <a:p>
            <a:r>
              <a:t>Building data-intelligent apps with Azure Cosmos DB, Microsoft Foundry, and Microsoft Fabric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Azure Cosmos DB Fundamentals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Resource Model</a:t>
            </a:r>
          </a:p>
        </p:txBody>
      </p:sp>
      <p:sp>
        <p:nvSpPr>
          <p:cNvPr id="3" name="Text Placeholder 2"/>
          <p:cNvSpPr>
            <a:spLocks noGrp="1"/>
          </p:cNvSpPr>
          <p:nvPr>
            <p:ph type="body" sz="quarter" idx="12"/>
          </p:nvPr>
        </p:nvSpPr>
        <p:spPr/>
        <p:txBody>
          <a:bodyPr/>
          <a:lstStyle/>
          <a:p>
            <a:r>
              <a:t>Account, database, container, item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457200"/>
            <a:ext cx="11018520" cy="553998"/>
          </a:xfrm>
        </p:spPr>
        <p:txBody>
          <a:bodyPr/>
          <a:lstStyle/>
          <a:p>
            <a:r>
              <a:t>What is Cosmos DB?</a:t>
            </a:r>
          </a:p>
        </p:txBody>
      </p:sp>
      <p:sp>
        <p:nvSpPr>
          <p:cNvPr id="3" name="Content Placeholder 2"/>
          <p:cNvSpPr>
            <a:spLocks noGrp="1"/>
          </p:cNvSpPr>
          <p:nvPr>
            <p:ph sz="quarter" idx="10"/>
          </p:nvPr>
        </p:nvSpPr>
        <p:spPr>
          <a:xfrm>
            <a:off x="584200" y="1435100"/>
            <a:ext cx="11018838" cy="1541961"/>
          </a:xfrm>
        </p:spPr>
        <p:txBody>
          <a:bodyPr wrap="square"/>
          <a:lstStyle/>
          <a:p>
            <a:r>
              <a:t>Fully managed, globally distributed NoSQL database</a:t>
            </a:r>
          </a:p>
          <a:p>
            <a:r>
              <a:t>Built for low-latency, high-scale operational workloads</a:t>
            </a:r>
          </a:p>
          <a:p>
            <a:r>
              <a:rPr lang="en-US"/>
              <a:t>This w</a:t>
            </a:r>
            <a:r>
              <a:t>orkshop uses the Azure Cosmos DB for NoSQL API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5FCA3-D573-17C3-500D-83DC796AFFAC}"/>
              </a:ext>
            </a:extLst>
          </p:cNvPr>
          <p:cNvSpPr>
            <a:spLocks noGrp="1"/>
          </p:cNvSpPr>
          <p:nvPr>
            <p:ph type="title"/>
          </p:nvPr>
        </p:nvSpPr>
        <p:spPr>
          <a:xfrm>
            <a:off x="588263" y="2873414"/>
            <a:ext cx="4159950" cy="1107996"/>
          </a:xfrm>
        </p:spPr>
        <p:txBody>
          <a:bodyPr/>
          <a:lstStyle/>
          <a:p>
            <a:pPr lvl="0"/>
            <a:r>
              <a:rPr lang="en-US"/>
              <a:t>Cosmos DB Resource Hierarchy</a:t>
            </a:r>
          </a:p>
        </p:txBody>
      </p:sp>
      <p:sp>
        <p:nvSpPr>
          <p:cNvPr id="9" name="Rectangle: Rounded Corners 8">
            <a:extLst>
              <a:ext uri="{FF2B5EF4-FFF2-40B4-BE49-F238E27FC236}">
                <a16:creationId xmlns:a16="http://schemas.microsoft.com/office/drawing/2014/main" id="{9715491C-627C-7B05-397E-AF1F1F3A7867}"/>
              </a:ext>
            </a:extLst>
          </p:cNvPr>
          <p:cNvSpPr/>
          <p:nvPr/>
        </p:nvSpPr>
        <p:spPr bwMode="auto">
          <a:xfrm>
            <a:off x="5554766" y="2119328"/>
            <a:ext cx="5794049" cy="97090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3200">
                <a:solidFill>
                  <a:srgbClr val="FFFFFF"/>
                </a:solidFill>
                <a:ea typeface="Segoe UI" pitchFamily="34" charset="0"/>
                <a:cs typeface="Segoe UI" pitchFamily="34" charset="0"/>
              </a:rPr>
              <a:t>Database</a:t>
            </a:r>
          </a:p>
        </p:txBody>
      </p:sp>
      <p:sp>
        <p:nvSpPr>
          <p:cNvPr id="10" name="Rectangle: Rounded Corners 9">
            <a:extLst>
              <a:ext uri="{FF2B5EF4-FFF2-40B4-BE49-F238E27FC236}">
                <a16:creationId xmlns:a16="http://schemas.microsoft.com/office/drawing/2014/main" id="{83912539-F83D-1496-217C-DF6C5F4069C7}"/>
              </a:ext>
            </a:extLst>
          </p:cNvPr>
          <p:cNvSpPr/>
          <p:nvPr/>
        </p:nvSpPr>
        <p:spPr bwMode="auto">
          <a:xfrm>
            <a:off x="5554766" y="3704098"/>
            <a:ext cx="5794049" cy="970905"/>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3200">
                <a:solidFill>
                  <a:srgbClr val="FFFFFF"/>
                </a:solidFill>
                <a:ea typeface="Segoe UI" pitchFamily="34" charset="0"/>
                <a:cs typeface="Segoe UI" pitchFamily="34" charset="0"/>
              </a:rPr>
              <a:t>Container</a:t>
            </a:r>
          </a:p>
        </p:txBody>
      </p:sp>
      <p:sp>
        <p:nvSpPr>
          <p:cNvPr id="11" name="Rectangle: Rounded Corners 10">
            <a:extLst>
              <a:ext uri="{FF2B5EF4-FFF2-40B4-BE49-F238E27FC236}">
                <a16:creationId xmlns:a16="http://schemas.microsoft.com/office/drawing/2014/main" id="{20C4CFED-562F-BC26-C646-2A469654D534}"/>
              </a:ext>
            </a:extLst>
          </p:cNvPr>
          <p:cNvSpPr/>
          <p:nvPr/>
        </p:nvSpPr>
        <p:spPr bwMode="auto">
          <a:xfrm>
            <a:off x="5554766" y="5288868"/>
            <a:ext cx="5794049" cy="970905"/>
          </a:xfrm>
          <a:prstGeom prst="round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3200">
                <a:solidFill>
                  <a:srgbClr val="FFFFFF"/>
                </a:solidFill>
                <a:ea typeface="Segoe UI" pitchFamily="34" charset="0"/>
                <a:cs typeface="Segoe UI" pitchFamily="34" charset="0"/>
              </a:rPr>
              <a:t>Item</a:t>
            </a:r>
          </a:p>
        </p:txBody>
      </p:sp>
      <p:sp>
        <p:nvSpPr>
          <p:cNvPr id="6" name="Rectangle: Rounded Corners 5">
            <a:extLst>
              <a:ext uri="{FF2B5EF4-FFF2-40B4-BE49-F238E27FC236}">
                <a16:creationId xmlns:a16="http://schemas.microsoft.com/office/drawing/2014/main" id="{6F52918F-37C8-92DF-3F97-60440BE21246}"/>
              </a:ext>
            </a:extLst>
          </p:cNvPr>
          <p:cNvSpPr/>
          <p:nvPr/>
        </p:nvSpPr>
        <p:spPr bwMode="auto">
          <a:xfrm>
            <a:off x="5554766" y="534558"/>
            <a:ext cx="5794049" cy="970905"/>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3200">
                <a:solidFill>
                  <a:srgbClr val="FFFFFF"/>
                </a:solidFill>
                <a:ea typeface="Segoe UI" pitchFamily="34" charset="0"/>
                <a:cs typeface="Segoe UI" pitchFamily="34" charset="0"/>
              </a:rPr>
              <a:t>Account</a:t>
            </a:r>
          </a:p>
        </p:txBody>
      </p:sp>
      <p:pic>
        <p:nvPicPr>
          <p:cNvPr id="13" name="Graphic 12">
            <a:extLst>
              <a:ext uri="{FF2B5EF4-FFF2-40B4-BE49-F238E27FC236}">
                <a16:creationId xmlns:a16="http://schemas.microsoft.com/office/drawing/2014/main" id="{0030EC6F-881B-8C87-1ADF-CD9B22702C0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406208" y="743365"/>
            <a:ext cx="553289" cy="553289"/>
          </a:xfrm>
          <a:prstGeom prst="rect">
            <a:avLst/>
          </a:prstGeom>
        </p:spPr>
      </p:pic>
      <p:sp>
        <p:nvSpPr>
          <p:cNvPr id="16" name="Arrow: Down 15">
            <a:extLst>
              <a:ext uri="{FF2B5EF4-FFF2-40B4-BE49-F238E27FC236}">
                <a16:creationId xmlns:a16="http://schemas.microsoft.com/office/drawing/2014/main" id="{BC61F9E1-4AB8-BE9D-B800-576C106B27D4}"/>
              </a:ext>
            </a:extLst>
          </p:cNvPr>
          <p:cNvSpPr/>
          <p:nvPr/>
        </p:nvSpPr>
        <p:spPr bwMode="auto">
          <a:xfrm>
            <a:off x="8267546" y="1592239"/>
            <a:ext cx="368489" cy="464024"/>
          </a:xfrm>
          <a:prstGeom prst="downArrow">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7" name="Arrow: Down 16">
            <a:extLst>
              <a:ext uri="{FF2B5EF4-FFF2-40B4-BE49-F238E27FC236}">
                <a16:creationId xmlns:a16="http://schemas.microsoft.com/office/drawing/2014/main" id="{A26EBEA9-F00A-7973-F186-C047FFFFB08E}"/>
              </a:ext>
            </a:extLst>
          </p:cNvPr>
          <p:cNvSpPr/>
          <p:nvPr/>
        </p:nvSpPr>
        <p:spPr bwMode="auto">
          <a:xfrm>
            <a:off x="8267545" y="3165153"/>
            <a:ext cx="368489" cy="464024"/>
          </a:xfrm>
          <a:prstGeom prst="downArrow">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8" name="Arrow: Down 17">
            <a:extLst>
              <a:ext uri="{FF2B5EF4-FFF2-40B4-BE49-F238E27FC236}">
                <a16:creationId xmlns:a16="http://schemas.microsoft.com/office/drawing/2014/main" id="{4FB4E712-A10F-C0FF-F1DA-3B05BEBD1C70}"/>
              </a:ext>
            </a:extLst>
          </p:cNvPr>
          <p:cNvSpPr/>
          <p:nvPr/>
        </p:nvSpPr>
        <p:spPr bwMode="auto">
          <a:xfrm>
            <a:off x="8264546" y="4749923"/>
            <a:ext cx="368489" cy="464024"/>
          </a:xfrm>
          <a:prstGeom prst="downArrow">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202258332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40544-6630-19E0-C43D-E4A008F53324}"/>
              </a:ext>
            </a:extLst>
          </p:cNvPr>
          <p:cNvSpPr>
            <a:spLocks noGrp="1"/>
          </p:cNvSpPr>
          <p:nvPr>
            <p:ph type="title"/>
          </p:nvPr>
        </p:nvSpPr>
        <p:spPr/>
        <p:txBody>
          <a:bodyPr/>
          <a:lstStyle/>
          <a:p>
            <a:pPr lvl="0"/>
            <a:r>
              <a:rPr lang="en-US"/>
              <a:t>Account</a:t>
            </a:r>
          </a:p>
        </p:txBody>
      </p:sp>
      <p:sp>
        <p:nvSpPr>
          <p:cNvPr id="3" name="Text Placeholder 2">
            <a:extLst>
              <a:ext uri="{FF2B5EF4-FFF2-40B4-BE49-F238E27FC236}">
                <a16:creationId xmlns:a16="http://schemas.microsoft.com/office/drawing/2014/main" id="{A970DAB2-2B4D-81B2-DC9E-F1D1E8B16480}"/>
              </a:ext>
            </a:extLst>
          </p:cNvPr>
          <p:cNvSpPr>
            <a:spLocks noGrp="1"/>
          </p:cNvSpPr>
          <p:nvPr>
            <p:ph sz="quarter" idx="10"/>
          </p:nvPr>
        </p:nvSpPr>
        <p:spPr>
          <a:xfrm>
            <a:off x="584200" y="1435100"/>
            <a:ext cx="11018838" cy="2097497"/>
          </a:xfrm>
        </p:spPr>
        <p:txBody>
          <a:bodyPr/>
          <a:lstStyle/>
          <a:p>
            <a:pPr lvl="0"/>
            <a:r>
              <a:rPr lang="en-US"/>
              <a:t>Unique DNS name</a:t>
            </a:r>
          </a:p>
          <a:p>
            <a:pPr lvl="0"/>
            <a:r>
              <a:rPr lang="en-US"/>
              <a:t>Globally replicable</a:t>
            </a:r>
          </a:p>
          <a:p>
            <a:pPr lvl="0"/>
            <a:r>
              <a:rPr lang="en-US"/>
              <a:t>Created for specific API Mode</a:t>
            </a:r>
          </a:p>
          <a:p>
            <a:pPr lvl="0"/>
            <a:r>
              <a:rPr lang="en-US"/>
              <a:t>Unlimited data size and throughput</a:t>
            </a:r>
          </a:p>
        </p:txBody>
      </p:sp>
    </p:spTree>
    <p:extLst>
      <p:ext uri="{BB962C8B-B14F-4D97-AF65-F5344CB8AC3E}">
        <p14:creationId xmlns:p14="http://schemas.microsoft.com/office/powerpoint/2010/main" val="381644418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40544-6630-19E0-C43D-E4A008F53324}"/>
              </a:ext>
            </a:extLst>
          </p:cNvPr>
          <p:cNvSpPr>
            <a:spLocks noGrp="1"/>
          </p:cNvSpPr>
          <p:nvPr>
            <p:ph type="title"/>
          </p:nvPr>
        </p:nvSpPr>
        <p:spPr/>
        <p:txBody>
          <a:bodyPr/>
          <a:lstStyle/>
          <a:p>
            <a:pPr lvl="0"/>
            <a:r>
              <a:rPr lang="en-US"/>
              <a:t>Database</a:t>
            </a:r>
          </a:p>
        </p:txBody>
      </p:sp>
      <p:sp>
        <p:nvSpPr>
          <p:cNvPr id="3" name="Text Placeholder 2">
            <a:extLst>
              <a:ext uri="{FF2B5EF4-FFF2-40B4-BE49-F238E27FC236}">
                <a16:creationId xmlns:a16="http://schemas.microsoft.com/office/drawing/2014/main" id="{A970DAB2-2B4D-81B2-DC9E-F1D1E8B16480}"/>
              </a:ext>
            </a:extLst>
          </p:cNvPr>
          <p:cNvSpPr>
            <a:spLocks noGrp="1"/>
          </p:cNvSpPr>
          <p:nvPr>
            <p:ph sz="quarter" idx="10"/>
          </p:nvPr>
        </p:nvSpPr>
        <p:spPr>
          <a:xfrm>
            <a:off x="584200" y="1435100"/>
            <a:ext cx="11018838" cy="1541961"/>
          </a:xfrm>
        </p:spPr>
        <p:txBody>
          <a:bodyPr/>
          <a:lstStyle/>
          <a:p>
            <a:pPr lvl="0"/>
            <a:r>
              <a:rPr lang="en-US" dirty="0"/>
              <a:t>Logical grouping of containers</a:t>
            </a:r>
          </a:p>
          <a:p>
            <a:pPr lvl="0"/>
            <a:r>
              <a:rPr lang="en-US" dirty="0"/>
              <a:t>Functions like a namespace</a:t>
            </a:r>
          </a:p>
          <a:p>
            <a:pPr lvl="0"/>
            <a:r>
              <a:rPr lang="en-US" dirty="0"/>
              <a:t>Not a physical storage unit</a:t>
            </a:r>
          </a:p>
        </p:txBody>
      </p:sp>
    </p:spTree>
    <p:extLst>
      <p:ext uri="{BB962C8B-B14F-4D97-AF65-F5344CB8AC3E}">
        <p14:creationId xmlns:p14="http://schemas.microsoft.com/office/powerpoint/2010/main" val="3067248443"/>
      </p:ext>
    </p:extLst>
  </p:cSld>
  <p:clrMapOvr>
    <a:masterClrMapping/>
  </p:clrMapOvr>
  <p:transition>
    <p:fade/>
  </p:transition>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40544-6630-19E0-C43D-E4A008F53324}"/>
              </a:ext>
            </a:extLst>
          </p:cNvPr>
          <p:cNvSpPr>
            <a:spLocks noGrp="1"/>
          </p:cNvSpPr>
          <p:nvPr>
            <p:ph type="title"/>
          </p:nvPr>
        </p:nvSpPr>
        <p:spPr/>
        <p:txBody>
          <a:bodyPr/>
          <a:lstStyle/>
          <a:p>
            <a:pPr lvl="0"/>
            <a:r>
              <a:rPr lang="en-US"/>
              <a:t>Container</a:t>
            </a:r>
          </a:p>
        </p:txBody>
      </p:sp>
      <p:sp>
        <p:nvSpPr>
          <p:cNvPr id="3" name="Text Placeholder 2">
            <a:extLst>
              <a:ext uri="{FF2B5EF4-FFF2-40B4-BE49-F238E27FC236}">
                <a16:creationId xmlns:a16="http://schemas.microsoft.com/office/drawing/2014/main" id="{A970DAB2-2B4D-81B2-DC9E-F1D1E8B16480}"/>
              </a:ext>
            </a:extLst>
          </p:cNvPr>
          <p:cNvSpPr>
            <a:spLocks noGrp="1"/>
          </p:cNvSpPr>
          <p:nvPr>
            <p:ph sz="quarter" idx="10"/>
          </p:nvPr>
        </p:nvSpPr>
        <p:spPr>
          <a:xfrm>
            <a:off x="584200" y="1435100"/>
            <a:ext cx="11018838" cy="2653034"/>
          </a:xfrm>
        </p:spPr>
        <p:txBody>
          <a:bodyPr/>
          <a:lstStyle/>
          <a:p>
            <a:pPr lvl="0"/>
            <a:r>
              <a:rPr lang="en-US" dirty="0"/>
              <a:t>Data storage container</a:t>
            </a:r>
          </a:p>
          <a:p>
            <a:pPr lvl="0"/>
            <a:r>
              <a:rPr lang="en-US" dirty="0"/>
              <a:t>Requires partition key definition</a:t>
            </a:r>
          </a:p>
          <a:p>
            <a:pPr lvl="0"/>
            <a:r>
              <a:rPr lang="en-US" dirty="0"/>
              <a:t>Data stored in one or more partitions</a:t>
            </a:r>
          </a:p>
          <a:p>
            <a:pPr lvl="0"/>
            <a:r>
              <a:rPr lang="en-US" dirty="0"/>
              <a:t>Can define available throughput per container</a:t>
            </a:r>
          </a:p>
          <a:p>
            <a:pPr lvl="0"/>
            <a:r>
              <a:rPr lang="en-US" dirty="0"/>
              <a:t>Indexing is defined per container</a:t>
            </a:r>
          </a:p>
        </p:txBody>
      </p:sp>
    </p:spTree>
    <p:extLst>
      <p:ext uri="{BB962C8B-B14F-4D97-AF65-F5344CB8AC3E}">
        <p14:creationId xmlns:p14="http://schemas.microsoft.com/office/powerpoint/2010/main" val="2623272923"/>
      </p:ext>
    </p:extLst>
  </p:cSld>
  <p:clrMapOvr>
    <a:masterClrMapping/>
  </p:clrMapOvr>
  <p:transition>
    <p:fade/>
  </p:transition>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40544-6630-19E0-C43D-E4A008F53324}"/>
              </a:ext>
            </a:extLst>
          </p:cNvPr>
          <p:cNvSpPr>
            <a:spLocks noGrp="1"/>
          </p:cNvSpPr>
          <p:nvPr>
            <p:ph type="title"/>
          </p:nvPr>
        </p:nvSpPr>
        <p:spPr/>
        <p:txBody>
          <a:bodyPr/>
          <a:lstStyle/>
          <a:p>
            <a:pPr lvl="0"/>
            <a:r>
              <a:rPr lang="en-US"/>
              <a:t>Item</a:t>
            </a:r>
          </a:p>
        </p:txBody>
      </p:sp>
      <p:sp>
        <p:nvSpPr>
          <p:cNvPr id="3" name="Text Placeholder 2">
            <a:extLst>
              <a:ext uri="{FF2B5EF4-FFF2-40B4-BE49-F238E27FC236}">
                <a16:creationId xmlns:a16="http://schemas.microsoft.com/office/drawing/2014/main" id="{A970DAB2-2B4D-81B2-DC9E-F1D1E8B16480}"/>
              </a:ext>
            </a:extLst>
          </p:cNvPr>
          <p:cNvSpPr>
            <a:spLocks noGrp="1"/>
          </p:cNvSpPr>
          <p:nvPr>
            <p:ph sz="quarter" idx="10"/>
          </p:nvPr>
        </p:nvSpPr>
        <p:spPr>
          <a:xfrm>
            <a:off x="584200" y="1435100"/>
            <a:ext cx="11018838" cy="2097497"/>
          </a:xfrm>
        </p:spPr>
        <p:txBody>
          <a:bodyPr/>
          <a:lstStyle/>
          <a:p>
            <a:pPr lvl="0"/>
            <a:r>
              <a:rPr lang="en-US"/>
              <a:t>Schema-less JSON document</a:t>
            </a:r>
          </a:p>
          <a:p>
            <a:pPr lvl="0"/>
            <a:r>
              <a:rPr lang="en-US"/>
              <a:t>Requires “id” property that must be unique within its partition</a:t>
            </a:r>
          </a:p>
          <a:p>
            <a:pPr lvl="0"/>
            <a:r>
              <a:rPr lang="en-US"/>
              <a:t>Requires partition key value</a:t>
            </a:r>
          </a:p>
          <a:p>
            <a:pPr lvl="0"/>
            <a:r>
              <a:rPr lang="en-US"/>
              <a:t>Each item includes system metadata: _rid, _</a:t>
            </a:r>
            <a:r>
              <a:rPr lang="en-US" err="1"/>
              <a:t>etag</a:t>
            </a:r>
            <a:r>
              <a:rPr lang="en-US"/>
              <a:t>, _</a:t>
            </a:r>
            <a:r>
              <a:rPr lang="en-US" err="1"/>
              <a:t>ts</a:t>
            </a:r>
            <a:r>
              <a:rPr lang="en-US"/>
              <a:t>, _self, _</a:t>
            </a:r>
            <a:r>
              <a:rPr lang="en-US" err="1"/>
              <a:t>lsn</a:t>
            </a:r>
            <a:endParaRPr lang="en-US"/>
          </a:p>
        </p:txBody>
      </p:sp>
    </p:spTree>
    <p:extLst>
      <p:ext uri="{BB962C8B-B14F-4D97-AF65-F5344CB8AC3E}">
        <p14:creationId xmlns:p14="http://schemas.microsoft.com/office/powerpoint/2010/main" val="231159474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1F98F-3BC5-5C44-549F-D30B6FD84F30}"/>
              </a:ext>
            </a:extLst>
          </p:cNvPr>
          <p:cNvSpPr>
            <a:spLocks noGrp="1"/>
          </p:cNvSpPr>
          <p:nvPr>
            <p:ph type="title"/>
          </p:nvPr>
        </p:nvSpPr>
        <p:spPr/>
        <p:txBody>
          <a:bodyPr/>
          <a:lstStyle/>
          <a:p>
            <a:pPr lvl="0"/>
            <a:r>
              <a:rPr lang="en-US"/>
              <a:t>NoSQL API</a:t>
            </a:r>
          </a:p>
        </p:txBody>
      </p:sp>
      <p:sp>
        <p:nvSpPr>
          <p:cNvPr id="3" name="Text Placeholder 2">
            <a:extLst>
              <a:ext uri="{FF2B5EF4-FFF2-40B4-BE49-F238E27FC236}">
                <a16:creationId xmlns:a16="http://schemas.microsoft.com/office/drawing/2014/main" id="{FAB81BD4-50F1-0790-3D15-50E68DC6E240}"/>
              </a:ext>
            </a:extLst>
          </p:cNvPr>
          <p:cNvSpPr>
            <a:spLocks noGrp="1"/>
          </p:cNvSpPr>
          <p:nvPr>
            <p:ph sz="quarter" idx="10"/>
          </p:nvPr>
        </p:nvSpPr>
        <p:spPr>
          <a:xfrm>
            <a:off x="584200" y="1435100"/>
            <a:ext cx="11018838" cy="2357568"/>
          </a:xfrm>
        </p:spPr>
        <p:txBody>
          <a:bodyPr/>
          <a:lstStyle/>
          <a:p>
            <a:r>
              <a:rPr lang="en-US" dirty="0"/>
              <a:t>Cosmos DB’s native API</a:t>
            </a:r>
          </a:p>
          <a:p>
            <a:pPr lvl="1"/>
            <a:r>
              <a:rPr lang="en-US" dirty="0"/>
              <a:t>Alternate API modes are available but are not preferred for new projects</a:t>
            </a:r>
          </a:p>
          <a:p>
            <a:r>
              <a:rPr lang="en-US" dirty="0"/>
              <a:t>SQL for querying data</a:t>
            </a:r>
          </a:p>
          <a:p>
            <a:r>
              <a:rPr lang="en-US" dirty="0"/>
              <a:t>Client libraries for .NET, </a:t>
            </a:r>
            <a:r>
              <a:rPr lang="en-US" dirty="0" err="1"/>
              <a:t>Javascript</a:t>
            </a:r>
            <a:r>
              <a:rPr lang="en-US" dirty="0"/>
              <a:t>, Python, Java, Rust, Go</a:t>
            </a:r>
          </a:p>
          <a:p>
            <a:pPr lvl="1"/>
            <a:r>
              <a:rPr lang="en-US" dirty="0"/>
              <a:t>Workshop labs use Python or C#</a:t>
            </a:r>
          </a:p>
        </p:txBody>
      </p:sp>
    </p:spTree>
    <p:extLst>
      <p:ext uri="{BB962C8B-B14F-4D97-AF65-F5344CB8AC3E}">
        <p14:creationId xmlns:p14="http://schemas.microsoft.com/office/powerpoint/2010/main" val="3759023848"/>
      </p:ext>
    </p:extLst>
  </p:cSld>
  <p:clrMapOvr>
    <a:masterClrMapping/>
  </p:clrMapOvr>
  <p:transition>
    <p:fade/>
  </p:transition>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216" y="2916268"/>
            <a:ext cx="9144000" cy="615553"/>
          </a:xfrm>
        </p:spPr>
        <p:txBody>
          <a:bodyPr/>
          <a:lstStyle/>
          <a:p>
            <a:r>
              <a:t>Lab: SDK Basics</a:t>
            </a:r>
          </a:p>
        </p:txBody>
      </p:sp>
      <p:sp>
        <p:nvSpPr>
          <p:cNvPr id="3" name="Text Placeholder 2"/>
          <p:cNvSpPr>
            <a:spLocks noGrp="1"/>
          </p:cNvSpPr>
          <p:nvPr>
            <p:ph type="body" sz="quarter" idx="12"/>
          </p:nvPr>
        </p:nvSpPr>
        <p:spPr>
          <a:xfrm>
            <a:off x="585216" y="3977319"/>
            <a:ext cx="9144000" cy="246221"/>
          </a:xfrm>
        </p:spPr>
        <p:txBody>
          <a:bodyPr/>
          <a:lstStyle/>
          <a:p>
            <a:r>
              <a:rPr dirty="0"/>
              <a:t>1B</a:t>
            </a:r>
            <a:r>
              <a:rPr lang="en-US" dirty="0"/>
              <a:t> • 15 min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Cosmos Database Design Concepts</a:t>
            </a:r>
          </a:p>
        </p:txBody>
      </p:sp>
      <p:sp>
        <p:nvSpPr>
          <p:cNvPr id="3" name="Text Placeholder 2"/>
          <p:cNvSpPr>
            <a:spLocks noGrp="1"/>
          </p:cNvSpPr>
          <p:nvPr>
            <p:ph type="body" sz="quarter" idx="12"/>
          </p:nvPr>
        </p:nvSpPr>
        <p:spPr/>
        <p:txBody>
          <a:bodyPr/>
          <a:lstStyle/>
          <a:p>
            <a:r>
              <a:t>RU • Indexing • Data Modeling • Partitioning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Request Units (RU)</a:t>
            </a:r>
          </a:p>
        </p:txBody>
      </p:sp>
      <p:sp>
        <p:nvSpPr>
          <p:cNvPr id="3" name="Content Placeholder 2"/>
          <p:cNvSpPr>
            <a:spLocks noGrp="1"/>
          </p:cNvSpPr>
          <p:nvPr>
            <p:ph sz="quarter" idx="10"/>
          </p:nvPr>
        </p:nvSpPr>
        <p:spPr/>
        <p:txBody>
          <a:bodyPr wrap="square"/>
          <a:lstStyle/>
          <a:p>
            <a:r>
              <a:t>Cosmos DB’s currency for compute, IOPS, and memory</a:t>
            </a:r>
          </a:p>
          <a:p>
            <a:r>
              <a:t>Every operation costs RUs</a:t>
            </a:r>
          </a:p>
          <a:p>
            <a:pPr lvl="1"/>
            <a:r>
              <a:t>Baseline: a 1 KB point read costs 1 RU</a:t>
            </a:r>
          </a:p>
          <a:p>
            <a:r>
              <a:t>RU cost depends on:</a:t>
            </a:r>
          </a:p>
          <a:p>
            <a:pPr lvl="1"/>
            <a:r>
              <a:t>Item size, property count, property depth</a:t>
            </a:r>
          </a:p>
          <a:p>
            <a:pPr lvl="1"/>
            <a:r>
              <a:t>Indexing policy</a:t>
            </a:r>
          </a:p>
          <a:p>
            <a:pPr lvl="1"/>
            <a:r>
              <a:t>Consistency level (Strong / Bounded Staleness reads cost ~2×)</a:t>
            </a:r>
          </a:p>
          <a:p>
            <a:pPr lvl="1"/>
            <a:r>
              <a:t>Query complexity</a:t>
            </a:r>
          </a:p>
          <a:p>
            <a:r>
              <a:t>Measure with the request-charge header (SDK) or Query Stats (Data Explorer)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Throughput Models</a:t>
            </a:r>
          </a:p>
        </p:txBody>
      </p:sp>
      <p:sp>
        <p:nvSpPr>
          <p:cNvPr id="3" name="Content Placeholder 2"/>
          <p:cNvSpPr>
            <a:spLocks noGrp="1"/>
          </p:cNvSpPr>
          <p:nvPr>
            <p:ph sz="quarter" idx="10"/>
          </p:nvPr>
        </p:nvSpPr>
        <p:spPr>
          <a:xfrm>
            <a:off x="584200" y="1435100"/>
            <a:ext cx="11018838" cy="3025444"/>
          </a:xfrm>
        </p:spPr>
        <p:txBody>
          <a:bodyPr vert="horz" wrap="square" lIns="0" tIns="0" rIns="0" bIns="0" rtlCol="0" anchor="t">
            <a:spAutoFit/>
          </a:bodyPr>
          <a:lstStyle/>
          <a:p>
            <a:r>
              <a:rPr dirty="0"/>
              <a:t>Serverless</a:t>
            </a:r>
          </a:p>
          <a:p>
            <a:pPr lvl="1"/>
            <a:r>
              <a:rPr dirty="0"/>
              <a:t>Pay per RU consumed, no minimum</a:t>
            </a:r>
          </a:p>
          <a:p>
            <a:pPr lvl="1"/>
            <a:r>
              <a:rPr dirty="0"/>
              <a:t>Best for intermittent workloads</a:t>
            </a:r>
            <a:endParaRPr lang="en-US" dirty="0"/>
          </a:p>
          <a:p>
            <a:pPr lvl="1"/>
            <a:r>
              <a:rPr lang="en-US" dirty="0"/>
              <a:t>Best place to start for development</a:t>
            </a:r>
            <a:endParaRPr dirty="0"/>
          </a:p>
          <a:p>
            <a:r>
              <a:rPr dirty="0">
                <a:cs typeface="Segoe UI"/>
              </a:rPr>
              <a:t>Provisioned (</a:t>
            </a:r>
            <a:r>
              <a:rPr lang="en-US" dirty="0">
                <a:cs typeface="Segoe UI"/>
              </a:rPr>
              <a:t>defined </a:t>
            </a:r>
            <a:r>
              <a:rPr dirty="0">
                <a:cs typeface="Segoe UI"/>
              </a:rPr>
              <a:t>RU/s, billed hourly)</a:t>
            </a:r>
          </a:p>
          <a:p>
            <a:pPr lvl="1"/>
            <a:r>
              <a:rPr dirty="0" err="1"/>
              <a:t>Autoscale</a:t>
            </a:r>
            <a:r>
              <a:rPr dirty="0"/>
              <a:t>: automatic scaling between min (0.1 × max) and max RU</a:t>
            </a:r>
            <a:endParaRPr dirty="0">
              <a:cs typeface="Segoe Sans Text"/>
            </a:endParaRPr>
          </a:p>
          <a:p>
            <a:pPr lvl="1"/>
            <a:r>
              <a:rPr dirty="0"/>
              <a:t>Manual: fixed RU/s until you change it</a:t>
            </a:r>
          </a:p>
        </p:txBody>
      </p:sp>
    </p:spTree>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Throughput Lives</a:t>
            </a:r>
          </a:p>
        </p:txBody>
      </p:sp>
      <p:sp>
        <p:nvSpPr>
          <p:cNvPr id="3" name="Content Placeholder 2"/>
          <p:cNvSpPr>
            <a:spLocks noGrp="1"/>
          </p:cNvSpPr>
          <p:nvPr>
            <p:ph sz="quarter" idx="10"/>
          </p:nvPr>
        </p:nvSpPr>
        <p:spPr/>
        <p:txBody>
          <a:bodyPr wrap="square"/>
          <a:lstStyle/>
          <a:p>
            <a:r>
              <a:t>Container-level (dedicated) throughput is the default and recommended for most cases</a:t>
            </a:r>
          </a:p>
          <a:p>
            <a:r>
              <a:t>Database-level (shared) throughput is split across containers in the database</a:t>
            </a:r>
          </a:p>
          <a:p>
            <a:pPr lvl="1"/>
            <a:r>
              <a:t>Use only when you have a specific reason and understand the ramifications</a:t>
            </a:r>
          </a:p>
          <a:p>
            <a:r>
              <a:t>Multi-region accounts: provisioned RU is per region</a:t>
            </a:r>
          </a:p>
          <a:p>
            <a:pPr lvl="1"/>
            <a:r>
              <a:t>Guideline: total ≈ RU × N regions</a:t>
            </a:r>
          </a:p>
          <a:p>
            <a:pPr lvl="1"/>
            <a:r>
              <a:t>Per-partition, per-region autoscale means actual provisioned RUs may not fit that formula but are still additive</a:t>
            </a:r>
          </a:p>
          <a:p>
            <a:r>
              <a:t>Estimate with the Capacity Calculator – https://cosmos.azure.com/capacitycalculator/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Indexing</a:t>
            </a:r>
          </a:p>
        </p:txBody>
      </p:sp>
      <p:sp>
        <p:nvSpPr>
          <p:cNvPr id="3" name="Content Placeholder 2"/>
          <p:cNvSpPr>
            <a:spLocks noGrp="1"/>
          </p:cNvSpPr>
          <p:nvPr>
            <p:ph sz="quarter" idx="10"/>
          </p:nvPr>
        </p:nvSpPr>
        <p:spPr>
          <a:xfrm>
            <a:off x="584200" y="1435100"/>
            <a:ext cx="11018838" cy="3025444"/>
          </a:xfrm>
        </p:spPr>
        <p:txBody>
          <a:bodyPr vert="horz" wrap="square" lIns="0" tIns="0" rIns="0" bIns="0" rtlCol="0" anchor="t">
            <a:spAutoFit/>
          </a:bodyPr>
          <a:lstStyle/>
          <a:p>
            <a:r>
              <a:rPr dirty="0"/>
              <a:t>All properties are indexed automatically by default</a:t>
            </a:r>
          </a:p>
          <a:p>
            <a:pPr lvl="1"/>
            <a:r>
              <a:rPr dirty="0"/>
              <a:t>Queries are fast out of the box</a:t>
            </a:r>
          </a:p>
          <a:p>
            <a:pPr lvl="1"/>
            <a:r>
              <a:rPr dirty="0"/>
              <a:t>Every write pays an RU cost for each indexed path</a:t>
            </a:r>
          </a:p>
          <a:p>
            <a:r>
              <a:rPr dirty="0"/>
              <a:t>Tune the indexing policy with included / excluded paths</a:t>
            </a:r>
          </a:p>
          <a:p>
            <a:pPr lvl="1"/>
            <a:r>
              <a:rPr dirty="0"/>
              <a:t>Skip large fields and properties not used in queries</a:t>
            </a:r>
          </a:p>
          <a:p>
            <a:pPr lvl="1"/>
            <a:r>
              <a:rPr dirty="0"/>
              <a:t>Reduces write RU without affecting query coverage you actually need</a:t>
            </a:r>
            <a:endParaRPr dirty="0">
              <a:cs typeface="Segoe Sans Text"/>
            </a:endParaRPr>
          </a:p>
          <a:p>
            <a:pPr lvl="1"/>
            <a:r>
              <a:rPr lang="en-US" dirty="0">
                <a:cs typeface="Segoe Sans Text"/>
              </a:rPr>
              <a:t>Use explicit /exclude paths to avoid index changes and rebuilds when schema changes</a:t>
            </a:r>
          </a:p>
        </p:txBody>
      </p:sp>
    </p:spTree>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216" y="2916268"/>
            <a:ext cx="9144000" cy="615553"/>
          </a:xfrm>
        </p:spPr>
        <p:txBody>
          <a:bodyPr/>
          <a:lstStyle/>
          <a:p>
            <a:r>
              <a:t>Lab: Querying / Indexing</a:t>
            </a:r>
          </a:p>
        </p:txBody>
      </p:sp>
      <p:sp>
        <p:nvSpPr>
          <p:cNvPr id="3" name="Text Placeholder 2"/>
          <p:cNvSpPr>
            <a:spLocks noGrp="1"/>
          </p:cNvSpPr>
          <p:nvPr>
            <p:ph type="body" sz="quarter" idx="12"/>
          </p:nvPr>
        </p:nvSpPr>
        <p:spPr/>
        <p:txBody>
          <a:bodyPr/>
          <a:lstStyle/>
          <a:p>
            <a:r>
              <a:rPr dirty="0"/>
              <a:t>1D • </a:t>
            </a:r>
            <a:r>
              <a:rPr lang="en-US" dirty="0"/>
              <a:t>25</a:t>
            </a:r>
            <a:r>
              <a:rPr dirty="0"/>
              <a:t> min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Modeling</a:t>
            </a:r>
          </a:p>
        </p:txBody>
      </p:sp>
      <p:sp>
        <p:nvSpPr>
          <p:cNvPr id="3" name="Content Placeholder 2"/>
          <p:cNvSpPr>
            <a:spLocks noGrp="1"/>
          </p:cNvSpPr>
          <p:nvPr>
            <p:ph sz="quarter" idx="10"/>
          </p:nvPr>
        </p:nvSpPr>
        <p:spPr>
          <a:xfrm>
            <a:off x="584200" y="1435100"/>
            <a:ext cx="11018838" cy="4136517"/>
          </a:xfrm>
        </p:spPr>
        <p:txBody>
          <a:bodyPr wrap="square"/>
          <a:lstStyle/>
          <a:p>
            <a:r>
              <a:rPr lang="en-US"/>
              <a:t>Relational database design principles don’t apply to NoSQL</a:t>
            </a:r>
          </a:p>
          <a:p>
            <a:r>
              <a:rPr lang="en-US"/>
              <a:t>Don’t use normalized structures</a:t>
            </a:r>
          </a:p>
          <a:p>
            <a:pPr lvl="1"/>
            <a:r>
              <a:rPr lang="en-US"/>
              <a:t>No JOIN across containers</a:t>
            </a:r>
          </a:p>
          <a:p>
            <a:pPr lvl="1"/>
            <a:r>
              <a:rPr lang="en-US"/>
              <a:t>Query results always come from a single container</a:t>
            </a:r>
          </a:p>
          <a:p>
            <a:r>
              <a:rPr lang="en-US"/>
              <a:t>Design containers and items around your dominant access patterns</a:t>
            </a:r>
          </a:p>
          <a:p>
            <a:pPr lvl="1"/>
            <a:r>
              <a:rPr lang="en-US"/>
              <a:t>Consider both reads and writes</a:t>
            </a:r>
          </a:p>
          <a:p>
            <a:r>
              <a:rPr lang="en-US"/>
              <a:t>One to Many relationships</a:t>
            </a:r>
          </a:p>
          <a:p>
            <a:pPr lvl="1"/>
            <a:r>
              <a:rPr lang="en-US"/>
              <a:t>Related containers require multiple query fan-out</a:t>
            </a:r>
          </a:p>
          <a:p>
            <a:pPr lvl="1"/>
            <a:r>
              <a:rPr lang="en-US"/>
              <a:t>Hierarchies within container items are single query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FE985D-4173-3E9D-D6BB-98190D27681D}"/>
              </a:ext>
            </a:extLst>
          </p:cNvPr>
          <p:cNvSpPr>
            <a:spLocks noGrp="1"/>
          </p:cNvSpPr>
          <p:nvPr>
            <p:ph type="title"/>
          </p:nvPr>
        </p:nvSpPr>
        <p:spPr/>
        <p:txBody>
          <a:bodyPr/>
          <a:lstStyle/>
          <a:p>
            <a:r>
              <a:rPr lang="en-US"/>
              <a:t>Relational Tables vs NoSQL Documents</a:t>
            </a:r>
          </a:p>
        </p:txBody>
      </p:sp>
      <p:sp>
        <p:nvSpPr>
          <p:cNvPr id="5" name="Text Placeholder 4">
            <a:extLst>
              <a:ext uri="{FF2B5EF4-FFF2-40B4-BE49-F238E27FC236}">
                <a16:creationId xmlns:a16="http://schemas.microsoft.com/office/drawing/2014/main" id="{B9EE5FE2-150B-888E-2837-9D880748228E}"/>
              </a:ext>
            </a:extLst>
          </p:cNvPr>
          <p:cNvSpPr>
            <a:spLocks noGrp="1"/>
          </p:cNvSpPr>
          <p:nvPr>
            <p:ph type="body" sz="quarter" idx="16"/>
          </p:nvPr>
        </p:nvSpPr>
        <p:spPr>
          <a:xfrm>
            <a:off x="584200" y="1339413"/>
            <a:ext cx="5219700" cy="430887"/>
          </a:xfrm>
        </p:spPr>
        <p:txBody>
          <a:bodyPr/>
          <a:lstStyle/>
          <a:p>
            <a:r>
              <a:rPr lang="en-US" dirty="0"/>
              <a:t>JOIN related tables</a:t>
            </a:r>
          </a:p>
        </p:txBody>
      </p:sp>
      <p:sp>
        <p:nvSpPr>
          <p:cNvPr id="7" name="Text Placeholder 6">
            <a:extLst>
              <a:ext uri="{FF2B5EF4-FFF2-40B4-BE49-F238E27FC236}">
                <a16:creationId xmlns:a16="http://schemas.microsoft.com/office/drawing/2014/main" id="{374BCF01-78D9-5D20-9880-183E10A6E3AC}"/>
              </a:ext>
            </a:extLst>
          </p:cNvPr>
          <p:cNvSpPr>
            <a:spLocks noGrp="1"/>
          </p:cNvSpPr>
          <p:nvPr>
            <p:ph type="body" sz="quarter" idx="17"/>
          </p:nvPr>
        </p:nvSpPr>
        <p:spPr>
          <a:xfrm>
            <a:off x="6397625" y="1339413"/>
            <a:ext cx="5219700" cy="430887"/>
          </a:xfrm>
        </p:spPr>
        <p:txBody>
          <a:bodyPr/>
          <a:lstStyle/>
          <a:p>
            <a:r>
              <a:rPr lang="en-US" dirty="0"/>
              <a:t>Nested hierarchy in items</a:t>
            </a:r>
          </a:p>
        </p:txBody>
      </p:sp>
      <p:grpSp>
        <p:nvGrpSpPr>
          <p:cNvPr id="63" name="Group 62">
            <a:extLst>
              <a:ext uri="{FF2B5EF4-FFF2-40B4-BE49-F238E27FC236}">
                <a16:creationId xmlns:a16="http://schemas.microsoft.com/office/drawing/2014/main" id="{B352F17B-8519-E98F-33F1-1D01B9B7B3A3}"/>
              </a:ext>
            </a:extLst>
          </p:cNvPr>
          <p:cNvGrpSpPr/>
          <p:nvPr/>
        </p:nvGrpSpPr>
        <p:grpSpPr>
          <a:xfrm>
            <a:off x="390358" y="2036323"/>
            <a:ext cx="2128253" cy="4054312"/>
            <a:chOff x="641684" y="1484259"/>
            <a:chExt cx="2128253" cy="4570536"/>
          </a:xfrm>
        </p:grpSpPr>
        <p:sp>
          <p:nvSpPr>
            <p:cNvPr id="6" name="Flowchart: Internal Storage 5">
              <a:extLst>
                <a:ext uri="{FF2B5EF4-FFF2-40B4-BE49-F238E27FC236}">
                  <a16:creationId xmlns:a16="http://schemas.microsoft.com/office/drawing/2014/main" id="{A75982BF-7DD7-A18A-304E-DE64285E82BE}"/>
                </a:ext>
              </a:extLst>
            </p:cNvPr>
            <p:cNvSpPr/>
            <p:nvPr/>
          </p:nvSpPr>
          <p:spPr bwMode="auto">
            <a:xfrm>
              <a:off x="641684" y="1484259"/>
              <a:ext cx="2128253" cy="1269636"/>
            </a:xfrm>
            <a:prstGeom prst="flowChartInternalStorage">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a:solidFill>
                    <a:schemeClr val="tx1"/>
                  </a:solidFill>
                  <a:ea typeface="Segoe UI" pitchFamily="34" charset="0"/>
                  <a:cs typeface="Segoe UI" pitchFamily="34" charset="0"/>
                </a:rPr>
                <a:t>Classes</a:t>
              </a:r>
            </a:p>
          </p:txBody>
        </p:sp>
        <p:sp>
          <p:nvSpPr>
            <p:cNvPr id="8" name="Flowchart: Internal Storage 7">
              <a:extLst>
                <a:ext uri="{FF2B5EF4-FFF2-40B4-BE49-F238E27FC236}">
                  <a16:creationId xmlns:a16="http://schemas.microsoft.com/office/drawing/2014/main" id="{709F19E6-44CB-3924-0924-AFB3111B0689}"/>
                </a:ext>
              </a:extLst>
            </p:cNvPr>
            <p:cNvSpPr/>
            <p:nvPr/>
          </p:nvSpPr>
          <p:spPr bwMode="auto">
            <a:xfrm>
              <a:off x="641684" y="4823689"/>
              <a:ext cx="2128253" cy="1231106"/>
            </a:xfrm>
            <a:prstGeom prst="flowChartInternalStorage">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a:solidFill>
                    <a:schemeClr val="tx1"/>
                  </a:solidFill>
                  <a:ea typeface="Segoe UI" pitchFamily="34" charset="0"/>
                  <a:cs typeface="Segoe UI" pitchFamily="34" charset="0"/>
                </a:rPr>
                <a:t>Tests</a:t>
              </a:r>
            </a:p>
          </p:txBody>
        </p:sp>
        <p:sp>
          <p:nvSpPr>
            <p:cNvPr id="10" name="Flowchart: Internal Storage 9">
              <a:extLst>
                <a:ext uri="{FF2B5EF4-FFF2-40B4-BE49-F238E27FC236}">
                  <a16:creationId xmlns:a16="http://schemas.microsoft.com/office/drawing/2014/main" id="{D49E8AF0-C088-1448-E13E-1DCF4EB700C5}"/>
                </a:ext>
              </a:extLst>
            </p:cNvPr>
            <p:cNvSpPr/>
            <p:nvPr/>
          </p:nvSpPr>
          <p:spPr bwMode="auto">
            <a:xfrm>
              <a:off x="641684" y="3153973"/>
              <a:ext cx="2128253" cy="1269637"/>
            </a:xfrm>
            <a:prstGeom prst="flowChartInternalStorage">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a:solidFill>
                    <a:schemeClr val="tx1"/>
                  </a:solidFill>
                  <a:ea typeface="Segoe UI" pitchFamily="34" charset="0"/>
                  <a:cs typeface="Segoe UI" pitchFamily="34" charset="0"/>
                </a:rPr>
                <a:t>Students</a:t>
              </a:r>
            </a:p>
          </p:txBody>
        </p:sp>
        <p:cxnSp>
          <p:nvCxnSpPr>
            <p:cNvPr id="12" name="Straight Arrow Connector 11">
              <a:extLst>
                <a:ext uri="{FF2B5EF4-FFF2-40B4-BE49-F238E27FC236}">
                  <a16:creationId xmlns:a16="http://schemas.microsoft.com/office/drawing/2014/main" id="{A5063D18-911C-591C-77B7-E78E9AFE816C}"/>
                </a:ext>
              </a:extLst>
            </p:cNvPr>
            <p:cNvCxnSpPr>
              <a:cxnSpLocks/>
              <a:stCxn id="6" idx="2"/>
              <a:endCxn id="10" idx="0"/>
            </p:cNvCxnSpPr>
            <p:nvPr/>
          </p:nvCxnSpPr>
          <p:spPr>
            <a:xfrm>
              <a:off x="1705811" y="2753895"/>
              <a:ext cx="0" cy="40007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4F38BA5E-A6E0-5AF3-BD49-C280E3582761}"/>
                </a:ext>
              </a:extLst>
            </p:cNvPr>
            <p:cNvCxnSpPr>
              <a:cxnSpLocks/>
              <a:stCxn id="10" idx="2"/>
              <a:endCxn id="8" idx="0"/>
            </p:cNvCxnSpPr>
            <p:nvPr/>
          </p:nvCxnSpPr>
          <p:spPr>
            <a:xfrm>
              <a:off x="1705811" y="4423610"/>
              <a:ext cx="0" cy="40007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16" name="TextBox 15">
            <a:extLst>
              <a:ext uri="{FF2B5EF4-FFF2-40B4-BE49-F238E27FC236}">
                <a16:creationId xmlns:a16="http://schemas.microsoft.com/office/drawing/2014/main" id="{003AB956-A927-9931-C453-742ADD2BF8C4}"/>
              </a:ext>
            </a:extLst>
          </p:cNvPr>
          <p:cNvSpPr txBox="1"/>
          <p:nvPr/>
        </p:nvSpPr>
        <p:spPr>
          <a:xfrm>
            <a:off x="2818063" y="2032424"/>
            <a:ext cx="2093522" cy="1477328"/>
          </a:xfrm>
          <a:prstGeom prst="rect">
            <a:avLst/>
          </a:prstGeom>
          <a:noFill/>
        </p:spPr>
        <p:txBody>
          <a:bodyPr wrap="none" lIns="0" tIns="0" rIns="0" bIns="0" rtlCol="0">
            <a:spAutoFit/>
          </a:bodyPr>
          <a:lstStyle/>
          <a:p>
            <a:pPr algn="l"/>
            <a:r>
              <a:rPr lang="en-US" sz="2400" dirty="0"/>
              <a:t>SELECT FROM</a:t>
            </a:r>
          </a:p>
          <a:p>
            <a:pPr algn="l"/>
            <a:r>
              <a:rPr lang="en-US" sz="2400" dirty="0"/>
              <a:t>  Classes JOIN</a:t>
            </a:r>
          </a:p>
          <a:p>
            <a:pPr algn="l"/>
            <a:r>
              <a:rPr lang="en-US" sz="2400" dirty="0"/>
              <a:t>  Students JOIN</a:t>
            </a:r>
          </a:p>
          <a:p>
            <a:pPr algn="l"/>
            <a:r>
              <a:rPr lang="en-US" sz="2400" dirty="0"/>
              <a:t>  Tests</a:t>
            </a:r>
          </a:p>
        </p:txBody>
      </p:sp>
      <p:sp>
        <p:nvSpPr>
          <p:cNvPr id="59" name="Rectangle 58">
            <a:extLst>
              <a:ext uri="{FF2B5EF4-FFF2-40B4-BE49-F238E27FC236}">
                <a16:creationId xmlns:a16="http://schemas.microsoft.com/office/drawing/2014/main" id="{C5854290-7F23-6468-E46D-6B28011357F4}"/>
              </a:ext>
            </a:extLst>
          </p:cNvPr>
          <p:cNvSpPr/>
          <p:nvPr/>
        </p:nvSpPr>
        <p:spPr bwMode="auto">
          <a:xfrm>
            <a:off x="6266256" y="2380824"/>
            <a:ext cx="3123717" cy="3870813"/>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a:solidFill>
                  <a:schemeClr val="tx1"/>
                </a:solidFill>
                <a:ea typeface="Segoe UI" pitchFamily="34" charset="0"/>
                <a:cs typeface="Segoe UI" pitchFamily="34" charset="0"/>
              </a:rPr>
              <a:t>{</a:t>
            </a:r>
          </a:p>
          <a:p>
            <a:pPr algn="l" defTabSz="932472" fontAlgn="base">
              <a:spcBef>
                <a:spcPct val="0"/>
              </a:spcBef>
              <a:spcAft>
                <a:spcPct val="0"/>
              </a:spcAft>
            </a:pPr>
            <a:r>
              <a:rPr lang="en-US" sz="2000" dirty="0">
                <a:solidFill>
                  <a:schemeClr val="tx1"/>
                </a:solidFill>
                <a:ea typeface="Segoe UI" pitchFamily="34" charset="0"/>
                <a:cs typeface="Segoe UI" pitchFamily="34" charset="0"/>
              </a:rPr>
              <a:t>  </a:t>
            </a:r>
            <a:r>
              <a:rPr lang="en-US" sz="2000" dirty="0" err="1">
                <a:solidFill>
                  <a:schemeClr val="tx1"/>
                </a:solidFill>
                <a:ea typeface="Segoe UI" pitchFamily="34" charset="0"/>
                <a:cs typeface="Segoe UI" pitchFamily="34" charset="0"/>
              </a:rPr>
              <a:t>ClassName</a:t>
            </a:r>
            <a:r>
              <a:rPr lang="en-US" sz="2000" dirty="0">
                <a:solidFill>
                  <a:schemeClr val="tx1"/>
                </a:solidFill>
                <a:ea typeface="Segoe UI" pitchFamily="34" charset="0"/>
                <a:cs typeface="Segoe UI" pitchFamily="34" charset="0"/>
              </a:rPr>
              <a:t> : History,</a:t>
            </a:r>
          </a:p>
          <a:p>
            <a:pPr algn="l" defTabSz="932472" fontAlgn="base">
              <a:spcBef>
                <a:spcPct val="0"/>
              </a:spcBef>
              <a:spcAft>
                <a:spcPct val="0"/>
              </a:spcAft>
            </a:pPr>
            <a:r>
              <a:rPr lang="en-US" sz="2000" dirty="0">
                <a:solidFill>
                  <a:schemeClr val="tx1"/>
                </a:solidFill>
                <a:ea typeface="Segoe UI" pitchFamily="34" charset="0"/>
                <a:cs typeface="Segoe UI" pitchFamily="34" charset="0"/>
              </a:rPr>
              <a:t>  Students :</a:t>
            </a:r>
          </a:p>
          <a:p>
            <a:pPr algn="l" defTabSz="932472" fontAlgn="base">
              <a:spcBef>
                <a:spcPct val="0"/>
              </a:spcBef>
              <a:spcAft>
                <a:spcPct val="0"/>
              </a:spcAft>
            </a:pPr>
            <a:r>
              <a:rPr lang="en-US" sz="2000" dirty="0">
                <a:solidFill>
                  <a:schemeClr val="tx1"/>
                </a:solidFill>
                <a:ea typeface="Segoe UI" pitchFamily="34" charset="0"/>
                <a:cs typeface="Segoe UI" pitchFamily="34" charset="0"/>
              </a:rPr>
              <a:t>  [</a:t>
            </a:r>
          </a:p>
          <a:p>
            <a:pPr algn="l" defTabSz="932472" fontAlgn="base">
              <a:spcBef>
                <a:spcPct val="0"/>
              </a:spcBef>
              <a:spcAft>
                <a:spcPct val="0"/>
              </a:spcAft>
            </a:pPr>
            <a:r>
              <a:rPr lang="en-US" sz="2000" dirty="0">
                <a:solidFill>
                  <a:schemeClr val="tx1"/>
                </a:solidFill>
                <a:ea typeface="Segoe UI" pitchFamily="34" charset="0"/>
                <a:cs typeface="Segoe UI" pitchFamily="34" charset="0"/>
              </a:rPr>
              <a:t>    {</a:t>
            </a:r>
          </a:p>
          <a:p>
            <a:pPr algn="l" defTabSz="932472" fontAlgn="base">
              <a:spcBef>
                <a:spcPct val="0"/>
              </a:spcBef>
              <a:spcAft>
                <a:spcPct val="0"/>
              </a:spcAft>
            </a:pPr>
            <a:r>
              <a:rPr lang="en-US" sz="2000" dirty="0">
                <a:solidFill>
                  <a:schemeClr val="tx1"/>
                </a:solidFill>
                <a:ea typeface="Segoe UI" pitchFamily="34" charset="0"/>
                <a:cs typeface="Segoe UI" pitchFamily="34" charset="0"/>
              </a:rPr>
              <a:t>      Name : Joe,</a:t>
            </a:r>
          </a:p>
          <a:p>
            <a:pPr algn="l" defTabSz="932472" fontAlgn="base">
              <a:spcBef>
                <a:spcPct val="0"/>
              </a:spcBef>
              <a:spcAft>
                <a:spcPct val="0"/>
              </a:spcAft>
            </a:pPr>
            <a:r>
              <a:rPr lang="en-US" sz="2000" dirty="0">
                <a:solidFill>
                  <a:schemeClr val="tx1"/>
                </a:solidFill>
                <a:ea typeface="Segoe UI" pitchFamily="34" charset="0"/>
                <a:cs typeface="Segoe UI" pitchFamily="34" charset="0"/>
              </a:rPr>
              <a:t>      Tests :</a:t>
            </a:r>
          </a:p>
          <a:p>
            <a:pPr algn="l" defTabSz="932472" fontAlgn="base">
              <a:spcBef>
                <a:spcPct val="0"/>
              </a:spcBef>
              <a:spcAft>
                <a:spcPct val="0"/>
              </a:spcAft>
            </a:pPr>
            <a:r>
              <a:rPr lang="en-US" sz="2000" dirty="0">
                <a:solidFill>
                  <a:schemeClr val="tx1"/>
                </a:solidFill>
                <a:ea typeface="Segoe UI" pitchFamily="34" charset="0"/>
                <a:cs typeface="Segoe UI" pitchFamily="34" charset="0"/>
              </a:rPr>
              <a:t>      [</a:t>
            </a:r>
          </a:p>
          <a:p>
            <a:pPr algn="l" defTabSz="932472" fontAlgn="base">
              <a:spcBef>
                <a:spcPct val="0"/>
              </a:spcBef>
              <a:spcAft>
                <a:spcPct val="0"/>
              </a:spcAft>
            </a:pPr>
            <a:r>
              <a:rPr lang="en-US" sz="2000" dirty="0">
                <a:solidFill>
                  <a:schemeClr val="tx1"/>
                </a:solidFill>
                <a:ea typeface="Segoe UI" pitchFamily="34" charset="0"/>
                <a:cs typeface="Segoe UI" pitchFamily="34" charset="0"/>
              </a:rPr>
              <a:t>        {</a:t>
            </a:r>
          </a:p>
          <a:p>
            <a:pPr algn="l" defTabSz="932472" fontAlgn="base">
              <a:spcBef>
                <a:spcPct val="0"/>
              </a:spcBef>
              <a:spcAft>
                <a:spcPct val="0"/>
              </a:spcAft>
            </a:pPr>
            <a:r>
              <a:rPr lang="en-US" sz="2000" dirty="0">
                <a:solidFill>
                  <a:schemeClr val="tx1"/>
                </a:solidFill>
                <a:ea typeface="Segoe UI" pitchFamily="34" charset="0"/>
                <a:cs typeface="Segoe UI" pitchFamily="34" charset="0"/>
              </a:rPr>
              <a:t>          Test : Midterm,</a:t>
            </a:r>
          </a:p>
          <a:p>
            <a:pPr algn="l" defTabSz="932472" fontAlgn="base">
              <a:spcBef>
                <a:spcPct val="0"/>
              </a:spcBef>
              <a:spcAft>
                <a:spcPct val="0"/>
              </a:spcAft>
            </a:pPr>
            <a:r>
              <a:rPr lang="en-US" sz="2000" dirty="0">
                <a:solidFill>
                  <a:schemeClr val="tx1"/>
                </a:solidFill>
                <a:ea typeface="Segoe UI" pitchFamily="34" charset="0"/>
                <a:cs typeface="Segoe UI" pitchFamily="34" charset="0"/>
              </a:rPr>
              <a:t>          Grade : 83%</a:t>
            </a:r>
          </a:p>
          <a:p>
            <a:pPr algn="l" defTabSz="932472" fontAlgn="base">
              <a:spcBef>
                <a:spcPct val="0"/>
              </a:spcBef>
              <a:spcAft>
                <a:spcPct val="0"/>
              </a:spcAft>
            </a:pPr>
            <a:r>
              <a:rPr lang="en-US" sz="2000" dirty="0">
                <a:solidFill>
                  <a:schemeClr val="tx1"/>
                </a:solidFill>
                <a:ea typeface="Segoe UI" pitchFamily="34" charset="0"/>
                <a:cs typeface="Segoe UI" pitchFamily="34" charset="0"/>
              </a:rPr>
              <a:t>        },</a:t>
            </a:r>
          </a:p>
        </p:txBody>
      </p:sp>
      <p:sp>
        <p:nvSpPr>
          <p:cNvPr id="60" name="TextBox 59">
            <a:extLst>
              <a:ext uri="{FF2B5EF4-FFF2-40B4-BE49-F238E27FC236}">
                <a16:creationId xmlns:a16="http://schemas.microsoft.com/office/drawing/2014/main" id="{D461C885-246E-5C4F-544B-96F109A370A7}"/>
              </a:ext>
            </a:extLst>
          </p:cNvPr>
          <p:cNvSpPr txBox="1"/>
          <p:nvPr/>
        </p:nvSpPr>
        <p:spPr>
          <a:xfrm>
            <a:off x="6277350" y="1923995"/>
            <a:ext cx="2380460" cy="369332"/>
          </a:xfrm>
          <a:prstGeom prst="rect">
            <a:avLst/>
          </a:prstGeom>
          <a:noFill/>
        </p:spPr>
        <p:txBody>
          <a:bodyPr wrap="none" lIns="0" tIns="0" rIns="0" bIns="0" rtlCol="0">
            <a:spAutoFit/>
          </a:bodyPr>
          <a:lstStyle/>
          <a:p>
            <a:pPr algn="l"/>
            <a:r>
              <a:rPr lang="en-US" sz="2400" dirty="0"/>
              <a:t>Classes Container</a:t>
            </a:r>
          </a:p>
        </p:txBody>
      </p:sp>
      <p:sp>
        <p:nvSpPr>
          <p:cNvPr id="62" name="TextBox 61">
            <a:extLst>
              <a:ext uri="{FF2B5EF4-FFF2-40B4-BE49-F238E27FC236}">
                <a16:creationId xmlns:a16="http://schemas.microsoft.com/office/drawing/2014/main" id="{E0BE6D58-1C88-D0D1-B7E1-8F0B696F39AC}"/>
              </a:ext>
            </a:extLst>
          </p:cNvPr>
          <p:cNvSpPr txBox="1"/>
          <p:nvPr/>
        </p:nvSpPr>
        <p:spPr>
          <a:xfrm>
            <a:off x="9649316" y="1993507"/>
            <a:ext cx="1896353" cy="738664"/>
          </a:xfrm>
          <a:prstGeom prst="rect">
            <a:avLst/>
          </a:prstGeom>
          <a:noFill/>
        </p:spPr>
        <p:txBody>
          <a:bodyPr wrap="none" lIns="0" tIns="0" rIns="0" bIns="0" rtlCol="0">
            <a:spAutoFit/>
          </a:bodyPr>
          <a:lstStyle/>
          <a:p>
            <a:pPr algn="l"/>
            <a:r>
              <a:rPr lang="en-US" sz="2400"/>
              <a:t>SELECT FROM</a:t>
            </a:r>
          </a:p>
          <a:p>
            <a:pPr algn="l"/>
            <a:r>
              <a:rPr lang="en-US" sz="2400"/>
              <a:t>  Classes</a:t>
            </a:r>
          </a:p>
        </p:txBody>
      </p:sp>
      <p:sp>
        <p:nvSpPr>
          <p:cNvPr id="65" name="Flowchart: Multidocument 64">
            <a:extLst>
              <a:ext uri="{FF2B5EF4-FFF2-40B4-BE49-F238E27FC236}">
                <a16:creationId xmlns:a16="http://schemas.microsoft.com/office/drawing/2014/main" id="{1310A924-A5A4-ED18-6F8C-F68FE72227EA}"/>
              </a:ext>
            </a:extLst>
          </p:cNvPr>
          <p:cNvSpPr/>
          <p:nvPr/>
        </p:nvSpPr>
        <p:spPr bwMode="auto">
          <a:xfrm>
            <a:off x="2917997" y="4486621"/>
            <a:ext cx="1893654" cy="1552192"/>
          </a:xfrm>
          <a:prstGeom prst="flowChartMultidocumen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a:solidFill>
                  <a:schemeClr val="tx1"/>
                </a:solidFill>
                <a:ea typeface="Segoe UI" pitchFamily="34" charset="0"/>
                <a:cs typeface="Segoe UI" pitchFamily="34" charset="0"/>
              </a:rPr>
              <a:t>Multiple Rows per Class</a:t>
            </a:r>
          </a:p>
        </p:txBody>
      </p:sp>
      <p:sp>
        <p:nvSpPr>
          <p:cNvPr id="66" name="Flowchart: Document 65">
            <a:extLst>
              <a:ext uri="{FF2B5EF4-FFF2-40B4-BE49-F238E27FC236}">
                <a16:creationId xmlns:a16="http://schemas.microsoft.com/office/drawing/2014/main" id="{B65A5680-10A3-291A-08DA-48CF8D82D5C5}"/>
              </a:ext>
            </a:extLst>
          </p:cNvPr>
          <p:cNvSpPr/>
          <p:nvPr/>
        </p:nvSpPr>
        <p:spPr bwMode="auto">
          <a:xfrm>
            <a:off x="9760135" y="3936914"/>
            <a:ext cx="1674714" cy="1406358"/>
          </a:xfrm>
          <a:prstGeom prst="flowChartDocumen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a:solidFill>
                  <a:schemeClr val="tx1"/>
                </a:solidFill>
                <a:ea typeface="Segoe UI" pitchFamily="34" charset="0"/>
                <a:cs typeface="Segoe UI" pitchFamily="34" charset="0"/>
              </a:rPr>
              <a:t>Single Document per Class</a:t>
            </a:r>
          </a:p>
        </p:txBody>
      </p:sp>
      <p:sp>
        <p:nvSpPr>
          <p:cNvPr id="67" name="Arrow: Down 66">
            <a:extLst>
              <a:ext uri="{FF2B5EF4-FFF2-40B4-BE49-F238E27FC236}">
                <a16:creationId xmlns:a16="http://schemas.microsoft.com/office/drawing/2014/main" id="{098A2266-C24E-FDC1-C457-EF26405289DB}"/>
              </a:ext>
            </a:extLst>
          </p:cNvPr>
          <p:cNvSpPr/>
          <p:nvPr/>
        </p:nvSpPr>
        <p:spPr bwMode="auto">
          <a:xfrm>
            <a:off x="3637561" y="3702138"/>
            <a:ext cx="454526" cy="621267"/>
          </a:xfrm>
          <a:prstGeom prst="downArrow">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69" name="Arrow: Down 68">
            <a:extLst>
              <a:ext uri="{FF2B5EF4-FFF2-40B4-BE49-F238E27FC236}">
                <a16:creationId xmlns:a16="http://schemas.microsoft.com/office/drawing/2014/main" id="{E2242B9E-A5E2-5103-10F2-C5AADA055ED8}"/>
              </a:ext>
            </a:extLst>
          </p:cNvPr>
          <p:cNvSpPr/>
          <p:nvPr/>
        </p:nvSpPr>
        <p:spPr bwMode="auto">
          <a:xfrm>
            <a:off x="10370229" y="2972620"/>
            <a:ext cx="454526" cy="621267"/>
          </a:xfrm>
          <a:prstGeom prst="downArrow">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71" name="Straight Connector 70">
            <a:extLst>
              <a:ext uri="{FF2B5EF4-FFF2-40B4-BE49-F238E27FC236}">
                <a16:creationId xmlns:a16="http://schemas.microsoft.com/office/drawing/2014/main" id="{3BC56E09-A4C5-7391-6C22-CB2E0CC4DA7B}"/>
              </a:ext>
            </a:extLst>
          </p:cNvPr>
          <p:cNvCxnSpPr/>
          <p:nvPr/>
        </p:nvCxnSpPr>
        <p:spPr>
          <a:xfrm>
            <a:off x="5499596" y="1956451"/>
            <a:ext cx="0" cy="4102402"/>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1477911"/>
      </p:ext>
    </p:extLst>
  </p:cSld>
  <p:clrMapOvr>
    <a:masterClrMapping/>
  </p:clrMapOvr>
  <p:transition>
    <p:fade/>
  </p:transition>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Embedded and Reference Models</a:t>
            </a:r>
            <a:endParaRPr/>
          </a:p>
        </p:txBody>
      </p:sp>
      <p:sp>
        <p:nvSpPr>
          <p:cNvPr id="3" name="Content Placeholder 2"/>
          <p:cNvSpPr>
            <a:spLocks noGrp="1"/>
          </p:cNvSpPr>
          <p:nvPr>
            <p:ph sz="quarter" idx="10"/>
          </p:nvPr>
        </p:nvSpPr>
        <p:spPr>
          <a:xfrm>
            <a:off x="584200" y="1435100"/>
            <a:ext cx="11018838" cy="3219343"/>
          </a:xfrm>
        </p:spPr>
        <p:txBody>
          <a:bodyPr wrap="square"/>
          <a:lstStyle/>
          <a:p>
            <a:r>
              <a:t>Embed related data into the same document when it’s read together</a:t>
            </a:r>
          </a:p>
          <a:p>
            <a:r>
              <a:t>Reference separate documents when data is</a:t>
            </a:r>
            <a:r>
              <a:rPr lang="en-US"/>
              <a:t> </a:t>
            </a:r>
            <a:r>
              <a:t>updated independently or grows unbounded</a:t>
            </a:r>
          </a:p>
          <a:p>
            <a:r>
              <a:t>Some use cases benefit from</a:t>
            </a:r>
            <a:r>
              <a:rPr lang="en-US"/>
              <a:t> combining both patterns</a:t>
            </a:r>
            <a:r>
              <a:t> </a:t>
            </a:r>
            <a:r>
              <a:rPr lang="en-US"/>
              <a:t>by </a:t>
            </a:r>
            <a:r>
              <a:t>duplicating data</a:t>
            </a:r>
            <a:r>
              <a:rPr lang="en-US"/>
              <a:t> in multiple containers</a:t>
            </a:r>
          </a:p>
          <a:p>
            <a:pPr lvl="1"/>
            <a:r>
              <a:rPr lang="en-US"/>
              <a:t>This may require implementing processes to update across containers to stay in sync</a:t>
            </a:r>
          </a:p>
          <a:p>
            <a:pPr lvl="1"/>
            <a:r>
              <a:rPr lang="en-US"/>
              <a:t>Cosmos DB includes Change Feed that can be used to trigger synchronization updates</a:t>
            </a:r>
            <a:endParaRPr/>
          </a:p>
        </p:txBody>
      </p:sp>
    </p:spTree>
    <p:extLst>
      <p:ext uri="{BB962C8B-B14F-4D97-AF65-F5344CB8AC3E}">
        <p14:creationId xmlns:p14="http://schemas.microsoft.com/office/powerpoint/2010/main" val="2706759615"/>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Embedded Model Example</a:t>
            </a:r>
            <a:endParaRPr dirty="0"/>
          </a:p>
        </p:txBody>
      </p:sp>
      <p:sp>
        <p:nvSpPr>
          <p:cNvPr id="3" name="Content Placeholder 2"/>
          <p:cNvSpPr>
            <a:spLocks noGrp="1"/>
          </p:cNvSpPr>
          <p:nvPr>
            <p:ph sz="quarter" idx="10"/>
          </p:nvPr>
        </p:nvSpPr>
        <p:spPr>
          <a:xfrm>
            <a:off x="584200" y="1435100"/>
            <a:ext cx="11018838" cy="1246495"/>
          </a:xfrm>
        </p:spPr>
        <p:txBody>
          <a:bodyPr wrap="square"/>
          <a:lstStyle/>
          <a:p>
            <a:r>
              <a:rPr lang="en-US" dirty="0"/>
              <a:t>User including Address and Email/Phone Contacts</a:t>
            </a:r>
          </a:p>
          <a:p>
            <a:pPr lvl="1"/>
            <a:r>
              <a:rPr lang="en-US" dirty="0"/>
              <a:t>Simple hierarchy with limited data size</a:t>
            </a:r>
          </a:p>
          <a:p>
            <a:pPr lvl="1"/>
            <a:r>
              <a:rPr lang="en-US" dirty="0"/>
              <a:t>All user data stays together for read and update</a:t>
            </a:r>
          </a:p>
        </p:txBody>
      </p:sp>
      <p:sp>
        <p:nvSpPr>
          <p:cNvPr id="5" name="Rectangle: Rounded Corners 4">
            <a:extLst>
              <a:ext uri="{FF2B5EF4-FFF2-40B4-BE49-F238E27FC236}">
                <a16:creationId xmlns:a16="http://schemas.microsoft.com/office/drawing/2014/main" id="{9DCF0114-A02E-E32E-864A-F47E4EA2FECE}"/>
              </a:ext>
            </a:extLst>
          </p:cNvPr>
          <p:cNvSpPr/>
          <p:nvPr/>
        </p:nvSpPr>
        <p:spPr bwMode="auto">
          <a:xfrm>
            <a:off x="4154431" y="3105496"/>
            <a:ext cx="3883138" cy="2957847"/>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800" dirty="0">
                <a:solidFill>
                  <a:srgbClr val="FFFFFF"/>
                </a:solidFill>
                <a:ea typeface="Segoe UI" pitchFamily="34" charset="0"/>
                <a:cs typeface="Segoe UI" pitchFamily="34" charset="0"/>
              </a:rPr>
              <a:t>Users</a:t>
            </a:r>
            <a:endParaRPr lang="en-US" sz="2400" dirty="0">
              <a:solidFill>
                <a:srgbClr val="FFFFFF"/>
              </a:solidFill>
              <a:ea typeface="Segoe UI" pitchFamily="34" charset="0"/>
              <a:cs typeface="Segoe UI" pitchFamily="34" charset="0"/>
            </a:endParaRPr>
          </a:p>
          <a:p>
            <a:pPr marL="342900" indent="-342900" algn="l"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Address</a:t>
            </a:r>
          </a:p>
          <a:p>
            <a:pPr marL="800083" lvl="1" indent="-342900"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Street</a:t>
            </a:r>
          </a:p>
          <a:p>
            <a:pPr marL="800083" lvl="1" indent="-342900"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City, State, Zip</a:t>
            </a:r>
          </a:p>
          <a:p>
            <a:pPr marL="342900" indent="-342900" defTabSz="932472" fontAlgn="base">
              <a:spcBef>
                <a:spcPct val="0"/>
              </a:spcBef>
              <a:spcAft>
                <a:spcPct val="0"/>
              </a:spcAft>
              <a:buFontTx/>
              <a:buChar char="-"/>
            </a:pPr>
            <a:r>
              <a:rPr lang="en-US" sz="1600" dirty="0">
                <a:solidFill>
                  <a:srgbClr val="FFFFFF"/>
                </a:solidFill>
                <a:ea typeface="Segoe UI" pitchFamily="34" charset="0"/>
                <a:cs typeface="Segoe UI" pitchFamily="34" charset="0"/>
              </a:rPr>
              <a:t>Contacts [ ]</a:t>
            </a:r>
          </a:p>
          <a:p>
            <a:pPr marL="800083" lvl="1" indent="-342900" defTabSz="932472" fontAlgn="base">
              <a:spcBef>
                <a:spcPct val="0"/>
              </a:spcBef>
              <a:spcAft>
                <a:spcPct val="0"/>
              </a:spcAft>
              <a:buFontTx/>
              <a:buChar char="-"/>
            </a:pPr>
            <a:r>
              <a:rPr lang="en-US" sz="1600" dirty="0">
                <a:solidFill>
                  <a:srgbClr val="FFFFFF"/>
                </a:solidFill>
                <a:ea typeface="Segoe UI" pitchFamily="34" charset="0"/>
                <a:cs typeface="Segoe UI" pitchFamily="34" charset="0"/>
              </a:rPr>
              <a:t>Type</a:t>
            </a:r>
          </a:p>
          <a:p>
            <a:pPr marL="800083" lvl="1" indent="-342900" defTabSz="932472" fontAlgn="base">
              <a:spcBef>
                <a:spcPct val="0"/>
              </a:spcBef>
              <a:spcAft>
                <a:spcPct val="0"/>
              </a:spcAft>
              <a:buFontTx/>
              <a:buChar char="-"/>
            </a:pPr>
            <a:r>
              <a:rPr lang="en-US" sz="1600" dirty="0">
                <a:solidFill>
                  <a:srgbClr val="FFFFFF"/>
                </a:solidFill>
                <a:ea typeface="Segoe UI" pitchFamily="34" charset="0"/>
                <a:cs typeface="Segoe UI" pitchFamily="34" charset="0"/>
              </a:rPr>
              <a:t>Value</a:t>
            </a:r>
          </a:p>
          <a:p>
            <a:pPr marL="800083" lvl="1" indent="-342900" defTabSz="932472" fontAlgn="base">
              <a:spcBef>
                <a:spcPct val="0"/>
              </a:spcBef>
              <a:spcAft>
                <a:spcPct val="0"/>
              </a:spcAft>
              <a:buFontTx/>
              <a:buChar char="-"/>
            </a:pPr>
            <a:r>
              <a:rPr lang="en-US" sz="1600" dirty="0">
                <a:solidFill>
                  <a:srgbClr val="FFFFFF"/>
                </a:solidFill>
                <a:ea typeface="Segoe UI" pitchFamily="34" charset="0"/>
                <a:cs typeface="Segoe UI" pitchFamily="34" charset="0"/>
              </a:rPr>
              <a:t>Contact Name</a:t>
            </a:r>
          </a:p>
        </p:txBody>
      </p:sp>
    </p:spTree>
    <p:extLst>
      <p:ext uri="{BB962C8B-B14F-4D97-AF65-F5344CB8AC3E}">
        <p14:creationId xmlns:p14="http://schemas.microsoft.com/office/powerpoint/2010/main" val="700783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Embedded Model Example</a:t>
            </a:r>
            <a:endParaRPr dirty="0"/>
          </a:p>
        </p:txBody>
      </p:sp>
      <p:sp>
        <p:nvSpPr>
          <p:cNvPr id="3" name="Content Placeholder 2"/>
          <p:cNvSpPr>
            <a:spLocks noGrp="1"/>
          </p:cNvSpPr>
          <p:nvPr>
            <p:ph sz="quarter" idx="10"/>
          </p:nvPr>
        </p:nvSpPr>
        <p:spPr>
          <a:xfrm>
            <a:off x="584200" y="1435100"/>
            <a:ext cx="11018838" cy="1246495"/>
          </a:xfrm>
        </p:spPr>
        <p:txBody>
          <a:bodyPr wrap="square"/>
          <a:lstStyle/>
          <a:p>
            <a:r>
              <a:rPr lang="en-US" dirty="0"/>
              <a:t>Blog Post including Comments</a:t>
            </a:r>
          </a:p>
          <a:p>
            <a:pPr lvl="1"/>
            <a:r>
              <a:rPr lang="en-US" dirty="0"/>
              <a:t>One-to-many relationship</a:t>
            </a:r>
          </a:p>
          <a:p>
            <a:pPr lvl="1"/>
            <a:r>
              <a:rPr lang="en-US" dirty="0"/>
              <a:t>Most common operation is read of complete hierarchy</a:t>
            </a:r>
            <a:endParaRPr dirty="0"/>
          </a:p>
        </p:txBody>
      </p:sp>
      <p:sp>
        <p:nvSpPr>
          <p:cNvPr id="5" name="Rectangle: Rounded Corners 4">
            <a:extLst>
              <a:ext uri="{FF2B5EF4-FFF2-40B4-BE49-F238E27FC236}">
                <a16:creationId xmlns:a16="http://schemas.microsoft.com/office/drawing/2014/main" id="{175779BB-BF04-8008-AF41-56DD2C6D6149}"/>
              </a:ext>
            </a:extLst>
          </p:cNvPr>
          <p:cNvSpPr/>
          <p:nvPr/>
        </p:nvSpPr>
        <p:spPr bwMode="auto">
          <a:xfrm>
            <a:off x="4154431" y="3105496"/>
            <a:ext cx="3883138" cy="2957847"/>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800" dirty="0">
                <a:solidFill>
                  <a:srgbClr val="FFFFFF"/>
                </a:solidFill>
                <a:ea typeface="Segoe UI" pitchFamily="34" charset="0"/>
                <a:cs typeface="Segoe UI" pitchFamily="34" charset="0"/>
              </a:rPr>
              <a:t>Blog Posts</a:t>
            </a:r>
            <a:endParaRPr lang="en-US" sz="2400" dirty="0">
              <a:solidFill>
                <a:srgbClr val="FFFFFF"/>
              </a:solidFill>
              <a:ea typeface="Segoe UI" pitchFamily="34" charset="0"/>
              <a:cs typeface="Segoe UI" pitchFamily="34" charset="0"/>
            </a:endParaRPr>
          </a:p>
          <a:p>
            <a:pPr marL="342900" indent="-342900" algn="l"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Title</a:t>
            </a:r>
          </a:p>
          <a:p>
            <a:pPr marL="342900" indent="-342900"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Content</a:t>
            </a:r>
          </a:p>
          <a:p>
            <a:pPr marL="342900" indent="-342900"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Date</a:t>
            </a:r>
          </a:p>
          <a:p>
            <a:pPr marL="342900" indent="-342900" defTabSz="932472" fontAlgn="base">
              <a:spcBef>
                <a:spcPct val="0"/>
              </a:spcBef>
              <a:spcAft>
                <a:spcPct val="0"/>
              </a:spcAft>
              <a:buFontTx/>
              <a:buChar char="-"/>
            </a:pPr>
            <a:r>
              <a:rPr lang="en-US" sz="1600" dirty="0">
                <a:solidFill>
                  <a:srgbClr val="FFFFFF"/>
                </a:solidFill>
                <a:ea typeface="Segoe UI" pitchFamily="34" charset="0"/>
                <a:cs typeface="Segoe UI" pitchFamily="34" charset="0"/>
              </a:rPr>
              <a:t>Comments [ ]</a:t>
            </a:r>
          </a:p>
          <a:p>
            <a:pPr marL="800083" lvl="1" indent="-342900" defTabSz="932472" fontAlgn="base">
              <a:spcBef>
                <a:spcPct val="0"/>
              </a:spcBef>
              <a:spcAft>
                <a:spcPct val="0"/>
              </a:spcAft>
              <a:buFontTx/>
              <a:buChar char="-"/>
            </a:pPr>
            <a:r>
              <a:rPr lang="en-US" sz="1600" dirty="0">
                <a:solidFill>
                  <a:srgbClr val="FFFFFF"/>
                </a:solidFill>
                <a:ea typeface="Segoe UI" pitchFamily="34" charset="0"/>
                <a:cs typeface="Segoe UI" pitchFamily="34" charset="0"/>
              </a:rPr>
              <a:t>User</a:t>
            </a:r>
          </a:p>
          <a:p>
            <a:pPr marL="800083" lvl="1" indent="-342900" defTabSz="932472" fontAlgn="base">
              <a:spcBef>
                <a:spcPct val="0"/>
              </a:spcBef>
              <a:spcAft>
                <a:spcPct val="0"/>
              </a:spcAft>
              <a:buFontTx/>
              <a:buChar char="-"/>
            </a:pPr>
            <a:r>
              <a:rPr lang="en-US" sz="1600" dirty="0">
                <a:solidFill>
                  <a:srgbClr val="FFFFFF"/>
                </a:solidFill>
                <a:ea typeface="Segoe UI" pitchFamily="34" charset="0"/>
                <a:cs typeface="Segoe UI" pitchFamily="34" charset="0"/>
              </a:rPr>
              <a:t>Comment</a:t>
            </a:r>
          </a:p>
          <a:p>
            <a:pPr marL="800083" lvl="1" indent="-342900" defTabSz="932472" fontAlgn="base">
              <a:spcBef>
                <a:spcPct val="0"/>
              </a:spcBef>
              <a:spcAft>
                <a:spcPct val="0"/>
              </a:spcAft>
              <a:buFontTx/>
              <a:buChar char="-"/>
            </a:pPr>
            <a:r>
              <a:rPr lang="en-US" sz="1600" dirty="0">
                <a:solidFill>
                  <a:srgbClr val="FFFFFF"/>
                </a:solidFill>
                <a:ea typeface="Segoe UI" pitchFamily="34" charset="0"/>
                <a:cs typeface="Segoe UI" pitchFamily="34" charset="0"/>
              </a:rPr>
              <a:t>Date</a:t>
            </a:r>
          </a:p>
        </p:txBody>
      </p:sp>
    </p:spTree>
    <p:extLst>
      <p:ext uri="{BB962C8B-B14F-4D97-AF65-F5344CB8AC3E}">
        <p14:creationId xmlns:p14="http://schemas.microsoft.com/office/powerpoint/2010/main" val="2562646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Model Example</a:t>
            </a:r>
            <a:endParaRPr dirty="0"/>
          </a:p>
        </p:txBody>
      </p:sp>
      <p:sp>
        <p:nvSpPr>
          <p:cNvPr id="3" name="Content Placeholder 2"/>
          <p:cNvSpPr>
            <a:spLocks noGrp="1"/>
          </p:cNvSpPr>
          <p:nvPr>
            <p:ph sz="quarter" idx="10"/>
          </p:nvPr>
        </p:nvSpPr>
        <p:spPr>
          <a:xfrm>
            <a:off x="584200" y="1435100"/>
            <a:ext cx="11018838" cy="1246495"/>
          </a:xfrm>
        </p:spPr>
        <p:txBody>
          <a:bodyPr wrap="square"/>
          <a:lstStyle/>
          <a:p>
            <a:r>
              <a:rPr lang="en-US" dirty="0"/>
              <a:t>Product Description references Product Reviews</a:t>
            </a:r>
          </a:p>
          <a:p>
            <a:pPr lvl="1"/>
            <a:r>
              <a:rPr lang="en-US" dirty="0"/>
              <a:t>Reviews collection can grow unbounded over time leading to large data size</a:t>
            </a:r>
          </a:p>
          <a:p>
            <a:pPr lvl="1"/>
            <a:r>
              <a:rPr lang="en-US" dirty="0"/>
              <a:t>Product Description may be frequently read without reviews</a:t>
            </a:r>
          </a:p>
        </p:txBody>
      </p:sp>
      <p:sp>
        <p:nvSpPr>
          <p:cNvPr id="8" name="Rectangle: Rounded Corners 7">
            <a:extLst>
              <a:ext uri="{FF2B5EF4-FFF2-40B4-BE49-F238E27FC236}">
                <a16:creationId xmlns:a16="http://schemas.microsoft.com/office/drawing/2014/main" id="{1FDBDBC8-441E-028F-F428-35A8532DEAFA}"/>
              </a:ext>
            </a:extLst>
          </p:cNvPr>
          <p:cNvSpPr/>
          <p:nvPr/>
        </p:nvSpPr>
        <p:spPr bwMode="auto">
          <a:xfrm>
            <a:off x="2564096" y="3765550"/>
            <a:ext cx="2988128" cy="18133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800" dirty="0">
                <a:solidFill>
                  <a:srgbClr val="FFFFFF"/>
                </a:solidFill>
                <a:ea typeface="Segoe UI" pitchFamily="34" charset="0"/>
                <a:cs typeface="Segoe UI" pitchFamily="34" charset="0"/>
              </a:rPr>
              <a:t>Products</a:t>
            </a:r>
            <a:endParaRPr lang="en-US" sz="2400" dirty="0">
              <a:solidFill>
                <a:srgbClr val="FFFFFF"/>
              </a:solidFill>
              <a:ea typeface="Segoe UI" pitchFamily="34" charset="0"/>
              <a:cs typeface="Segoe UI" pitchFamily="34" charset="0"/>
            </a:endParaRPr>
          </a:p>
          <a:p>
            <a:pPr marL="342900" indent="-342900" algn="l"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Description</a:t>
            </a:r>
          </a:p>
          <a:p>
            <a:pPr marL="342900" indent="-342900"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Price</a:t>
            </a:r>
          </a:p>
          <a:p>
            <a:pPr marL="342900" indent="-342900"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Category</a:t>
            </a:r>
          </a:p>
        </p:txBody>
      </p:sp>
      <p:sp>
        <p:nvSpPr>
          <p:cNvPr id="9" name="Rectangle: Rounded Corners 8">
            <a:extLst>
              <a:ext uri="{FF2B5EF4-FFF2-40B4-BE49-F238E27FC236}">
                <a16:creationId xmlns:a16="http://schemas.microsoft.com/office/drawing/2014/main" id="{BEEF01F6-4856-D719-B393-79050186991E}"/>
              </a:ext>
            </a:extLst>
          </p:cNvPr>
          <p:cNvSpPr/>
          <p:nvPr/>
        </p:nvSpPr>
        <p:spPr bwMode="auto">
          <a:xfrm>
            <a:off x="6639777" y="3765550"/>
            <a:ext cx="2988128" cy="18133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800" dirty="0">
                <a:solidFill>
                  <a:srgbClr val="FFFFFF"/>
                </a:solidFill>
                <a:ea typeface="Segoe UI" pitchFamily="34" charset="0"/>
                <a:cs typeface="Segoe UI" pitchFamily="34" charset="0"/>
              </a:rPr>
              <a:t>Reviews</a:t>
            </a:r>
            <a:endParaRPr lang="en-US" sz="2400" dirty="0">
              <a:solidFill>
                <a:srgbClr val="FFFFFF"/>
              </a:solidFill>
              <a:ea typeface="Segoe UI" pitchFamily="34" charset="0"/>
              <a:cs typeface="Segoe UI" pitchFamily="34" charset="0"/>
            </a:endParaRPr>
          </a:p>
          <a:p>
            <a:pPr marL="342900" indent="-342900" algn="l"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Rating</a:t>
            </a:r>
            <a:endParaRPr lang="en-US" sz="1600" dirty="0">
              <a:solidFill>
                <a:srgbClr val="FFFFFF"/>
              </a:solidFill>
              <a:ea typeface="Segoe UI" pitchFamily="34" charset="0"/>
              <a:cs typeface="Segoe UI" pitchFamily="34" charset="0"/>
            </a:endParaRPr>
          </a:p>
          <a:p>
            <a:pPr marL="342900" indent="-342900" algn="l"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Text</a:t>
            </a:r>
          </a:p>
          <a:p>
            <a:pPr marL="342900" indent="-342900" algn="l"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Date</a:t>
            </a:r>
          </a:p>
        </p:txBody>
      </p:sp>
      <p:cxnSp>
        <p:nvCxnSpPr>
          <p:cNvPr id="10" name="Straight Arrow Connector 9">
            <a:extLst>
              <a:ext uri="{FF2B5EF4-FFF2-40B4-BE49-F238E27FC236}">
                <a16:creationId xmlns:a16="http://schemas.microsoft.com/office/drawing/2014/main" id="{1AAAEFFE-BBCE-EB54-4A5B-0FF387CB2DB7}"/>
              </a:ext>
            </a:extLst>
          </p:cNvPr>
          <p:cNvCxnSpPr>
            <a:cxnSpLocks/>
          </p:cNvCxnSpPr>
          <p:nvPr/>
        </p:nvCxnSpPr>
        <p:spPr>
          <a:xfrm>
            <a:off x="5552224" y="4672240"/>
            <a:ext cx="1087553" cy="0"/>
          </a:xfrm>
          <a:prstGeom prst="straightConnector1">
            <a:avLst/>
          </a:prstGeom>
          <a:ln w="41275">
            <a:solidFill>
              <a:schemeClr val="tx1"/>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27252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Model Example</a:t>
            </a:r>
            <a:endParaRPr dirty="0"/>
          </a:p>
        </p:txBody>
      </p:sp>
      <p:sp>
        <p:nvSpPr>
          <p:cNvPr id="3" name="Content Placeholder 2"/>
          <p:cNvSpPr>
            <a:spLocks noGrp="1"/>
          </p:cNvSpPr>
          <p:nvPr>
            <p:ph sz="quarter" idx="10"/>
          </p:nvPr>
        </p:nvSpPr>
        <p:spPr>
          <a:xfrm>
            <a:off x="584200" y="1435100"/>
            <a:ext cx="11018838" cy="1246495"/>
          </a:xfrm>
        </p:spPr>
        <p:txBody>
          <a:bodyPr wrap="square"/>
          <a:lstStyle/>
          <a:p>
            <a:r>
              <a:rPr lang="en-US" dirty="0"/>
              <a:t>School Courses and Students</a:t>
            </a:r>
          </a:p>
          <a:p>
            <a:pPr lvl="1"/>
            <a:r>
              <a:rPr lang="en-US" dirty="0"/>
              <a:t>Many-to-many relationship</a:t>
            </a:r>
          </a:p>
          <a:p>
            <a:pPr lvl="1"/>
            <a:r>
              <a:rPr lang="en-US" dirty="0"/>
              <a:t>Either data set may be updated independently</a:t>
            </a:r>
          </a:p>
        </p:txBody>
      </p:sp>
      <p:sp>
        <p:nvSpPr>
          <p:cNvPr id="4" name="Rectangle: Rounded Corners 3">
            <a:extLst>
              <a:ext uri="{FF2B5EF4-FFF2-40B4-BE49-F238E27FC236}">
                <a16:creationId xmlns:a16="http://schemas.microsoft.com/office/drawing/2014/main" id="{0BF5B9DC-F9C1-F444-E4A5-1C9F336EC086}"/>
              </a:ext>
            </a:extLst>
          </p:cNvPr>
          <p:cNvSpPr/>
          <p:nvPr/>
        </p:nvSpPr>
        <p:spPr bwMode="auto">
          <a:xfrm>
            <a:off x="2564096" y="3765550"/>
            <a:ext cx="2988128" cy="18133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800" dirty="0">
                <a:solidFill>
                  <a:srgbClr val="FFFFFF"/>
                </a:solidFill>
                <a:ea typeface="Segoe UI" pitchFamily="34" charset="0"/>
                <a:cs typeface="Segoe UI" pitchFamily="34" charset="0"/>
              </a:rPr>
              <a:t>Courses</a:t>
            </a:r>
            <a:endParaRPr lang="en-US" sz="2400" dirty="0">
              <a:solidFill>
                <a:srgbClr val="FFFFFF"/>
              </a:solidFill>
              <a:ea typeface="Segoe UI" pitchFamily="34" charset="0"/>
              <a:cs typeface="Segoe UI" pitchFamily="34" charset="0"/>
            </a:endParaRPr>
          </a:p>
          <a:p>
            <a:pPr marL="342900" indent="-342900" algn="l"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Description</a:t>
            </a:r>
          </a:p>
          <a:p>
            <a:pPr marL="342900" indent="-342900"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Price</a:t>
            </a:r>
          </a:p>
          <a:p>
            <a:pPr marL="342900" indent="-342900"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Category</a:t>
            </a:r>
          </a:p>
        </p:txBody>
      </p:sp>
      <p:sp>
        <p:nvSpPr>
          <p:cNvPr id="5" name="Rectangle: Rounded Corners 4">
            <a:extLst>
              <a:ext uri="{FF2B5EF4-FFF2-40B4-BE49-F238E27FC236}">
                <a16:creationId xmlns:a16="http://schemas.microsoft.com/office/drawing/2014/main" id="{16EF4947-DB49-447B-B9B0-62E0BD4A91CE}"/>
              </a:ext>
            </a:extLst>
          </p:cNvPr>
          <p:cNvSpPr/>
          <p:nvPr/>
        </p:nvSpPr>
        <p:spPr bwMode="auto">
          <a:xfrm>
            <a:off x="6639777" y="3765550"/>
            <a:ext cx="2988128" cy="18133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800" dirty="0">
                <a:solidFill>
                  <a:srgbClr val="FFFFFF"/>
                </a:solidFill>
                <a:ea typeface="Segoe UI" pitchFamily="34" charset="0"/>
                <a:cs typeface="Segoe UI" pitchFamily="34" charset="0"/>
              </a:rPr>
              <a:t>Students</a:t>
            </a:r>
            <a:endParaRPr lang="en-US" sz="2400" dirty="0">
              <a:solidFill>
                <a:srgbClr val="FFFFFF"/>
              </a:solidFill>
              <a:ea typeface="Segoe UI" pitchFamily="34" charset="0"/>
              <a:cs typeface="Segoe UI" pitchFamily="34" charset="0"/>
            </a:endParaRPr>
          </a:p>
          <a:p>
            <a:pPr marL="342900" indent="-342900" algn="l"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Rating</a:t>
            </a:r>
            <a:endParaRPr lang="en-US" sz="1600" dirty="0">
              <a:solidFill>
                <a:srgbClr val="FFFFFF"/>
              </a:solidFill>
              <a:ea typeface="Segoe UI" pitchFamily="34" charset="0"/>
              <a:cs typeface="Segoe UI" pitchFamily="34" charset="0"/>
            </a:endParaRPr>
          </a:p>
          <a:p>
            <a:pPr marL="342900" indent="-342900" algn="l"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Text</a:t>
            </a:r>
          </a:p>
          <a:p>
            <a:pPr marL="342900" indent="-342900" algn="l"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Date</a:t>
            </a:r>
          </a:p>
        </p:txBody>
      </p:sp>
      <p:cxnSp>
        <p:nvCxnSpPr>
          <p:cNvPr id="6" name="Straight Arrow Connector 5">
            <a:extLst>
              <a:ext uri="{FF2B5EF4-FFF2-40B4-BE49-F238E27FC236}">
                <a16:creationId xmlns:a16="http://schemas.microsoft.com/office/drawing/2014/main" id="{686376C8-C90C-984E-FDC9-0DFEECFFACBC}"/>
              </a:ext>
            </a:extLst>
          </p:cNvPr>
          <p:cNvCxnSpPr>
            <a:cxnSpLocks/>
          </p:cNvCxnSpPr>
          <p:nvPr/>
        </p:nvCxnSpPr>
        <p:spPr>
          <a:xfrm>
            <a:off x="5552224" y="4672240"/>
            <a:ext cx="1087553" cy="0"/>
          </a:xfrm>
          <a:prstGeom prst="straightConnector1">
            <a:avLst/>
          </a:prstGeom>
          <a:ln w="41275">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2550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Model Example</a:t>
            </a:r>
            <a:endParaRPr dirty="0"/>
          </a:p>
        </p:txBody>
      </p:sp>
      <p:sp>
        <p:nvSpPr>
          <p:cNvPr id="3" name="Content Placeholder 2"/>
          <p:cNvSpPr>
            <a:spLocks noGrp="1"/>
          </p:cNvSpPr>
          <p:nvPr>
            <p:ph sz="quarter" idx="10"/>
          </p:nvPr>
        </p:nvSpPr>
        <p:spPr>
          <a:xfrm>
            <a:off x="584200" y="1435100"/>
            <a:ext cx="11018838" cy="1654299"/>
          </a:xfrm>
        </p:spPr>
        <p:txBody>
          <a:bodyPr wrap="square"/>
          <a:lstStyle/>
          <a:p>
            <a:r>
              <a:rPr lang="en-US" dirty="0"/>
              <a:t>IOT Sensor Data</a:t>
            </a:r>
          </a:p>
          <a:p>
            <a:pPr lvl="1"/>
            <a:r>
              <a:rPr lang="en-US" dirty="0"/>
              <a:t>Frequent updates to small subset of data</a:t>
            </a:r>
          </a:p>
          <a:p>
            <a:pPr lvl="1"/>
            <a:r>
              <a:rPr lang="en-US" dirty="0"/>
              <a:t>Store stable parts of data together</a:t>
            </a:r>
          </a:p>
          <a:p>
            <a:pPr lvl="1"/>
            <a:r>
              <a:rPr lang="en-US" dirty="0"/>
              <a:t>Minimize update size by separating frequently changing values</a:t>
            </a:r>
          </a:p>
        </p:txBody>
      </p:sp>
      <p:sp>
        <p:nvSpPr>
          <p:cNvPr id="4" name="Rectangle: Rounded Corners 3">
            <a:extLst>
              <a:ext uri="{FF2B5EF4-FFF2-40B4-BE49-F238E27FC236}">
                <a16:creationId xmlns:a16="http://schemas.microsoft.com/office/drawing/2014/main" id="{9223F9A4-432D-05D9-8846-35A6DE0FA27E}"/>
              </a:ext>
            </a:extLst>
          </p:cNvPr>
          <p:cNvSpPr/>
          <p:nvPr/>
        </p:nvSpPr>
        <p:spPr bwMode="auto">
          <a:xfrm>
            <a:off x="2564096" y="3765550"/>
            <a:ext cx="2988128" cy="18133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800" dirty="0">
                <a:solidFill>
                  <a:srgbClr val="FFFFFF"/>
                </a:solidFill>
                <a:ea typeface="Segoe UI" pitchFamily="34" charset="0"/>
                <a:cs typeface="Segoe UI" pitchFamily="34" charset="0"/>
              </a:rPr>
              <a:t>Device</a:t>
            </a:r>
            <a:endParaRPr lang="en-US" sz="2400" dirty="0">
              <a:solidFill>
                <a:srgbClr val="FFFFFF"/>
              </a:solidFill>
              <a:ea typeface="Segoe UI" pitchFamily="34" charset="0"/>
              <a:cs typeface="Segoe UI" pitchFamily="34" charset="0"/>
            </a:endParaRPr>
          </a:p>
          <a:p>
            <a:pPr marL="342900" indent="-342900" algn="l"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Sensor Type</a:t>
            </a:r>
          </a:p>
          <a:p>
            <a:pPr marL="342900" indent="-342900" algn="l"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Location</a:t>
            </a:r>
          </a:p>
          <a:p>
            <a:pPr marL="342900" indent="-342900"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Model Number</a:t>
            </a:r>
          </a:p>
        </p:txBody>
      </p:sp>
      <p:sp>
        <p:nvSpPr>
          <p:cNvPr id="5" name="Rectangle: Rounded Corners 4">
            <a:extLst>
              <a:ext uri="{FF2B5EF4-FFF2-40B4-BE49-F238E27FC236}">
                <a16:creationId xmlns:a16="http://schemas.microsoft.com/office/drawing/2014/main" id="{6C1CEF82-5BAC-00E2-D185-88CC0ECC86CC}"/>
              </a:ext>
            </a:extLst>
          </p:cNvPr>
          <p:cNvSpPr/>
          <p:nvPr/>
        </p:nvSpPr>
        <p:spPr bwMode="auto">
          <a:xfrm>
            <a:off x="6639777" y="3765550"/>
            <a:ext cx="2988128" cy="18133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800" dirty="0">
                <a:solidFill>
                  <a:srgbClr val="FFFFFF"/>
                </a:solidFill>
                <a:ea typeface="Segoe UI" pitchFamily="34" charset="0"/>
                <a:cs typeface="Segoe UI" pitchFamily="34" charset="0"/>
              </a:rPr>
              <a:t>Sensor Reading</a:t>
            </a:r>
            <a:endParaRPr lang="en-US" sz="2400" dirty="0">
              <a:solidFill>
                <a:srgbClr val="FFFFFF"/>
              </a:solidFill>
              <a:ea typeface="Segoe UI" pitchFamily="34" charset="0"/>
              <a:cs typeface="Segoe UI" pitchFamily="34" charset="0"/>
            </a:endParaRPr>
          </a:p>
          <a:p>
            <a:pPr marL="342900" indent="-342900" algn="l"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Time</a:t>
            </a:r>
            <a:endParaRPr lang="en-US" sz="1600" dirty="0">
              <a:solidFill>
                <a:srgbClr val="FFFFFF"/>
              </a:solidFill>
              <a:ea typeface="Segoe UI" pitchFamily="34" charset="0"/>
              <a:cs typeface="Segoe UI" pitchFamily="34" charset="0"/>
            </a:endParaRPr>
          </a:p>
          <a:p>
            <a:pPr marL="342900" indent="-342900" algn="l"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Value</a:t>
            </a:r>
          </a:p>
        </p:txBody>
      </p:sp>
      <p:cxnSp>
        <p:nvCxnSpPr>
          <p:cNvPr id="6" name="Straight Arrow Connector 5">
            <a:extLst>
              <a:ext uri="{FF2B5EF4-FFF2-40B4-BE49-F238E27FC236}">
                <a16:creationId xmlns:a16="http://schemas.microsoft.com/office/drawing/2014/main" id="{4B97B9E7-C07C-A63F-EF01-980FC1BF608C}"/>
              </a:ext>
            </a:extLst>
          </p:cNvPr>
          <p:cNvCxnSpPr>
            <a:cxnSpLocks/>
          </p:cNvCxnSpPr>
          <p:nvPr/>
        </p:nvCxnSpPr>
        <p:spPr>
          <a:xfrm>
            <a:off x="5552224" y="4672240"/>
            <a:ext cx="1087553" cy="0"/>
          </a:xfrm>
          <a:prstGeom prst="straightConnector1">
            <a:avLst/>
          </a:prstGeom>
          <a:ln w="41275">
            <a:solidFill>
              <a:schemeClr val="tx1"/>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45187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Combining Embedded and Reference Models</a:t>
            </a:r>
            <a:endParaRPr dirty="0"/>
          </a:p>
        </p:txBody>
      </p:sp>
      <p:sp>
        <p:nvSpPr>
          <p:cNvPr id="3" name="Content Placeholder 2"/>
          <p:cNvSpPr>
            <a:spLocks noGrp="1"/>
          </p:cNvSpPr>
          <p:nvPr>
            <p:ph sz="quarter" idx="10"/>
          </p:nvPr>
        </p:nvSpPr>
        <p:spPr>
          <a:xfrm>
            <a:off x="584200" y="1435100"/>
            <a:ext cx="11018838" cy="2765372"/>
          </a:xfrm>
        </p:spPr>
        <p:txBody>
          <a:bodyPr wrap="square"/>
          <a:lstStyle/>
          <a:p>
            <a:pPr fontAlgn="ctr"/>
            <a:r>
              <a:rPr lang="en-US" dirty="0"/>
              <a:t>Products include current price</a:t>
            </a:r>
          </a:p>
          <a:p>
            <a:pPr fontAlgn="ctr"/>
            <a:r>
              <a:rPr lang="en-US" dirty="0"/>
              <a:t>Store Inventory lists in-stock quantity of Products</a:t>
            </a:r>
          </a:p>
          <a:p>
            <a:pPr lvl="1" fontAlgn="ctr"/>
            <a:r>
              <a:rPr lang="en-US" dirty="0"/>
              <a:t>Current item prices and total value are embedded</a:t>
            </a:r>
          </a:p>
          <a:p>
            <a:pPr lvl="1" fontAlgn="ctr"/>
            <a:r>
              <a:rPr lang="en-US" dirty="0"/>
              <a:t>Price values update on changes to price on referenced Product</a:t>
            </a:r>
          </a:p>
          <a:p>
            <a:pPr fontAlgn="ctr"/>
            <a:r>
              <a:rPr lang="en-US" dirty="0"/>
              <a:t>Orders embed snapshot of product details and price paid</a:t>
            </a:r>
          </a:p>
          <a:p>
            <a:pPr lvl="1" fontAlgn="ctr"/>
            <a:r>
              <a:rPr lang="en-US" dirty="0"/>
              <a:t>Embedded values don’t change on update to Product</a:t>
            </a:r>
          </a:p>
        </p:txBody>
      </p:sp>
      <p:sp>
        <p:nvSpPr>
          <p:cNvPr id="4" name="Rectangle: Rounded Corners 3">
            <a:extLst>
              <a:ext uri="{FF2B5EF4-FFF2-40B4-BE49-F238E27FC236}">
                <a16:creationId xmlns:a16="http://schemas.microsoft.com/office/drawing/2014/main" id="{C787A89B-3E24-57ED-3098-14B45734A008}"/>
              </a:ext>
            </a:extLst>
          </p:cNvPr>
          <p:cNvSpPr/>
          <p:nvPr/>
        </p:nvSpPr>
        <p:spPr bwMode="auto">
          <a:xfrm>
            <a:off x="485321" y="4505778"/>
            <a:ext cx="2988128" cy="1964872"/>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800" dirty="0">
                <a:solidFill>
                  <a:srgbClr val="FFFFFF"/>
                </a:solidFill>
                <a:ea typeface="Segoe UI" pitchFamily="34" charset="0"/>
                <a:cs typeface="Segoe UI" pitchFamily="34" charset="0"/>
              </a:rPr>
              <a:t>Store Inventory</a:t>
            </a:r>
            <a:endParaRPr lang="en-US" sz="2400" dirty="0">
              <a:solidFill>
                <a:srgbClr val="FFFFFF"/>
              </a:solidFill>
              <a:ea typeface="Segoe UI" pitchFamily="34" charset="0"/>
              <a:cs typeface="Segoe UI" pitchFamily="34" charset="0"/>
            </a:endParaRPr>
          </a:p>
          <a:p>
            <a:pPr marL="342900" indent="-342900" algn="l"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Products</a:t>
            </a:r>
          </a:p>
          <a:p>
            <a:pPr marL="800083" lvl="1" indent="-342900"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Price</a:t>
            </a:r>
          </a:p>
          <a:p>
            <a:pPr marL="800083" lvl="1" indent="-342900"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Quantity</a:t>
            </a:r>
          </a:p>
          <a:p>
            <a:pPr marL="342900" indent="-342900" defTabSz="932472" fontAlgn="base">
              <a:spcBef>
                <a:spcPct val="0"/>
              </a:spcBef>
              <a:spcAft>
                <a:spcPct val="0"/>
              </a:spcAft>
              <a:buFontTx/>
              <a:buChar char="-"/>
            </a:pPr>
            <a:r>
              <a:rPr lang="en-US" sz="1600" dirty="0">
                <a:solidFill>
                  <a:srgbClr val="FFFFFF"/>
                </a:solidFill>
                <a:ea typeface="Segoe UI" pitchFamily="34" charset="0"/>
                <a:cs typeface="Segoe UI" pitchFamily="34" charset="0"/>
              </a:rPr>
              <a:t>Total Value</a:t>
            </a:r>
          </a:p>
        </p:txBody>
      </p:sp>
      <p:sp>
        <p:nvSpPr>
          <p:cNvPr id="5" name="Rectangle: Rounded Corners 4">
            <a:extLst>
              <a:ext uri="{FF2B5EF4-FFF2-40B4-BE49-F238E27FC236}">
                <a16:creationId xmlns:a16="http://schemas.microsoft.com/office/drawing/2014/main" id="{17AA490F-27DD-B9A1-0523-BBD5B7EE3DD6}"/>
              </a:ext>
            </a:extLst>
          </p:cNvPr>
          <p:cNvSpPr/>
          <p:nvPr/>
        </p:nvSpPr>
        <p:spPr bwMode="auto">
          <a:xfrm>
            <a:off x="4550116" y="4696278"/>
            <a:ext cx="2988128" cy="1583872"/>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800" dirty="0">
                <a:solidFill>
                  <a:srgbClr val="FFFFFF"/>
                </a:solidFill>
                <a:ea typeface="Segoe UI" pitchFamily="34" charset="0"/>
                <a:cs typeface="Segoe UI" pitchFamily="34" charset="0"/>
              </a:rPr>
              <a:t>Products</a:t>
            </a:r>
            <a:endParaRPr lang="en-US" sz="2400" dirty="0">
              <a:solidFill>
                <a:srgbClr val="FFFFFF"/>
              </a:solidFill>
              <a:ea typeface="Segoe UI" pitchFamily="34" charset="0"/>
              <a:cs typeface="Segoe UI" pitchFamily="34" charset="0"/>
            </a:endParaRPr>
          </a:p>
          <a:p>
            <a:pPr marL="342900" indent="-342900" algn="l"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Price</a:t>
            </a:r>
            <a:endParaRPr lang="en-US" sz="1600" dirty="0">
              <a:solidFill>
                <a:srgbClr val="FFFFFF"/>
              </a:solidFill>
              <a:ea typeface="Segoe UI" pitchFamily="34" charset="0"/>
              <a:cs typeface="Segoe UI" pitchFamily="34" charset="0"/>
            </a:endParaRPr>
          </a:p>
          <a:p>
            <a:pPr marL="342900" indent="-342900" algn="l"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Description</a:t>
            </a:r>
          </a:p>
        </p:txBody>
      </p:sp>
      <p:sp>
        <p:nvSpPr>
          <p:cNvPr id="6" name="Rectangle: Rounded Corners 5">
            <a:extLst>
              <a:ext uri="{FF2B5EF4-FFF2-40B4-BE49-F238E27FC236}">
                <a16:creationId xmlns:a16="http://schemas.microsoft.com/office/drawing/2014/main" id="{7F27B638-76CF-EA27-D719-DCBAA2FC79C0}"/>
              </a:ext>
            </a:extLst>
          </p:cNvPr>
          <p:cNvSpPr/>
          <p:nvPr/>
        </p:nvSpPr>
        <p:spPr bwMode="auto">
          <a:xfrm>
            <a:off x="8614910" y="4601031"/>
            <a:ext cx="2988128" cy="1774367"/>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800" dirty="0">
                <a:solidFill>
                  <a:srgbClr val="FFFFFF"/>
                </a:solidFill>
                <a:ea typeface="Segoe UI" pitchFamily="34" charset="0"/>
                <a:cs typeface="Segoe UI" pitchFamily="34" charset="0"/>
              </a:rPr>
              <a:t>Orders</a:t>
            </a:r>
            <a:endParaRPr lang="en-US" sz="2400" dirty="0">
              <a:solidFill>
                <a:srgbClr val="FFFFFF"/>
              </a:solidFill>
              <a:ea typeface="Segoe UI" pitchFamily="34" charset="0"/>
              <a:cs typeface="Segoe UI" pitchFamily="34" charset="0"/>
            </a:endParaRPr>
          </a:p>
          <a:p>
            <a:pPr marL="342900" indent="-342900" algn="l" defTabSz="932472" fontAlgn="base">
              <a:spcBef>
                <a:spcPct val="0"/>
              </a:spcBef>
              <a:spcAft>
                <a:spcPct val="0"/>
              </a:spcAft>
              <a:buFontTx/>
              <a:buChar char="-"/>
            </a:pPr>
            <a:r>
              <a:rPr lang="en-US" sz="1800" dirty="0">
                <a:solidFill>
                  <a:srgbClr val="FFFFFF"/>
                </a:solidFill>
                <a:ea typeface="Segoe UI" pitchFamily="34" charset="0"/>
                <a:cs typeface="Segoe UI" pitchFamily="34" charset="0"/>
              </a:rPr>
              <a:t>Items</a:t>
            </a:r>
          </a:p>
          <a:p>
            <a:pPr marL="800083" lvl="1" indent="-342900" defTabSz="932472" fontAlgn="base">
              <a:spcBef>
                <a:spcPct val="0"/>
              </a:spcBef>
              <a:spcAft>
                <a:spcPct val="0"/>
              </a:spcAft>
              <a:buFontTx/>
              <a:buChar char="-"/>
            </a:pPr>
            <a:r>
              <a:rPr lang="en-US" sz="1600" dirty="0">
                <a:solidFill>
                  <a:srgbClr val="FFFFFF"/>
                </a:solidFill>
                <a:ea typeface="Segoe UI" pitchFamily="34" charset="0"/>
                <a:cs typeface="Segoe UI" pitchFamily="34" charset="0"/>
              </a:rPr>
              <a:t>Price</a:t>
            </a:r>
          </a:p>
          <a:p>
            <a:pPr marL="800083" lvl="1" indent="-342900" defTabSz="932472" fontAlgn="base">
              <a:spcBef>
                <a:spcPct val="0"/>
              </a:spcBef>
              <a:spcAft>
                <a:spcPct val="0"/>
              </a:spcAft>
              <a:buFontTx/>
              <a:buChar char="-"/>
            </a:pPr>
            <a:r>
              <a:rPr lang="en-US" sz="1600" dirty="0">
                <a:solidFill>
                  <a:srgbClr val="FFFFFF"/>
                </a:solidFill>
                <a:ea typeface="Segoe UI" pitchFamily="34" charset="0"/>
                <a:cs typeface="Segoe UI" pitchFamily="34" charset="0"/>
              </a:rPr>
              <a:t>Description</a:t>
            </a:r>
          </a:p>
        </p:txBody>
      </p:sp>
      <p:cxnSp>
        <p:nvCxnSpPr>
          <p:cNvPr id="9" name="Straight Arrow Connector 8">
            <a:extLst>
              <a:ext uri="{FF2B5EF4-FFF2-40B4-BE49-F238E27FC236}">
                <a16:creationId xmlns:a16="http://schemas.microsoft.com/office/drawing/2014/main" id="{7C018BC0-8699-D87A-3B27-35F4FAB91593}"/>
              </a:ext>
            </a:extLst>
          </p:cNvPr>
          <p:cNvCxnSpPr>
            <a:cxnSpLocks/>
            <a:stCxn id="6" idx="1"/>
            <a:endCxn id="5" idx="3"/>
          </p:cNvCxnSpPr>
          <p:nvPr/>
        </p:nvCxnSpPr>
        <p:spPr>
          <a:xfrm flipH="1" flipV="1">
            <a:off x="7538244" y="5488214"/>
            <a:ext cx="1076666" cy="1"/>
          </a:xfrm>
          <a:prstGeom prst="straightConnector1">
            <a:avLst/>
          </a:prstGeom>
          <a:ln w="41275">
            <a:solidFill>
              <a:schemeClr val="tx1"/>
            </a:solidFill>
            <a:prstDash val="dash"/>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B25B2E5-4469-5ED0-4103-B77310E4C185}"/>
              </a:ext>
            </a:extLst>
          </p:cNvPr>
          <p:cNvCxnSpPr>
            <a:stCxn id="4" idx="3"/>
            <a:endCxn id="5" idx="1"/>
          </p:cNvCxnSpPr>
          <p:nvPr/>
        </p:nvCxnSpPr>
        <p:spPr>
          <a:xfrm>
            <a:off x="3473449" y="5488214"/>
            <a:ext cx="1076667" cy="0"/>
          </a:xfrm>
          <a:prstGeom prst="straightConnector1">
            <a:avLst/>
          </a:prstGeom>
          <a:ln w="41275">
            <a:solidFill>
              <a:schemeClr val="tx1"/>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91318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9A711-AE70-4A42-2152-0BFE88EE001F}"/>
              </a:ext>
            </a:extLst>
          </p:cNvPr>
          <p:cNvSpPr>
            <a:spLocks noGrp="1"/>
          </p:cNvSpPr>
          <p:nvPr>
            <p:ph type="title"/>
          </p:nvPr>
        </p:nvSpPr>
        <p:spPr>
          <a:xfrm>
            <a:off x="588263" y="457200"/>
            <a:ext cx="11018520" cy="553998"/>
          </a:xfrm>
        </p:spPr>
        <p:txBody>
          <a:bodyPr/>
          <a:lstStyle/>
          <a:p>
            <a:r>
              <a:rPr lang="en-US"/>
              <a:t>Data Partitioning</a:t>
            </a:r>
          </a:p>
        </p:txBody>
      </p:sp>
      <p:sp>
        <p:nvSpPr>
          <p:cNvPr id="3" name="Content Placeholder 2">
            <a:extLst>
              <a:ext uri="{FF2B5EF4-FFF2-40B4-BE49-F238E27FC236}">
                <a16:creationId xmlns:a16="http://schemas.microsoft.com/office/drawing/2014/main" id="{B36F409A-82A4-C681-A1C5-D191389D21F5}"/>
              </a:ext>
            </a:extLst>
          </p:cNvPr>
          <p:cNvSpPr>
            <a:spLocks noGrp="1"/>
          </p:cNvSpPr>
          <p:nvPr>
            <p:ph sz="quarter" idx="10"/>
          </p:nvPr>
        </p:nvSpPr>
        <p:spPr>
          <a:xfrm>
            <a:off x="584200" y="1435100"/>
            <a:ext cx="11018838" cy="4284250"/>
          </a:xfrm>
        </p:spPr>
        <p:txBody>
          <a:bodyPr/>
          <a:lstStyle/>
          <a:p>
            <a:r>
              <a:rPr lang="en-US"/>
              <a:t>Partitions exist within all containers</a:t>
            </a:r>
          </a:p>
          <a:p>
            <a:r>
              <a:rPr lang="en-US"/>
              <a:t>Partition Key Path is defined at the container level</a:t>
            </a:r>
          </a:p>
          <a:p>
            <a:r>
              <a:rPr lang="en-US"/>
              <a:t>Used by Cosmos to distribute data for scale and throughput</a:t>
            </a:r>
          </a:p>
          <a:p>
            <a:r>
              <a:rPr lang="en-US"/>
              <a:t>Physical Partitions</a:t>
            </a:r>
          </a:p>
          <a:p>
            <a:pPr lvl="1"/>
            <a:r>
              <a:rPr lang="en-US"/>
              <a:t>Defined limits of throughput and data size</a:t>
            </a:r>
          </a:p>
          <a:p>
            <a:pPr lvl="1"/>
            <a:r>
              <a:rPr lang="en-US"/>
              <a:t>Managed internally by Cosmos DB</a:t>
            </a:r>
          </a:p>
          <a:p>
            <a:r>
              <a:rPr lang="en-US"/>
              <a:t>Logical Partitions</a:t>
            </a:r>
          </a:p>
          <a:p>
            <a:pPr lvl="1"/>
            <a:r>
              <a:rPr lang="en-US"/>
              <a:t>Abstract units limited to 20 GB of data</a:t>
            </a:r>
          </a:p>
          <a:p>
            <a:pPr lvl="1"/>
            <a:r>
              <a:rPr lang="en-US"/>
              <a:t>Used by Cosmos DB to improve elasticity and management of physical partitions</a:t>
            </a:r>
          </a:p>
        </p:txBody>
      </p:sp>
    </p:spTree>
    <p:extLst>
      <p:ext uri="{BB962C8B-B14F-4D97-AF65-F5344CB8AC3E}">
        <p14:creationId xmlns:p14="http://schemas.microsoft.com/office/powerpoint/2010/main" val="4050638176"/>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Partition Key Selection</a:t>
            </a:r>
          </a:p>
        </p:txBody>
      </p:sp>
      <p:sp>
        <p:nvSpPr>
          <p:cNvPr id="3" name="Content Placeholder 2"/>
          <p:cNvSpPr>
            <a:spLocks noGrp="1"/>
          </p:cNvSpPr>
          <p:nvPr>
            <p:ph sz="quarter" idx="10"/>
          </p:nvPr>
        </p:nvSpPr>
        <p:spPr>
          <a:xfrm>
            <a:off x="584200" y="1435100"/>
            <a:ext cx="11018838" cy="4024179"/>
          </a:xfrm>
        </p:spPr>
        <p:txBody>
          <a:bodyPr wrap="square"/>
          <a:lstStyle/>
          <a:p>
            <a:r>
              <a:rPr lang="en-US" dirty="0"/>
              <a:t>P</a:t>
            </a:r>
            <a:r>
              <a:rPr dirty="0"/>
              <a:t>artition key</a:t>
            </a:r>
            <a:r>
              <a:rPr lang="en-US" dirty="0"/>
              <a:t> path required at container creation</a:t>
            </a:r>
            <a:endParaRPr dirty="0"/>
          </a:p>
          <a:p>
            <a:r>
              <a:rPr lang="en-US" dirty="0"/>
              <a:t>Choose partition keys with h</a:t>
            </a:r>
            <a:r>
              <a:rPr dirty="0"/>
              <a:t>igh cardinality</a:t>
            </a:r>
            <a:r>
              <a:rPr lang="en-US" dirty="0"/>
              <a:t>: many unique values</a:t>
            </a:r>
            <a:endParaRPr dirty="0"/>
          </a:p>
          <a:p>
            <a:r>
              <a:rPr lang="en-US" dirty="0"/>
              <a:t>Write heavy workloads: target even write distribution</a:t>
            </a:r>
          </a:p>
          <a:p>
            <a:r>
              <a:rPr lang="en-US" dirty="0"/>
              <a:t>Read heavy workloads: s</a:t>
            </a:r>
            <a:r>
              <a:rPr dirty="0"/>
              <a:t>cope most queries to a single partition</a:t>
            </a:r>
          </a:p>
          <a:p>
            <a:r>
              <a:rPr dirty="0"/>
              <a:t>Partitioning involves tradeoffs</a:t>
            </a:r>
            <a:endParaRPr lang="en-US" dirty="0"/>
          </a:p>
          <a:p>
            <a:pPr lvl="1"/>
            <a:r>
              <a:rPr lang="en-US" dirty="0"/>
              <a:t>O</a:t>
            </a:r>
            <a:r>
              <a:rPr dirty="0"/>
              <a:t>ptimizing for writes can hurt reads, and vice versa</a:t>
            </a:r>
            <a:endParaRPr lang="en-US" dirty="0"/>
          </a:p>
          <a:p>
            <a:pPr lvl="1"/>
            <a:r>
              <a:rPr lang="en-US" dirty="0"/>
              <a:t>Focus on dominant use cases</a:t>
            </a:r>
            <a:endParaRPr dirty="0"/>
          </a:p>
          <a:p>
            <a:r>
              <a:rPr lang="en-US" dirty="0"/>
              <a:t>Validation o</a:t>
            </a:r>
            <a:r>
              <a:rPr dirty="0"/>
              <a:t>ften requires testing under loa</a:t>
            </a:r>
            <a:r>
              <a:rPr lang="en-US" dirty="0"/>
              <a:t>d</a:t>
            </a:r>
            <a:endParaRPr dirty="0"/>
          </a:p>
        </p:txBody>
      </p:sp>
    </p:spTree>
  </p:cSld>
  <p:clrMapOvr>
    <a:masterClrMapping/>
  </p:clrMapOvr>
  <p:extLst>
    <p:ext uri="{6950BFC3-D8DA-4A85-94F7-54DA5524770B}">
      <p188:commentRel xmlns:p188="http://schemas.microsoft.com/office/powerpoint/2018/8/main" r:id="rId2"/>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Hot Partitions</a:t>
            </a:r>
          </a:p>
        </p:txBody>
      </p:sp>
      <p:sp>
        <p:nvSpPr>
          <p:cNvPr id="3" name="Content Placeholder 2"/>
          <p:cNvSpPr>
            <a:spLocks noGrp="1"/>
          </p:cNvSpPr>
          <p:nvPr>
            <p:ph sz="quarter" idx="10"/>
          </p:nvPr>
        </p:nvSpPr>
        <p:spPr>
          <a:xfrm>
            <a:off x="584200" y="1435100"/>
            <a:ext cx="11018838" cy="3988784"/>
          </a:xfrm>
        </p:spPr>
        <p:txBody>
          <a:bodyPr wrap="square"/>
          <a:lstStyle/>
          <a:p>
            <a:r>
              <a:rPr lang="en-US" dirty="0"/>
              <a:t>Reads or writes</a:t>
            </a:r>
            <a:r>
              <a:rPr dirty="0"/>
              <a:t> concentrate </a:t>
            </a:r>
            <a:r>
              <a:rPr lang="en-US" dirty="0"/>
              <a:t>within a</a:t>
            </a:r>
            <a:r>
              <a:rPr dirty="0"/>
              <a:t> single </a:t>
            </a:r>
            <a:r>
              <a:rPr lang="en-US" dirty="0"/>
              <a:t>physical </a:t>
            </a:r>
            <a:r>
              <a:rPr dirty="0"/>
              <a:t>partition</a:t>
            </a:r>
          </a:p>
          <a:p>
            <a:pPr lvl="1"/>
            <a:r>
              <a:rPr lang="en-US" dirty="0"/>
              <a:t>Container has more RU available</a:t>
            </a:r>
          </a:p>
          <a:p>
            <a:pPr lvl="1"/>
            <a:r>
              <a:rPr dirty="0"/>
              <a:t>Throughput is capped at one partition</a:t>
            </a:r>
          </a:p>
          <a:p>
            <a:pPr lvl="1"/>
            <a:r>
              <a:rPr lang="en-US" dirty="0"/>
              <a:t>Often occurs with single partition key value, but close values may also be grouped together</a:t>
            </a:r>
          </a:p>
          <a:p>
            <a:r>
              <a:rPr dirty="0"/>
              <a:t>Classic example: date partition key for real-time event writes</a:t>
            </a:r>
            <a:endParaRPr lang="en-US" dirty="0"/>
          </a:p>
          <a:p>
            <a:pPr lvl="1"/>
            <a:r>
              <a:rPr lang="en-US" dirty="0"/>
              <a:t>Synthetic keys made up from multiple values can be used instead</a:t>
            </a:r>
            <a:endParaRPr dirty="0"/>
          </a:p>
          <a:p>
            <a:r>
              <a:rPr dirty="0"/>
              <a:t>Hierarchical partition keys (HPK) combine up to three properties</a:t>
            </a:r>
          </a:p>
          <a:p>
            <a:pPr lvl="1"/>
            <a:r>
              <a:rPr dirty="0"/>
              <a:t>Example: /</a:t>
            </a:r>
            <a:r>
              <a:rPr dirty="0" err="1"/>
              <a:t>customerId</a:t>
            </a:r>
            <a:r>
              <a:rPr dirty="0"/>
              <a:t> + /</a:t>
            </a:r>
            <a:r>
              <a:rPr dirty="0" err="1"/>
              <a:t>orderDate</a:t>
            </a:r>
            <a:endParaRPr dirty="0"/>
          </a:p>
          <a:p>
            <a:pPr lvl="1"/>
            <a:r>
              <a:rPr dirty="0"/>
              <a:t>Spread load while keeping related items together for partition-scoped queries</a:t>
            </a:r>
          </a:p>
        </p:txBody>
      </p:sp>
    </p:spTree>
  </p:cSld>
  <p:clrMapOvr>
    <a:masterClrMapping/>
  </p:clrMapOvr>
  <p:extLst>
    <p:ext uri="{6950BFC3-D8DA-4A85-94F7-54DA5524770B}">
      <p188:commentRel xmlns:p188="http://schemas.microsoft.com/office/powerpoint/2018/8/main" r:id="rId2"/>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Data Modeling / Partition Keys</a:t>
            </a:r>
          </a:p>
        </p:txBody>
      </p:sp>
      <p:sp>
        <p:nvSpPr>
          <p:cNvPr id="3" name="Text Placeholder 2"/>
          <p:cNvSpPr>
            <a:spLocks noGrp="1"/>
          </p:cNvSpPr>
          <p:nvPr>
            <p:ph type="body" sz="quarter" idx="12"/>
          </p:nvPr>
        </p:nvSpPr>
        <p:spPr/>
        <p:txBody>
          <a:bodyPr/>
          <a:lstStyle/>
          <a:p>
            <a:r>
              <a:t>1E • 60 min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cs typeface="Segoe UI"/>
              </a:rPr>
              <a:t>Replication and Security</a:t>
            </a:r>
          </a:p>
        </p:txBody>
      </p:sp>
      <p:sp>
        <p:nvSpPr>
          <p:cNvPr id="3" name="Text Placeholder 2"/>
          <p:cNvSpPr>
            <a:spLocks noGrp="1"/>
          </p:cNvSpPr>
          <p:nvPr>
            <p:ph type="body" sz="quarter" idx="12"/>
          </p:nvPr>
        </p:nvSpPr>
        <p:spPr/>
        <p:txBody>
          <a:bodyPr/>
          <a:lstStyle/>
          <a:p>
            <a:r>
              <a:t>Global distribution, consistency, and Azure RBAC</a:t>
            </a:r>
          </a:p>
        </p:txBody>
      </p:sp>
    </p:spTree>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Multi-Region Replication</a:t>
            </a:r>
          </a:p>
        </p:txBody>
      </p:sp>
      <p:sp>
        <p:nvSpPr>
          <p:cNvPr id="3" name="Content Placeholder 2"/>
          <p:cNvSpPr>
            <a:spLocks noGrp="1"/>
          </p:cNvSpPr>
          <p:nvPr>
            <p:ph sz="quarter" idx="10"/>
          </p:nvPr>
        </p:nvSpPr>
        <p:spPr/>
        <p:txBody>
          <a:bodyPr wrap="square"/>
          <a:lstStyle/>
          <a:p>
            <a:r>
              <a:t>Accounts can be configured as multi-region for global distribution</a:t>
            </a:r>
          </a:p>
          <a:p>
            <a:r>
              <a:t>Data is transparently replicated to all configured regions</a:t>
            </a:r>
          </a:p>
          <a:p>
            <a:r>
              <a:t>Options for single or multiple write regions</a:t>
            </a:r>
          </a:p>
          <a:p>
            <a:r>
              <a:t>Use PreferredLocations on the client to steer reads to the nearest region for low latency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EB109-F588-9CAF-CA56-71907951437A}"/>
              </a:ext>
            </a:extLst>
          </p:cNvPr>
          <p:cNvSpPr>
            <a:spLocks noGrp="1"/>
          </p:cNvSpPr>
          <p:nvPr>
            <p:ph type="title"/>
          </p:nvPr>
        </p:nvSpPr>
        <p:spPr/>
        <p:txBody>
          <a:bodyPr/>
          <a:lstStyle/>
          <a:p>
            <a:pPr lvl="0"/>
            <a:r>
              <a:rPr lang="en-US"/>
              <a:t>Consistency Levels</a:t>
            </a:r>
          </a:p>
        </p:txBody>
      </p:sp>
      <p:sp>
        <p:nvSpPr>
          <p:cNvPr id="5" name="Text Placeholder 4">
            <a:extLst>
              <a:ext uri="{FF2B5EF4-FFF2-40B4-BE49-F238E27FC236}">
                <a16:creationId xmlns:a16="http://schemas.microsoft.com/office/drawing/2014/main" id="{4E33CB8E-B310-758F-F192-928CEBBE4F5B}"/>
              </a:ext>
            </a:extLst>
          </p:cNvPr>
          <p:cNvSpPr>
            <a:spLocks noGrp="1"/>
          </p:cNvSpPr>
          <p:nvPr>
            <p:ph type="body" sz="quarter" idx="16"/>
          </p:nvPr>
        </p:nvSpPr>
        <p:spPr>
          <a:xfrm>
            <a:off x="584200" y="4464894"/>
            <a:ext cx="1965960" cy="246221"/>
          </a:xfrm>
        </p:spPr>
        <p:txBody>
          <a:bodyPr/>
          <a:lstStyle/>
          <a:p>
            <a:pPr algn="ctr"/>
            <a:r>
              <a:rPr lang="en-US"/>
              <a:t>Strong</a:t>
            </a:r>
          </a:p>
        </p:txBody>
      </p:sp>
      <p:sp>
        <p:nvSpPr>
          <p:cNvPr id="6" name="Text Placeholder 5">
            <a:extLst>
              <a:ext uri="{FF2B5EF4-FFF2-40B4-BE49-F238E27FC236}">
                <a16:creationId xmlns:a16="http://schemas.microsoft.com/office/drawing/2014/main" id="{32C4473F-93C5-E46B-3427-30CBF62FB97C}"/>
              </a:ext>
            </a:extLst>
          </p:cNvPr>
          <p:cNvSpPr>
            <a:spLocks noGrp="1"/>
          </p:cNvSpPr>
          <p:nvPr>
            <p:ph type="body" sz="quarter" idx="17"/>
          </p:nvPr>
        </p:nvSpPr>
        <p:spPr>
          <a:xfrm>
            <a:off x="2849007" y="4464894"/>
            <a:ext cx="1965960" cy="246221"/>
          </a:xfrm>
        </p:spPr>
        <p:txBody>
          <a:bodyPr/>
          <a:lstStyle/>
          <a:p>
            <a:pPr algn="ctr"/>
            <a:r>
              <a:rPr lang="en-US"/>
              <a:t>Bounded Staleness</a:t>
            </a:r>
          </a:p>
        </p:txBody>
      </p:sp>
      <p:sp>
        <p:nvSpPr>
          <p:cNvPr id="7" name="Text Placeholder 6">
            <a:extLst>
              <a:ext uri="{FF2B5EF4-FFF2-40B4-BE49-F238E27FC236}">
                <a16:creationId xmlns:a16="http://schemas.microsoft.com/office/drawing/2014/main" id="{5AD46A4E-BAA5-7724-A988-B1ACED69AB76}"/>
              </a:ext>
            </a:extLst>
          </p:cNvPr>
          <p:cNvSpPr>
            <a:spLocks noGrp="1"/>
          </p:cNvSpPr>
          <p:nvPr>
            <p:ph type="body" sz="quarter" idx="18"/>
          </p:nvPr>
        </p:nvSpPr>
        <p:spPr>
          <a:xfrm>
            <a:off x="5113814" y="4464894"/>
            <a:ext cx="1965960" cy="246221"/>
          </a:xfrm>
        </p:spPr>
        <p:txBody>
          <a:bodyPr/>
          <a:lstStyle/>
          <a:p>
            <a:pPr algn="ctr"/>
            <a:r>
              <a:rPr lang="en-US"/>
              <a:t>Session (default)</a:t>
            </a:r>
          </a:p>
        </p:txBody>
      </p:sp>
      <p:sp>
        <p:nvSpPr>
          <p:cNvPr id="9" name="Text Placeholder 8">
            <a:extLst>
              <a:ext uri="{FF2B5EF4-FFF2-40B4-BE49-F238E27FC236}">
                <a16:creationId xmlns:a16="http://schemas.microsoft.com/office/drawing/2014/main" id="{914924EB-2238-0C21-BCBF-9766668A1C53}"/>
              </a:ext>
            </a:extLst>
          </p:cNvPr>
          <p:cNvSpPr>
            <a:spLocks noGrp="1"/>
          </p:cNvSpPr>
          <p:nvPr>
            <p:ph type="body" sz="quarter" idx="20"/>
          </p:nvPr>
        </p:nvSpPr>
        <p:spPr>
          <a:xfrm>
            <a:off x="7378621" y="4464894"/>
            <a:ext cx="1965960" cy="246221"/>
          </a:xfrm>
        </p:spPr>
        <p:txBody>
          <a:bodyPr/>
          <a:lstStyle/>
          <a:p>
            <a:pPr algn="ctr"/>
            <a:r>
              <a:rPr lang="en-US"/>
              <a:t>Consistent Prefix</a:t>
            </a:r>
          </a:p>
        </p:txBody>
      </p:sp>
      <p:sp>
        <p:nvSpPr>
          <p:cNvPr id="11" name="Text Placeholder 10">
            <a:extLst>
              <a:ext uri="{FF2B5EF4-FFF2-40B4-BE49-F238E27FC236}">
                <a16:creationId xmlns:a16="http://schemas.microsoft.com/office/drawing/2014/main" id="{B006A7AC-47AF-A7D6-5A5F-BDA88F6E1A51}"/>
              </a:ext>
            </a:extLst>
          </p:cNvPr>
          <p:cNvSpPr>
            <a:spLocks noGrp="1"/>
          </p:cNvSpPr>
          <p:nvPr>
            <p:ph type="body" sz="quarter" idx="22"/>
          </p:nvPr>
        </p:nvSpPr>
        <p:spPr>
          <a:xfrm>
            <a:off x="9643428" y="4464894"/>
            <a:ext cx="1965960" cy="246221"/>
          </a:xfrm>
        </p:spPr>
        <p:txBody>
          <a:bodyPr/>
          <a:lstStyle/>
          <a:p>
            <a:pPr algn="ctr"/>
            <a:r>
              <a:rPr lang="en-US"/>
              <a:t>Eventual</a:t>
            </a:r>
          </a:p>
        </p:txBody>
      </p:sp>
      <p:sp>
        <p:nvSpPr>
          <p:cNvPr id="13" name="Arrow: Right 12">
            <a:extLst>
              <a:ext uri="{FF2B5EF4-FFF2-40B4-BE49-F238E27FC236}">
                <a16:creationId xmlns:a16="http://schemas.microsoft.com/office/drawing/2014/main" id="{F5DBF4F1-0780-96C4-08F4-0B42DCCBFB54}"/>
              </a:ext>
            </a:extLst>
          </p:cNvPr>
          <p:cNvSpPr/>
          <p:nvPr/>
        </p:nvSpPr>
        <p:spPr bwMode="auto">
          <a:xfrm>
            <a:off x="645557" y="5486400"/>
            <a:ext cx="11018520" cy="977607"/>
          </a:xfrm>
          <a:prstGeom prst="rightArrow">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0800000" scaled="0"/>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a:solidFill>
                  <a:srgbClr val="FFFFFF"/>
                </a:solidFill>
                <a:ea typeface="Segoe UI" pitchFamily="34" charset="0"/>
                <a:cs typeface="Segoe UI" pitchFamily="34" charset="0"/>
              </a:rPr>
              <a:t>Higher availability, lower latency, higher throughput</a:t>
            </a:r>
          </a:p>
        </p:txBody>
      </p:sp>
      <p:sp>
        <p:nvSpPr>
          <p:cNvPr id="14" name="TextBox 13">
            <a:extLst>
              <a:ext uri="{FF2B5EF4-FFF2-40B4-BE49-F238E27FC236}">
                <a16:creationId xmlns:a16="http://schemas.microsoft.com/office/drawing/2014/main" id="{A6BCFF37-36DE-26E8-335C-0608894A8265}"/>
              </a:ext>
            </a:extLst>
          </p:cNvPr>
          <p:cNvSpPr txBox="1"/>
          <p:nvPr/>
        </p:nvSpPr>
        <p:spPr>
          <a:xfrm>
            <a:off x="645557" y="5216714"/>
            <a:ext cx="2287486" cy="276999"/>
          </a:xfrm>
          <a:prstGeom prst="rect">
            <a:avLst/>
          </a:prstGeom>
          <a:noFill/>
        </p:spPr>
        <p:txBody>
          <a:bodyPr wrap="none" lIns="0" tIns="0" rIns="0" bIns="0" rtlCol="0">
            <a:spAutoFit/>
          </a:bodyPr>
          <a:lstStyle/>
          <a:p>
            <a:pPr algn="l"/>
            <a:r>
              <a:rPr lang="en-US" sz="1800" b="1"/>
              <a:t>Stronger Consistency</a:t>
            </a:r>
            <a:endParaRPr lang="en-US" sz="2000" b="1"/>
          </a:p>
        </p:txBody>
      </p:sp>
      <p:sp>
        <p:nvSpPr>
          <p:cNvPr id="15" name="TextBox 14">
            <a:extLst>
              <a:ext uri="{FF2B5EF4-FFF2-40B4-BE49-F238E27FC236}">
                <a16:creationId xmlns:a16="http://schemas.microsoft.com/office/drawing/2014/main" id="{770A9ACC-8C84-D60A-B791-99072A481E62}"/>
              </a:ext>
            </a:extLst>
          </p:cNvPr>
          <p:cNvSpPr txBox="1"/>
          <p:nvPr/>
        </p:nvSpPr>
        <p:spPr>
          <a:xfrm>
            <a:off x="9501626" y="5216713"/>
            <a:ext cx="2162451" cy="276999"/>
          </a:xfrm>
          <a:prstGeom prst="rect">
            <a:avLst/>
          </a:prstGeom>
          <a:noFill/>
        </p:spPr>
        <p:txBody>
          <a:bodyPr wrap="none" lIns="0" tIns="0" rIns="0" bIns="0" rtlCol="0">
            <a:spAutoFit/>
          </a:bodyPr>
          <a:lstStyle/>
          <a:p>
            <a:pPr algn="r"/>
            <a:r>
              <a:rPr lang="en-US" sz="1800" b="1"/>
              <a:t>Weaker Consistency</a:t>
            </a:r>
            <a:endParaRPr lang="en-US" sz="2000" b="1"/>
          </a:p>
        </p:txBody>
      </p:sp>
      <p:cxnSp>
        <p:nvCxnSpPr>
          <p:cNvPr id="18" name="Straight Connector 17">
            <a:extLst>
              <a:ext uri="{FF2B5EF4-FFF2-40B4-BE49-F238E27FC236}">
                <a16:creationId xmlns:a16="http://schemas.microsoft.com/office/drawing/2014/main" id="{BC66D6C0-9680-1040-CAC1-C9EEB3F8C19D}"/>
              </a:ext>
            </a:extLst>
          </p:cNvPr>
          <p:cNvCxnSpPr>
            <a:cxnSpLocks/>
          </p:cNvCxnSpPr>
          <p:nvPr/>
        </p:nvCxnSpPr>
        <p:spPr>
          <a:xfrm>
            <a:off x="2699584" y="4269697"/>
            <a:ext cx="0" cy="660585"/>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1E9C5D5-37EE-179B-1A4B-6EB981440438}"/>
              </a:ext>
            </a:extLst>
          </p:cNvPr>
          <p:cNvCxnSpPr>
            <a:cxnSpLocks/>
          </p:cNvCxnSpPr>
          <p:nvPr/>
        </p:nvCxnSpPr>
        <p:spPr>
          <a:xfrm>
            <a:off x="4964391" y="4269697"/>
            <a:ext cx="0" cy="660585"/>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E3A65AD-245A-307E-7793-B1B1A1741F0B}"/>
              </a:ext>
            </a:extLst>
          </p:cNvPr>
          <p:cNvCxnSpPr>
            <a:cxnSpLocks/>
          </p:cNvCxnSpPr>
          <p:nvPr/>
        </p:nvCxnSpPr>
        <p:spPr>
          <a:xfrm>
            <a:off x="7229198" y="4269697"/>
            <a:ext cx="0" cy="660585"/>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D359FFD-3001-2DE8-1080-070635325ABE}"/>
              </a:ext>
            </a:extLst>
          </p:cNvPr>
          <p:cNvCxnSpPr>
            <a:cxnSpLocks/>
          </p:cNvCxnSpPr>
          <p:nvPr/>
        </p:nvCxnSpPr>
        <p:spPr>
          <a:xfrm>
            <a:off x="9494005" y="4269697"/>
            <a:ext cx="0" cy="660585"/>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6" name="Content Placeholder 2">
            <a:extLst>
              <a:ext uri="{FF2B5EF4-FFF2-40B4-BE49-F238E27FC236}">
                <a16:creationId xmlns:a16="http://schemas.microsoft.com/office/drawing/2014/main" id="{D5E393CA-4144-B8F5-6430-E997EE9CBD1A}"/>
              </a:ext>
            </a:extLst>
          </p:cNvPr>
          <p:cNvSpPr txBox="1">
            <a:spLocks/>
          </p:cNvSpPr>
          <p:nvPr/>
        </p:nvSpPr>
        <p:spPr>
          <a:xfrm>
            <a:off x="584200" y="1435100"/>
            <a:ext cx="11018838" cy="2357568"/>
          </a:xfrm>
          <a:prstGeom prst="rect">
            <a:avLst/>
          </a:prstGeom>
        </p:spPr>
        <p:txBody>
          <a:bodyPr wrap="square"/>
          <a:lstStyle>
            <a:lvl1pPr marL="228600" marR="0" indent="-228600" algn="l" defTabSz="932742" rtl="0" eaLnBrk="1" fontAlgn="auto" latinLnBrk="0" hangingPunct="1">
              <a:lnSpc>
                <a:spcPct val="100000"/>
              </a:lnSpc>
              <a:spcBef>
                <a:spcPct val="20000"/>
              </a:spcBef>
              <a:spcAft>
                <a:spcPts val="30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640080" marR="0" indent="-228600" algn="l" defTabSz="932742" rtl="0" eaLnBrk="1" fontAlgn="auto" latinLnBrk="0" hangingPunct="1">
              <a:lnSpc>
                <a:spcPct val="100000"/>
              </a:lnSpc>
              <a:spcBef>
                <a:spcPct val="20000"/>
              </a:spcBef>
              <a:spcAft>
                <a:spcPts val="30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914400" marR="0" indent="-200025" algn="l" defTabSz="932742" rtl="0" eaLnBrk="1" fontAlgn="auto" latinLnBrk="0" hangingPunct="1">
              <a:lnSpc>
                <a:spcPct val="100000"/>
              </a:lnSpc>
              <a:spcBef>
                <a:spcPct val="20000"/>
              </a:spcBef>
              <a:spcAft>
                <a:spcPts val="20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ctr"/>
            <a:r>
              <a:rPr lang="en-US" dirty="0"/>
              <a:t>Write replication is not instantaneous across regions</a:t>
            </a:r>
          </a:p>
          <a:p>
            <a:pPr lvl="1" fontAlgn="ctr"/>
            <a:r>
              <a:rPr lang="en-US" dirty="0"/>
              <a:t>Level determines what version of distributed data is read</a:t>
            </a:r>
          </a:p>
          <a:p>
            <a:pPr fontAlgn="ctr"/>
            <a:r>
              <a:rPr lang="en-US" dirty="0"/>
              <a:t>Default of Session is sufficient for most cases</a:t>
            </a:r>
          </a:p>
          <a:p>
            <a:pPr lvl="1"/>
            <a:r>
              <a:rPr lang="en-US" dirty="0"/>
              <a:t>Read-your-writes within a session</a:t>
            </a:r>
          </a:p>
          <a:p>
            <a:pPr lvl="1"/>
            <a:r>
              <a:rPr lang="en-US" dirty="0"/>
              <a:t>Good balance of performance and consistency</a:t>
            </a:r>
          </a:p>
          <a:p>
            <a:pPr lvl="1"/>
            <a:r>
              <a:rPr lang="en-US" dirty="0"/>
              <a:t>Override per request when a specific call needs a different level</a:t>
            </a:r>
          </a:p>
        </p:txBody>
      </p:sp>
    </p:spTree>
    <p:extLst>
      <p:ext uri="{BB962C8B-B14F-4D97-AF65-F5344CB8AC3E}">
        <p14:creationId xmlns:p14="http://schemas.microsoft.com/office/powerpoint/2010/main" val="342158136"/>
      </p:ext>
    </p:extLst>
  </p:cSld>
  <p:clrMapOvr>
    <a:masterClrMapping/>
  </p:clrMapOvr>
  <p:transition>
    <p:fade/>
  </p:transition>
  <p:extLst>
    <p:ext uri="{6950BFC3-D8DA-4A85-94F7-54DA5524770B}">
      <p188:commentRel xmlns:p188="http://schemas.microsoft.com/office/powerpoint/2018/8/main" r:id="rId2"/>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Azure RBAC for Cosmos DB</a:t>
            </a:r>
          </a:p>
        </p:txBody>
      </p:sp>
      <p:sp>
        <p:nvSpPr>
          <p:cNvPr id="3" name="Content Placeholder 2"/>
          <p:cNvSpPr>
            <a:spLocks noGrp="1"/>
          </p:cNvSpPr>
          <p:nvPr>
            <p:ph sz="quarter" idx="10"/>
          </p:nvPr>
        </p:nvSpPr>
        <p:spPr>
          <a:xfrm>
            <a:off x="584200" y="1435100"/>
            <a:ext cx="11018838" cy="3751796"/>
          </a:xfrm>
        </p:spPr>
        <p:txBody>
          <a:bodyPr wrap="square"/>
          <a:lstStyle/>
          <a:p>
            <a:r>
              <a:rPr lang="en-US" dirty="0"/>
              <a:t>Key authentication doesn't allow for fine grained authorization</a:t>
            </a:r>
          </a:p>
          <a:p>
            <a:r>
              <a:rPr lang="en-US" dirty="0"/>
              <a:t>Entra authentication enables RBAC for improved security</a:t>
            </a:r>
          </a:p>
          <a:p>
            <a:pPr lvl="1"/>
            <a:r>
              <a:rPr lang="en-US" dirty="0"/>
              <a:t>Centralized management</a:t>
            </a:r>
          </a:p>
          <a:p>
            <a:pPr lvl="1"/>
            <a:r>
              <a:rPr lang="en-US" dirty="0"/>
              <a:t>Per user auditing</a:t>
            </a:r>
          </a:p>
          <a:p>
            <a:pPr lvl="1"/>
            <a:r>
              <a:rPr lang="en-US" dirty="0"/>
              <a:t>Avoids complex key rotation processes</a:t>
            </a:r>
          </a:p>
          <a:p>
            <a:r>
              <a:rPr lang="en-US" dirty="0"/>
              <a:t>S</a:t>
            </a:r>
            <a:r>
              <a:rPr dirty="0"/>
              <a:t>eparates control plane (manage resources) </a:t>
            </a:r>
            <a:r>
              <a:rPr lang="en-US" dirty="0"/>
              <a:t>from </a:t>
            </a:r>
            <a:r>
              <a:rPr dirty="0"/>
              <a:t>data plane (access data)</a:t>
            </a:r>
            <a:endParaRPr lang="en-US" dirty="0"/>
          </a:p>
          <a:p>
            <a:r>
              <a:rPr lang="en-US" dirty="0"/>
              <a:t>Supports users, groups, service principals, and managed identities</a:t>
            </a:r>
            <a:endParaRPr dirty="0"/>
          </a:p>
        </p:txBody>
      </p:sp>
    </p:spTree>
  </p:cSld>
  <p:clrMapOvr>
    <a:masterClrMapping/>
  </p:clrMapOvr>
  <p:extLst>
    <p:ext uri="{6950BFC3-D8DA-4A85-94F7-54DA5524770B}">
      <p188:commentRel xmlns:p188="http://schemas.microsoft.com/office/powerpoint/2018/8/main" r:id="rId2"/>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A6AAA-88E7-25BB-C30D-5F3388ED1C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6C698-A38D-20E0-1BB8-B3364C92B736}"/>
              </a:ext>
            </a:extLst>
          </p:cNvPr>
          <p:cNvSpPr>
            <a:spLocks noGrp="1"/>
          </p:cNvSpPr>
          <p:nvPr>
            <p:ph type="title"/>
          </p:nvPr>
        </p:nvSpPr>
        <p:spPr/>
        <p:txBody>
          <a:bodyPr>
            <a:normAutofit/>
          </a:bodyPr>
          <a:lstStyle/>
          <a:p>
            <a:pPr lvl="0"/>
            <a:r>
              <a:rPr lang="en-US"/>
              <a:t>Control Plane RBAC</a:t>
            </a:r>
          </a:p>
        </p:txBody>
      </p:sp>
      <p:sp>
        <p:nvSpPr>
          <p:cNvPr id="3" name="Text Placeholder 2">
            <a:extLst>
              <a:ext uri="{FF2B5EF4-FFF2-40B4-BE49-F238E27FC236}">
                <a16:creationId xmlns:a16="http://schemas.microsoft.com/office/drawing/2014/main" id="{90DD11F9-390D-9B64-E4BE-6E7501EA9B71}"/>
              </a:ext>
            </a:extLst>
          </p:cNvPr>
          <p:cNvSpPr>
            <a:spLocks noGrp="1"/>
          </p:cNvSpPr>
          <p:nvPr>
            <p:ph sz="quarter" idx="10"/>
          </p:nvPr>
        </p:nvSpPr>
        <p:spPr>
          <a:xfrm>
            <a:off x="584200" y="1435100"/>
            <a:ext cx="11018838" cy="5359929"/>
          </a:xfrm>
        </p:spPr>
        <p:txBody>
          <a:bodyPr/>
          <a:lstStyle/>
          <a:p>
            <a:r>
              <a:rPr lang="en-US" dirty="0"/>
              <a:t>Allows access to accounts, not data within them</a:t>
            </a:r>
          </a:p>
          <a:p>
            <a:r>
              <a:rPr lang="en-US" dirty="0"/>
              <a:t>Managed from:</a:t>
            </a:r>
          </a:p>
          <a:p>
            <a:pPr lvl="1"/>
            <a:r>
              <a:rPr lang="en-US" dirty="0"/>
              <a:t>Azure Portal, CLI, </a:t>
            </a:r>
            <a:r>
              <a:rPr lang="en-US" dirty="0" err="1"/>
              <a:t>Powershell</a:t>
            </a:r>
            <a:endParaRPr lang="en-US" dirty="0"/>
          </a:p>
          <a:p>
            <a:pPr lvl="1"/>
            <a:r>
              <a:rPr lang="en-US" dirty="0"/>
              <a:t>Azure Management SDKs and REST</a:t>
            </a:r>
          </a:p>
          <a:p>
            <a:pPr lvl="1"/>
            <a:r>
              <a:rPr lang="en-US" dirty="0"/>
              <a:t>Infrastructure-as-code: Bicep, Terraform, etc.</a:t>
            </a:r>
          </a:p>
          <a:p>
            <a:r>
              <a:rPr lang="en-US" dirty="0"/>
              <a:t>Inherited roles (subscription, resource group)</a:t>
            </a:r>
          </a:p>
          <a:p>
            <a:pPr lvl="1"/>
            <a:r>
              <a:rPr lang="en-US" dirty="0"/>
              <a:t>Owner</a:t>
            </a:r>
          </a:p>
          <a:p>
            <a:pPr lvl="1"/>
            <a:r>
              <a:rPr lang="en-US" dirty="0"/>
              <a:t>Contributor</a:t>
            </a:r>
          </a:p>
          <a:p>
            <a:r>
              <a:rPr lang="en-US" dirty="0"/>
              <a:t>Cosmos DB account roles</a:t>
            </a:r>
          </a:p>
          <a:p>
            <a:pPr lvl="1"/>
            <a:r>
              <a:rPr lang="en-US" dirty="0"/>
              <a:t>Cosmos DB Operator</a:t>
            </a:r>
          </a:p>
          <a:p>
            <a:pPr lvl="1"/>
            <a:r>
              <a:rPr lang="en-US" dirty="0"/>
              <a:t>Cosmos DB Account Reader Role </a:t>
            </a:r>
          </a:p>
          <a:p>
            <a:pPr lvl="1"/>
            <a:r>
              <a:rPr lang="en-US" dirty="0"/>
              <a:t>Others also available</a:t>
            </a:r>
          </a:p>
        </p:txBody>
      </p:sp>
    </p:spTree>
    <p:extLst>
      <p:ext uri="{BB962C8B-B14F-4D97-AF65-F5344CB8AC3E}">
        <p14:creationId xmlns:p14="http://schemas.microsoft.com/office/powerpoint/2010/main" val="4124665847"/>
      </p:ext>
    </p:extLst>
  </p:cSld>
  <p:clrMapOvr>
    <a:masterClrMapping/>
  </p:clrMapOvr>
  <p:transition>
    <p:fade/>
  </p:transition>
  <p:extLst>
    <p:ext uri="{6950BFC3-D8DA-4A85-94F7-54DA5524770B}">
      <p188:commentRel xmlns:p188="http://schemas.microsoft.com/office/powerpoint/2018/8/main" r:id="rId2"/>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144AE-6D82-6E81-D51B-63A97FB525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CAFE64-2271-F9FB-0C6E-5D335B3CDC46}"/>
              </a:ext>
            </a:extLst>
          </p:cNvPr>
          <p:cNvSpPr>
            <a:spLocks noGrp="1"/>
          </p:cNvSpPr>
          <p:nvPr>
            <p:ph type="title"/>
          </p:nvPr>
        </p:nvSpPr>
        <p:spPr/>
        <p:txBody>
          <a:bodyPr>
            <a:normAutofit/>
          </a:bodyPr>
          <a:lstStyle/>
          <a:p>
            <a:pPr lvl="0"/>
            <a:r>
              <a:rPr lang="en-US"/>
              <a:t>Data Plane RBAC</a:t>
            </a:r>
          </a:p>
        </p:txBody>
      </p:sp>
      <p:sp>
        <p:nvSpPr>
          <p:cNvPr id="3" name="Text Placeholder 2">
            <a:extLst>
              <a:ext uri="{FF2B5EF4-FFF2-40B4-BE49-F238E27FC236}">
                <a16:creationId xmlns:a16="http://schemas.microsoft.com/office/drawing/2014/main" id="{B5D225A5-DFF0-6799-7182-1F0C001229D9}"/>
              </a:ext>
            </a:extLst>
          </p:cNvPr>
          <p:cNvSpPr>
            <a:spLocks noGrp="1"/>
          </p:cNvSpPr>
          <p:nvPr>
            <p:ph sz="quarter" idx="10"/>
          </p:nvPr>
        </p:nvSpPr>
        <p:spPr>
          <a:xfrm>
            <a:off x="584200" y="1435100"/>
            <a:ext cx="11018838" cy="4431983"/>
          </a:xfrm>
        </p:spPr>
        <p:txBody>
          <a:bodyPr/>
          <a:lstStyle/>
          <a:p>
            <a:r>
              <a:rPr lang="en-US"/>
              <a:t>Allows access to data stored in Cosmos DB</a:t>
            </a:r>
          </a:p>
          <a:p>
            <a:r>
              <a:rPr lang="en-US"/>
              <a:t>Scoped to account, database, or container</a:t>
            </a:r>
          </a:p>
          <a:p>
            <a:r>
              <a:rPr lang="en-US"/>
              <a:t>Can’t be managed directly in Azure Portal</a:t>
            </a:r>
          </a:p>
          <a:p>
            <a:pPr lvl="1"/>
            <a:r>
              <a:rPr lang="en-US"/>
              <a:t>Assign via CLI / PowerShell / ARM</a:t>
            </a:r>
          </a:p>
          <a:p>
            <a:r>
              <a:rPr lang="en-US"/>
              <a:t>Built-in roles</a:t>
            </a:r>
          </a:p>
          <a:p>
            <a:pPr lvl="1"/>
            <a:r>
              <a:rPr lang="en-US"/>
              <a:t>Cosmos DB Built-in Data Contributor (full data access)</a:t>
            </a:r>
          </a:p>
          <a:p>
            <a:pPr lvl="1"/>
            <a:r>
              <a:rPr lang="en-US"/>
              <a:t>Cosmos DB Built-in Data Reader (read-only)</a:t>
            </a:r>
          </a:p>
          <a:p>
            <a:r>
              <a:rPr lang="en-US"/>
              <a:t>Custom roles</a:t>
            </a:r>
          </a:p>
          <a:p>
            <a:pPr lvl="1"/>
            <a:r>
              <a:rPr lang="en-US"/>
              <a:t>Build from sets of data actions permissions</a:t>
            </a:r>
          </a:p>
        </p:txBody>
      </p:sp>
    </p:spTree>
    <p:extLst>
      <p:ext uri="{BB962C8B-B14F-4D97-AF65-F5344CB8AC3E}">
        <p14:creationId xmlns:p14="http://schemas.microsoft.com/office/powerpoint/2010/main" val="235727146"/>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25E7-AC17-BE13-7A94-69972F05F4D2}"/>
              </a:ext>
            </a:extLst>
          </p:cNvPr>
          <p:cNvSpPr>
            <a:spLocks noGrp="1"/>
          </p:cNvSpPr>
          <p:nvPr>
            <p:ph type="title"/>
          </p:nvPr>
        </p:nvSpPr>
        <p:spPr/>
        <p:txBody>
          <a:bodyPr/>
          <a:lstStyle/>
          <a:p>
            <a:r>
              <a:rPr lang="en-US"/>
              <a:t>Assign Data Plane Access</a:t>
            </a:r>
          </a:p>
        </p:txBody>
      </p:sp>
      <p:sp>
        <p:nvSpPr>
          <p:cNvPr id="4" name="Text Placeholder 3">
            <a:extLst>
              <a:ext uri="{FF2B5EF4-FFF2-40B4-BE49-F238E27FC236}">
                <a16:creationId xmlns:a16="http://schemas.microsoft.com/office/drawing/2014/main" id="{D89B85E3-0021-7595-95E9-A572C623B49A}"/>
              </a:ext>
            </a:extLst>
          </p:cNvPr>
          <p:cNvSpPr>
            <a:spLocks noGrp="1"/>
          </p:cNvSpPr>
          <p:nvPr>
            <p:ph type="body" sz="quarter" idx="10"/>
          </p:nvPr>
        </p:nvSpPr>
        <p:spPr>
          <a:xfrm>
            <a:off x="586390" y="1230681"/>
            <a:ext cx="11018520" cy="815608"/>
          </a:xfrm>
        </p:spPr>
        <p:txBody>
          <a:bodyPr/>
          <a:lstStyle/>
          <a:p>
            <a:r>
              <a:rPr lang="en-US"/>
              <a:t>Reader = 00000000-0000-0000-0000-000000000001</a:t>
            </a:r>
          </a:p>
          <a:p>
            <a:r>
              <a:rPr lang="en-US"/>
              <a:t>Contributor = 00000000-0000-0000-0000-000000000002</a:t>
            </a:r>
          </a:p>
        </p:txBody>
      </p:sp>
      <p:sp>
        <p:nvSpPr>
          <p:cNvPr id="6" name="Text Placeholder 5">
            <a:extLst>
              <a:ext uri="{FF2B5EF4-FFF2-40B4-BE49-F238E27FC236}">
                <a16:creationId xmlns:a16="http://schemas.microsoft.com/office/drawing/2014/main" id="{02509BC4-DC8C-0450-782B-FF3B2D9E97F2}"/>
              </a:ext>
            </a:extLst>
          </p:cNvPr>
          <p:cNvSpPr>
            <a:spLocks noGrp="1"/>
          </p:cNvSpPr>
          <p:nvPr>
            <p:ph type="body" sz="quarter" idx="13"/>
          </p:nvPr>
        </p:nvSpPr>
        <p:spPr/>
        <p:txBody>
          <a:bodyPr/>
          <a:lstStyle/>
          <a:p>
            <a:r>
              <a:rPr lang="en-US"/>
              <a:t>AZ CLI</a:t>
            </a:r>
          </a:p>
        </p:txBody>
      </p:sp>
      <p:sp>
        <p:nvSpPr>
          <p:cNvPr id="5" name="Text Placeholder 4">
            <a:extLst>
              <a:ext uri="{FF2B5EF4-FFF2-40B4-BE49-F238E27FC236}">
                <a16:creationId xmlns:a16="http://schemas.microsoft.com/office/drawing/2014/main" id="{D06FE7D2-D373-715A-FAB1-CFB0443F1B4B}"/>
              </a:ext>
            </a:extLst>
          </p:cNvPr>
          <p:cNvSpPr>
            <a:spLocks noGrp="1"/>
          </p:cNvSpPr>
          <p:nvPr>
            <p:ph type="body" sz="quarter" idx="11"/>
          </p:nvPr>
        </p:nvSpPr>
        <p:spPr>
          <a:xfrm>
            <a:off x="586389" y="3491219"/>
            <a:ext cx="11018520" cy="2777683"/>
          </a:xfrm>
        </p:spPr>
        <p:txBody>
          <a:bodyPr/>
          <a:lstStyle/>
          <a:p>
            <a:r>
              <a:rPr lang="en-US" err="1"/>
              <a:t>az</a:t>
            </a:r>
            <a:r>
              <a:rPr lang="en-US"/>
              <a:t> </a:t>
            </a:r>
            <a:r>
              <a:rPr lang="en-US" err="1"/>
              <a:t>cosmosdb</a:t>
            </a:r>
            <a:r>
              <a:rPr lang="en-US"/>
              <a:t> </a:t>
            </a:r>
            <a:r>
              <a:rPr lang="en-US" err="1"/>
              <a:t>sql</a:t>
            </a:r>
            <a:r>
              <a:rPr lang="en-US"/>
              <a:t> role assignment create `</a:t>
            </a:r>
          </a:p>
          <a:p>
            <a:r>
              <a:rPr lang="en-US"/>
              <a:t>  --resource-group &lt;</a:t>
            </a:r>
            <a:r>
              <a:rPr lang="en-US" err="1"/>
              <a:t>resource_group</a:t>
            </a:r>
            <a:r>
              <a:rPr lang="en-US"/>
              <a:t>&gt; `</a:t>
            </a:r>
          </a:p>
          <a:p>
            <a:r>
              <a:rPr lang="en-US"/>
              <a:t>  --account-name &lt;</a:t>
            </a:r>
            <a:r>
              <a:rPr lang="en-US" err="1"/>
              <a:t>cosmos_acct</a:t>
            </a:r>
            <a:r>
              <a:rPr lang="en-US"/>
              <a:t>&gt; `</a:t>
            </a:r>
          </a:p>
          <a:p>
            <a:r>
              <a:rPr lang="en-US"/>
              <a:t>  --role-definition-id 00000000-0000-0000-0000-000000000002 `</a:t>
            </a:r>
          </a:p>
          <a:p>
            <a:r>
              <a:rPr lang="en-US"/>
              <a:t>  --principal-id &lt;</a:t>
            </a:r>
            <a:r>
              <a:rPr lang="en-US" err="1"/>
              <a:t>user_id</a:t>
            </a:r>
            <a:r>
              <a:rPr lang="en-US"/>
              <a:t>&gt; `</a:t>
            </a:r>
          </a:p>
          <a:p>
            <a:r>
              <a:rPr lang="en-US"/>
              <a:t>  --scope "/"</a:t>
            </a:r>
          </a:p>
        </p:txBody>
      </p:sp>
    </p:spTree>
    <p:extLst>
      <p:ext uri="{BB962C8B-B14F-4D97-AF65-F5344CB8AC3E}">
        <p14:creationId xmlns:p14="http://schemas.microsoft.com/office/powerpoint/2010/main" val="630059857"/>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Authentication Guidelines</a:t>
            </a:r>
          </a:p>
        </p:txBody>
      </p:sp>
      <p:sp>
        <p:nvSpPr>
          <p:cNvPr id="3" name="Content Placeholder 2"/>
          <p:cNvSpPr>
            <a:spLocks noGrp="1"/>
          </p:cNvSpPr>
          <p:nvPr>
            <p:ph sz="quarter" idx="10"/>
          </p:nvPr>
        </p:nvSpPr>
        <p:spPr>
          <a:xfrm>
            <a:off x="584200" y="1435100"/>
            <a:ext cx="11018838" cy="2765372"/>
          </a:xfrm>
        </p:spPr>
        <p:txBody>
          <a:bodyPr wrap="square"/>
          <a:lstStyle/>
          <a:p>
            <a:r>
              <a:t>Prefer managed identity authentication</a:t>
            </a:r>
          </a:p>
          <a:p>
            <a:r>
              <a:t>Treat account keys as a fallback only</a:t>
            </a:r>
            <a:r>
              <a:rPr lang="en-US"/>
              <a:t> or disable keys on account</a:t>
            </a:r>
            <a:endParaRPr/>
          </a:p>
          <a:p>
            <a:r>
              <a:t>Use </a:t>
            </a:r>
            <a:r>
              <a:rPr err="1"/>
              <a:t>DefaultAzureCredential</a:t>
            </a:r>
            <a:r>
              <a:t> for SDK auth</a:t>
            </a:r>
          </a:p>
          <a:p>
            <a:pPr lvl="1"/>
            <a:r>
              <a:t>Same code path works locally and when deployed in Azure</a:t>
            </a:r>
            <a:endParaRPr lang="en-US"/>
          </a:p>
          <a:p>
            <a:pPr lvl="1"/>
            <a:r>
              <a:rPr lang="en-US"/>
              <a:t>Supports IDEs, multiple command line tools, VM managed identity</a:t>
            </a:r>
            <a:endParaRPr/>
          </a:p>
          <a:p>
            <a:pPr lvl="1"/>
            <a:r>
              <a:t>No secrets to manage or rotate in app code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Monitoring and Troubleshooting</a:t>
            </a:r>
          </a:p>
        </p:txBody>
      </p:sp>
      <p:sp>
        <p:nvSpPr>
          <p:cNvPr id="3" name="Text Placeholder 2"/>
          <p:cNvSpPr>
            <a:spLocks noGrp="1"/>
          </p:cNvSpPr>
          <p:nvPr>
            <p:ph type="body" sz="quarter" idx="12"/>
          </p:nvPr>
        </p:nvSpPr>
        <p:spPr/>
        <p:txBody>
          <a:bodyPr/>
          <a:lstStyle/>
          <a:p>
            <a:r>
              <a:t>Errors, metrics, and diagnostics for production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Errors - 429: Too Many Requests</a:t>
            </a:r>
            <a:endParaRPr dirty="0"/>
          </a:p>
        </p:txBody>
      </p:sp>
      <p:sp>
        <p:nvSpPr>
          <p:cNvPr id="4" name="Text Placeholder 3">
            <a:extLst>
              <a:ext uri="{FF2B5EF4-FFF2-40B4-BE49-F238E27FC236}">
                <a16:creationId xmlns:a16="http://schemas.microsoft.com/office/drawing/2014/main" id="{B9B1BA96-DFB5-70C0-DECE-224A1A56800C}"/>
              </a:ext>
            </a:extLst>
          </p:cNvPr>
          <p:cNvSpPr>
            <a:spLocks noGrp="1"/>
          </p:cNvSpPr>
          <p:nvPr>
            <p:ph type="body" sz="quarter" idx="16"/>
          </p:nvPr>
        </p:nvSpPr>
        <p:spPr>
          <a:xfrm>
            <a:off x="584200" y="1436688"/>
            <a:ext cx="5219700" cy="430887"/>
          </a:xfrm>
        </p:spPr>
        <p:txBody>
          <a:bodyPr/>
          <a:lstStyle/>
          <a:p>
            <a:r>
              <a:rPr lang="en-US" dirty="0"/>
              <a:t>What causes it?</a:t>
            </a:r>
          </a:p>
        </p:txBody>
      </p:sp>
      <p:sp>
        <p:nvSpPr>
          <p:cNvPr id="3" name="Content Placeholder 2"/>
          <p:cNvSpPr>
            <a:spLocks noGrp="1"/>
          </p:cNvSpPr>
          <p:nvPr>
            <p:ph type="body" sz="quarter" idx="14"/>
          </p:nvPr>
        </p:nvSpPr>
        <p:spPr>
          <a:xfrm>
            <a:off x="584200" y="2084388"/>
            <a:ext cx="5219700" cy="738664"/>
          </a:xfrm>
        </p:spPr>
        <p:txBody>
          <a:bodyPr wrap="square"/>
          <a:lstStyle/>
          <a:p>
            <a:r>
              <a:rPr lang="en-US" dirty="0"/>
              <a:t>Requests are throttled after reaching RU/s limits</a:t>
            </a:r>
            <a:endParaRPr dirty="0"/>
          </a:p>
        </p:txBody>
      </p:sp>
      <p:sp>
        <p:nvSpPr>
          <p:cNvPr id="5" name="Text Placeholder 4">
            <a:extLst>
              <a:ext uri="{FF2B5EF4-FFF2-40B4-BE49-F238E27FC236}">
                <a16:creationId xmlns:a16="http://schemas.microsoft.com/office/drawing/2014/main" id="{2EDBC353-6881-9B83-CFD2-8C8D3BE10D86}"/>
              </a:ext>
            </a:extLst>
          </p:cNvPr>
          <p:cNvSpPr>
            <a:spLocks noGrp="1"/>
          </p:cNvSpPr>
          <p:nvPr>
            <p:ph type="body" sz="quarter" idx="17"/>
          </p:nvPr>
        </p:nvSpPr>
        <p:spPr/>
        <p:txBody>
          <a:bodyPr/>
          <a:lstStyle/>
          <a:p>
            <a:r>
              <a:rPr lang="en-US" dirty="0"/>
              <a:t>Fixes:</a:t>
            </a:r>
          </a:p>
        </p:txBody>
      </p:sp>
      <p:sp>
        <p:nvSpPr>
          <p:cNvPr id="6" name="Text Placeholder 5">
            <a:extLst>
              <a:ext uri="{FF2B5EF4-FFF2-40B4-BE49-F238E27FC236}">
                <a16:creationId xmlns:a16="http://schemas.microsoft.com/office/drawing/2014/main" id="{19401476-658E-38D9-0F11-28FF2120DA3D}"/>
              </a:ext>
            </a:extLst>
          </p:cNvPr>
          <p:cNvSpPr>
            <a:spLocks noGrp="1"/>
          </p:cNvSpPr>
          <p:nvPr>
            <p:ph type="body" sz="quarter" idx="18"/>
          </p:nvPr>
        </p:nvSpPr>
        <p:spPr>
          <a:xfrm>
            <a:off x="6387083" y="2084388"/>
            <a:ext cx="5219700" cy="3120854"/>
          </a:xfrm>
        </p:spPr>
        <p:txBody>
          <a:bodyPr/>
          <a:lstStyle/>
          <a:p>
            <a:pPr fontAlgn="ctr"/>
            <a:r>
              <a:rPr lang="en-US" dirty="0"/>
              <a:t>Handle and retry requests to deal with infrequent errors</a:t>
            </a:r>
          </a:p>
          <a:p>
            <a:pPr fontAlgn="ctr"/>
            <a:r>
              <a:rPr lang="en-US" dirty="0"/>
              <a:t>High rates indicate throughput throttling issues</a:t>
            </a:r>
          </a:p>
          <a:p>
            <a:pPr lvl="1" fontAlgn="ctr"/>
            <a:r>
              <a:rPr lang="en-US" dirty="0"/>
              <a:t>Fix partition keys to eliminate hot partitions</a:t>
            </a:r>
          </a:p>
          <a:p>
            <a:pPr lvl="1" fontAlgn="ctr"/>
            <a:r>
              <a:rPr lang="en-US" dirty="0"/>
              <a:t>Optimize indexing policies</a:t>
            </a:r>
          </a:p>
          <a:p>
            <a:pPr lvl="1" fontAlgn="ctr"/>
            <a:r>
              <a:rPr lang="en-US" dirty="0"/>
              <a:t>Avoid cross partition queries</a:t>
            </a:r>
          </a:p>
        </p:txBody>
      </p:sp>
    </p:spTree>
  </p:cSld>
  <p:clrMapOvr>
    <a:masterClrMapping/>
  </p:clrMapOvr>
  <p:extLst>
    <p:ext uri="{6950BFC3-D8DA-4A85-94F7-54DA5524770B}">
      <p188:commentRel xmlns:p188="http://schemas.microsoft.com/office/powerpoint/2018/8/main" r:id="rId2"/>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2CA0B-C972-C46F-1655-641B993618A2}"/>
              </a:ext>
            </a:extLst>
          </p:cNvPr>
          <p:cNvSpPr>
            <a:spLocks noGrp="1"/>
          </p:cNvSpPr>
          <p:nvPr>
            <p:ph type="title"/>
          </p:nvPr>
        </p:nvSpPr>
        <p:spPr/>
        <p:txBody>
          <a:bodyPr/>
          <a:lstStyle/>
          <a:p>
            <a:r>
              <a:rPr lang="en-US" dirty="0"/>
              <a:t>Common Errors - 404: Not found</a:t>
            </a:r>
          </a:p>
        </p:txBody>
      </p:sp>
      <p:sp>
        <p:nvSpPr>
          <p:cNvPr id="4" name="Text Placeholder 3">
            <a:extLst>
              <a:ext uri="{FF2B5EF4-FFF2-40B4-BE49-F238E27FC236}">
                <a16:creationId xmlns:a16="http://schemas.microsoft.com/office/drawing/2014/main" id="{F1E2BFF0-FDB7-6E7F-6A82-20E5DDDC8453}"/>
              </a:ext>
            </a:extLst>
          </p:cNvPr>
          <p:cNvSpPr>
            <a:spLocks noGrp="1"/>
          </p:cNvSpPr>
          <p:nvPr>
            <p:ph type="body" sz="quarter" idx="16"/>
          </p:nvPr>
        </p:nvSpPr>
        <p:spPr/>
        <p:txBody>
          <a:bodyPr/>
          <a:lstStyle/>
          <a:p>
            <a:r>
              <a:rPr lang="en-US" dirty="0"/>
              <a:t>What causes it?</a:t>
            </a:r>
          </a:p>
        </p:txBody>
      </p:sp>
      <p:sp>
        <p:nvSpPr>
          <p:cNvPr id="3" name="Content Placeholder 2">
            <a:extLst>
              <a:ext uri="{FF2B5EF4-FFF2-40B4-BE49-F238E27FC236}">
                <a16:creationId xmlns:a16="http://schemas.microsoft.com/office/drawing/2014/main" id="{C4B4AD74-F153-64E2-BE40-73F1C288BBCE}"/>
              </a:ext>
            </a:extLst>
          </p:cNvPr>
          <p:cNvSpPr>
            <a:spLocks noGrp="1"/>
          </p:cNvSpPr>
          <p:nvPr>
            <p:ph type="body" sz="quarter" idx="14"/>
          </p:nvPr>
        </p:nvSpPr>
        <p:spPr>
          <a:xfrm>
            <a:off x="584200" y="2084388"/>
            <a:ext cx="5219700" cy="851002"/>
          </a:xfrm>
        </p:spPr>
        <p:txBody>
          <a:bodyPr/>
          <a:lstStyle/>
          <a:p>
            <a:r>
              <a:rPr lang="en-US" dirty="0"/>
              <a:t>Specified item does not exist</a:t>
            </a:r>
          </a:p>
          <a:p>
            <a:r>
              <a:rPr lang="en-US" dirty="0"/>
              <a:t>Item has been deleted</a:t>
            </a:r>
          </a:p>
        </p:txBody>
      </p:sp>
      <p:sp>
        <p:nvSpPr>
          <p:cNvPr id="5" name="Text Placeholder 4">
            <a:extLst>
              <a:ext uri="{FF2B5EF4-FFF2-40B4-BE49-F238E27FC236}">
                <a16:creationId xmlns:a16="http://schemas.microsoft.com/office/drawing/2014/main" id="{1093496F-461E-2320-186A-76E51190508B}"/>
              </a:ext>
            </a:extLst>
          </p:cNvPr>
          <p:cNvSpPr>
            <a:spLocks noGrp="1"/>
          </p:cNvSpPr>
          <p:nvPr>
            <p:ph type="body" sz="quarter" idx="17"/>
          </p:nvPr>
        </p:nvSpPr>
        <p:spPr/>
        <p:txBody>
          <a:bodyPr/>
          <a:lstStyle/>
          <a:p>
            <a:r>
              <a:rPr lang="en-US" dirty="0"/>
              <a:t>Fixes:</a:t>
            </a:r>
          </a:p>
        </p:txBody>
      </p:sp>
      <p:sp>
        <p:nvSpPr>
          <p:cNvPr id="6" name="Text Placeholder 5">
            <a:extLst>
              <a:ext uri="{FF2B5EF4-FFF2-40B4-BE49-F238E27FC236}">
                <a16:creationId xmlns:a16="http://schemas.microsoft.com/office/drawing/2014/main" id="{FDBF0C25-9963-FBDC-AA8D-196E71A3F780}"/>
              </a:ext>
            </a:extLst>
          </p:cNvPr>
          <p:cNvSpPr>
            <a:spLocks noGrp="1"/>
          </p:cNvSpPr>
          <p:nvPr>
            <p:ph type="body" sz="quarter" idx="18"/>
          </p:nvPr>
        </p:nvSpPr>
        <p:spPr>
          <a:xfrm>
            <a:off x="6387083" y="2084388"/>
            <a:ext cx="5219700" cy="2517612"/>
          </a:xfrm>
        </p:spPr>
        <p:txBody>
          <a:bodyPr/>
          <a:lstStyle/>
          <a:p>
            <a:pPr fontAlgn="ctr"/>
            <a:r>
              <a:rPr lang="en-US" dirty="0"/>
              <a:t>Verify identical matches for both partition key and id</a:t>
            </a:r>
          </a:p>
          <a:p>
            <a:pPr lvl="1" fontAlgn="ctr"/>
            <a:r>
              <a:rPr lang="en-US" dirty="0"/>
              <a:t>Case sensitive</a:t>
            </a:r>
          </a:p>
          <a:p>
            <a:pPr lvl="1" fontAlgn="ctr"/>
            <a:r>
              <a:rPr lang="en-US" dirty="0"/>
              <a:t>Verify property types align</a:t>
            </a:r>
          </a:p>
          <a:p>
            <a:pPr fontAlgn="ctr"/>
            <a:r>
              <a:rPr lang="en-US" dirty="0"/>
              <a:t>Check for item deletion</a:t>
            </a:r>
          </a:p>
          <a:p>
            <a:pPr lvl="1" fontAlgn="ctr"/>
            <a:r>
              <a:rPr lang="en-US" dirty="0"/>
              <a:t>May be caused by race conditions</a:t>
            </a:r>
          </a:p>
        </p:txBody>
      </p:sp>
    </p:spTree>
    <p:extLst>
      <p:ext uri="{BB962C8B-B14F-4D97-AF65-F5344CB8AC3E}">
        <p14:creationId xmlns:p14="http://schemas.microsoft.com/office/powerpoint/2010/main" val="3224848294"/>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2CA0B-C972-C46F-1655-641B993618A2}"/>
              </a:ext>
            </a:extLst>
          </p:cNvPr>
          <p:cNvSpPr>
            <a:spLocks noGrp="1"/>
          </p:cNvSpPr>
          <p:nvPr>
            <p:ph type="title"/>
          </p:nvPr>
        </p:nvSpPr>
        <p:spPr/>
        <p:txBody>
          <a:bodyPr/>
          <a:lstStyle/>
          <a:p>
            <a:r>
              <a:rPr lang="en-US" dirty="0"/>
              <a:t>Common Errors - 409: Conflict</a:t>
            </a:r>
          </a:p>
        </p:txBody>
      </p:sp>
      <p:sp>
        <p:nvSpPr>
          <p:cNvPr id="4" name="Text Placeholder 3">
            <a:extLst>
              <a:ext uri="{FF2B5EF4-FFF2-40B4-BE49-F238E27FC236}">
                <a16:creationId xmlns:a16="http://schemas.microsoft.com/office/drawing/2014/main" id="{F1E2BFF0-FDB7-6E7F-6A82-20E5DDDC8453}"/>
              </a:ext>
            </a:extLst>
          </p:cNvPr>
          <p:cNvSpPr>
            <a:spLocks noGrp="1"/>
          </p:cNvSpPr>
          <p:nvPr>
            <p:ph type="body" sz="quarter" idx="16"/>
          </p:nvPr>
        </p:nvSpPr>
        <p:spPr/>
        <p:txBody>
          <a:bodyPr/>
          <a:lstStyle/>
          <a:p>
            <a:r>
              <a:rPr lang="en-US" dirty="0"/>
              <a:t>What causes it?</a:t>
            </a:r>
          </a:p>
        </p:txBody>
      </p:sp>
      <p:sp>
        <p:nvSpPr>
          <p:cNvPr id="3" name="Content Placeholder 2">
            <a:extLst>
              <a:ext uri="{FF2B5EF4-FFF2-40B4-BE49-F238E27FC236}">
                <a16:creationId xmlns:a16="http://schemas.microsoft.com/office/drawing/2014/main" id="{C4B4AD74-F153-64E2-BE40-73F1C288BBCE}"/>
              </a:ext>
            </a:extLst>
          </p:cNvPr>
          <p:cNvSpPr>
            <a:spLocks noGrp="1"/>
          </p:cNvSpPr>
          <p:nvPr>
            <p:ph type="body" sz="quarter" idx="14"/>
          </p:nvPr>
        </p:nvSpPr>
        <p:spPr>
          <a:xfrm>
            <a:off x="584200" y="2084388"/>
            <a:ext cx="5219700" cy="738664"/>
          </a:xfrm>
        </p:spPr>
        <p:txBody>
          <a:bodyPr/>
          <a:lstStyle/>
          <a:p>
            <a:r>
              <a:rPr lang="en-US" dirty="0"/>
              <a:t>Partition already contains an item with the same id on Create</a:t>
            </a:r>
          </a:p>
        </p:txBody>
      </p:sp>
      <p:sp>
        <p:nvSpPr>
          <p:cNvPr id="5" name="Text Placeholder 4">
            <a:extLst>
              <a:ext uri="{FF2B5EF4-FFF2-40B4-BE49-F238E27FC236}">
                <a16:creationId xmlns:a16="http://schemas.microsoft.com/office/drawing/2014/main" id="{1093496F-461E-2320-186A-76E51190508B}"/>
              </a:ext>
            </a:extLst>
          </p:cNvPr>
          <p:cNvSpPr>
            <a:spLocks noGrp="1"/>
          </p:cNvSpPr>
          <p:nvPr>
            <p:ph type="body" sz="quarter" idx="17"/>
          </p:nvPr>
        </p:nvSpPr>
        <p:spPr/>
        <p:txBody>
          <a:bodyPr/>
          <a:lstStyle/>
          <a:p>
            <a:r>
              <a:rPr lang="en-US" dirty="0"/>
              <a:t>Fixes:</a:t>
            </a:r>
          </a:p>
        </p:txBody>
      </p:sp>
      <p:sp>
        <p:nvSpPr>
          <p:cNvPr id="6" name="Text Placeholder 5">
            <a:extLst>
              <a:ext uri="{FF2B5EF4-FFF2-40B4-BE49-F238E27FC236}">
                <a16:creationId xmlns:a16="http://schemas.microsoft.com/office/drawing/2014/main" id="{FDBF0C25-9963-FBDC-AA8D-196E71A3F780}"/>
              </a:ext>
            </a:extLst>
          </p:cNvPr>
          <p:cNvSpPr>
            <a:spLocks noGrp="1"/>
          </p:cNvSpPr>
          <p:nvPr>
            <p:ph type="body" sz="quarter" idx="18"/>
          </p:nvPr>
        </p:nvSpPr>
        <p:spPr>
          <a:xfrm>
            <a:off x="6387083" y="2084388"/>
            <a:ext cx="5219700" cy="2848472"/>
          </a:xfrm>
        </p:spPr>
        <p:txBody>
          <a:bodyPr/>
          <a:lstStyle/>
          <a:p>
            <a:pPr fontAlgn="ctr"/>
            <a:r>
              <a:rPr lang="en-US" dirty="0"/>
              <a:t>Check id / partition key combination is unique</a:t>
            </a:r>
          </a:p>
          <a:p>
            <a:pPr lvl="1" fontAlgn="ctr"/>
            <a:r>
              <a:rPr lang="en-US" dirty="0"/>
              <a:t>Assign new id or different partition</a:t>
            </a:r>
          </a:p>
          <a:p>
            <a:pPr fontAlgn="ctr"/>
            <a:r>
              <a:rPr lang="en-US" dirty="0"/>
              <a:t>Use </a:t>
            </a:r>
            <a:r>
              <a:rPr lang="en-US" dirty="0" err="1"/>
              <a:t>Upsert</a:t>
            </a:r>
            <a:r>
              <a:rPr lang="en-US" dirty="0"/>
              <a:t> instead of Create to modify if item already exists</a:t>
            </a:r>
          </a:p>
          <a:p>
            <a:pPr fontAlgn="ctr"/>
            <a:r>
              <a:rPr lang="en-US" dirty="0"/>
              <a:t>Look for race conditions if checking existence before calling create</a:t>
            </a:r>
          </a:p>
        </p:txBody>
      </p:sp>
    </p:spTree>
    <p:extLst>
      <p:ext uri="{BB962C8B-B14F-4D97-AF65-F5344CB8AC3E}">
        <p14:creationId xmlns:p14="http://schemas.microsoft.com/office/powerpoint/2010/main" val="2956769949"/>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2CA0B-C972-C46F-1655-641B993618A2}"/>
              </a:ext>
            </a:extLst>
          </p:cNvPr>
          <p:cNvSpPr>
            <a:spLocks noGrp="1"/>
          </p:cNvSpPr>
          <p:nvPr>
            <p:ph type="title"/>
          </p:nvPr>
        </p:nvSpPr>
        <p:spPr/>
        <p:txBody>
          <a:bodyPr/>
          <a:lstStyle/>
          <a:p>
            <a:r>
              <a:rPr lang="en-US" dirty="0"/>
              <a:t>Common Errors - 412: Precondition failure</a:t>
            </a:r>
          </a:p>
        </p:txBody>
      </p:sp>
      <p:sp>
        <p:nvSpPr>
          <p:cNvPr id="4" name="Text Placeholder 3">
            <a:extLst>
              <a:ext uri="{FF2B5EF4-FFF2-40B4-BE49-F238E27FC236}">
                <a16:creationId xmlns:a16="http://schemas.microsoft.com/office/drawing/2014/main" id="{F1E2BFF0-FDB7-6E7F-6A82-20E5DDDC8453}"/>
              </a:ext>
            </a:extLst>
          </p:cNvPr>
          <p:cNvSpPr>
            <a:spLocks noGrp="1"/>
          </p:cNvSpPr>
          <p:nvPr>
            <p:ph type="body" sz="quarter" idx="16"/>
          </p:nvPr>
        </p:nvSpPr>
        <p:spPr/>
        <p:txBody>
          <a:bodyPr/>
          <a:lstStyle/>
          <a:p>
            <a:r>
              <a:rPr lang="en-US" dirty="0"/>
              <a:t>What causes it?</a:t>
            </a:r>
          </a:p>
        </p:txBody>
      </p:sp>
      <p:sp>
        <p:nvSpPr>
          <p:cNvPr id="3" name="Content Placeholder 2">
            <a:extLst>
              <a:ext uri="{FF2B5EF4-FFF2-40B4-BE49-F238E27FC236}">
                <a16:creationId xmlns:a16="http://schemas.microsoft.com/office/drawing/2014/main" id="{C4B4AD74-F153-64E2-BE40-73F1C288BBCE}"/>
              </a:ext>
            </a:extLst>
          </p:cNvPr>
          <p:cNvSpPr>
            <a:spLocks noGrp="1"/>
          </p:cNvSpPr>
          <p:nvPr>
            <p:ph type="body" sz="quarter" idx="14"/>
          </p:nvPr>
        </p:nvSpPr>
        <p:spPr>
          <a:xfrm>
            <a:off x="584200" y="2084388"/>
            <a:ext cx="5219700" cy="738664"/>
          </a:xfrm>
        </p:spPr>
        <p:txBody>
          <a:bodyPr/>
          <a:lstStyle/>
          <a:p>
            <a:r>
              <a:rPr lang="en-US" dirty="0"/>
              <a:t>Optimistic concurrency error: indicates stale ETag in update</a:t>
            </a:r>
          </a:p>
        </p:txBody>
      </p:sp>
      <p:sp>
        <p:nvSpPr>
          <p:cNvPr id="5" name="Text Placeholder 4">
            <a:extLst>
              <a:ext uri="{FF2B5EF4-FFF2-40B4-BE49-F238E27FC236}">
                <a16:creationId xmlns:a16="http://schemas.microsoft.com/office/drawing/2014/main" id="{1093496F-461E-2320-186A-76E51190508B}"/>
              </a:ext>
            </a:extLst>
          </p:cNvPr>
          <p:cNvSpPr>
            <a:spLocks noGrp="1"/>
          </p:cNvSpPr>
          <p:nvPr>
            <p:ph type="body" sz="quarter" idx="17"/>
          </p:nvPr>
        </p:nvSpPr>
        <p:spPr/>
        <p:txBody>
          <a:bodyPr/>
          <a:lstStyle/>
          <a:p>
            <a:r>
              <a:rPr lang="en-US" dirty="0"/>
              <a:t>Fixes:</a:t>
            </a:r>
          </a:p>
        </p:txBody>
      </p:sp>
      <p:sp>
        <p:nvSpPr>
          <p:cNvPr id="6" name="Text Placeholder 5">
            <a:extLst>
              <a:ext uri="{FF2B5EF4-FFF2-40B4-BE49-F238E27FC236}">
                <a16:creationId xmlns:a16="http://schemas.microsoft.com/office/drawing/2014/main" id="{FDBF0C25-9963-FBDC-AA8D-196E71A3F780}"/>
              </a:ext>
            </a:extLst>
          </p:cNvPr>
          <p:cNvSpPr>
            <a:spLocks noGrp="1"/>
          </p:cNvSpPr>
          <p:nvPr>
            <p:ph type="body" sz="quarter" idx="18"/>
          </p:nvPr>
        </p:nvSpPr>
        <p:spPr>
          <a:xfrm>
            <a:off x="6387083" y="2084388"/>
            <a:ext cx="5219700" cy="2035942"/>
          </a:xfrm>
        </p:spPr>
        <p:txBody>
          <a:bodyPr/>
          <a:lstStyle/>
          <a:p>
            <a:pPr fontAlgn="ctr"/>
            <a:r>
              <a:rPr lang="en-US" dirty="0"/>
              <a:t>Refresh item data before write</a:t>
            </a:r>
          </a:p>
          <a:p>
            <a:pPr lvl="1" fontAlgn="ctr"/>
            <a:r>
              <a:rPr lang="en-US" dirty="0"/>
              <a:t>Resolve any conflicts with newer version</a:t>
            </a:r>
          </a:p>
          <a:p>
            <a:pPr lvl="1" fontAlgn="ctr"/>
            <a:r>
              <a:rPr lang="en-US" dirty="0"/>
              <a:t>Retry update with fresh ETag</a:t>
            </a:r>
          </a:p>
          <a:p>
            <a:pPr fontAlgn="ctr"/>
            <a:r>
              <a:rPr lang="en-US" dirty="0"/>
              <a:t>Look for race conditions with near-concurrent updates</a:t>
            </a:r>
          </a:p>
        </p:txBody>
      </p:sp>
    </p:spTree>
    <p:extLst>
      <p:ext uri="{BB962C8B-B14F-4D97-AF65-F5344CB8AC3E}">
        <p14:creationId xmlns:p14="http://schemas.microsoft.com/office/powerpoint/2010/main" val="2854018847"/>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Platform Metrics with Azure Monitor</a:t>
            </a:r>
          </a:p>
        </p:txBody>
      </p:sp>
      <p:sp>
        <p:nvSpPr>
          <p:cNvPr id="3" name="Content Placeholder 2"/>
          <p:cNvSpPr>
            <a:spLocks noGrp="1"/>
          </p:cNvSpPr>
          <p:nvPr>
            <p:ph sz="quarter" idx="10"/>
          </p:nvPr>
        </p:nvSpPr>
        <p:spPr>
          <a:xfrm>
            <a:off x="584200" y="1435100"/>
            <a:ext cx="11018838" cy="3604064"/>
          </a:xfrm>
        </p:spPr>
        <p:txBody>
          <a:bodyPr wrap="square"/>
          <a:lstStyle/>
          <a:p>
            <a:r>
              <a:t>Azure Monitor collects Cosmos platform metrics automatically</a:t>
            </a:r>
          </a:p>
          <a:p>
            <a:pPr lvl="1"/>
            <a:r>
              <a:t>Throughput, latency, availability, storage, consistency</a:t>
            </a:r>
          </a:p>
          <a:p>
            <a:r>
              <a:t>Key metrics to watch:</a:t>
            </a:r>
          </a:p>
          <a:p>
            <a:pPr lvl="1"/>
            <a:r>
              <a:t>Status Codes</a:t>
            </a:r>
          </a:p>
          <a:p>
            <a:pPr lvl="1"/>
            <a:r>
              <a:t>Normalized RU Consumption</a:t>
            </a:r>
          </a:p>
          <a:p>
            <a:pPr lvl="1"/>
            <a:r>
              <a:t>Data Size</a:t>
            </a:r>
          </a:p>
          <a:p>
            <a:r>
              <a:t>Diagnostic logs (</a:t>
            </a:r>
            <a:r>
              <a:rPr err="1"/>
              <a:t>ControlPlaneRequests</a:t>
            </a:r>
            <a:r>
              <a:t>, </a:t>
            </a:r>
            <a:r>
              <a:rPr err="1"/>
              <a:t>DataPlaneRequests</a:t>
            </a:r>
            <a:r>
              <a:t>) require a diagnostic setting to collect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Client-Side Signals and Tools</a:t>
            </a:r>
          </a:p>
        </p:txBody>
      </p:sp>
      <p:sp>
        <p:nvSpPr>
          <p:cNvPr id="3" name="Content Placeholder 2"/>
          <p:cNvSpPr>
            <a:spLocks noGrp="1"/>
          </p:cNvSpPr>
          <p:nvPr>
            <p:ph sz="quarter" idx="10"/>
          </p:nvPr>
        </p:nvSpPr>
        <p:spPr>
          <a:xfrm>
            <a:off x="584200" y="1435100"/>
            <a:ext cx="11018838" cy="3751796"/>
          </a:xfrm>
        </p:spPr>
        <p:txBody>
          <a:bodyPr wrap="square"/>
          <a:lstStyle/>
          <a:p>
            <a:r>
              <a:t>Client-side metrics from the SDK:</a:t>
            </a:r>
          </a:p>
          <a:p>
            <a:pPr lvl="1"/>
            <a:r>
              <a:t>Request charge</a:t>
            </a:r>
          </a:p>
          <a:p>
            <a:pPr lvl="1"/>
            <a:r>
              <a:t>Status codes</a:t>
            </a:r>
          </a:p>
          <a:p>
            <a:pPr lvl="1"/>
            <a:r>
              <a:t>Query metrics</a:t>
            </a:r>
          </a:p>
          <a:p>
            <a:r>
              <a:t>Cosmos DB Explorer (web UI) for quick debugging and data browsing</a:t>
            </a:r>
          </a:p>
          <a:p>
            <a:r>
              <a:t>Use KQL to query diagnostic logs in Log Analytics</a:t>
            </a:r>
          </a:p>
          <a:p>
            <a:r>
              <a:t>Set metric alerts for 429 rate-limiting and region failovers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Microsoft Foundry Fundamentals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Foundry + Cosmos DB for Agents and RAG</a:t>
            </a:r>
          </a:p>
        </p:txBody>
      </p:sp>
      <p:sp>
        <p:nvSpPr>
          <p:cNvPr id="3" name="Text Placeholder 2"/>
          <p:cNvSpPr>
            <a:spLocks noGrp="1"/>
          </p:cNvSpPr>
          <p:nvPr>
            <p:ph type="body" sz="quarter" idx="12"/>
          </p:nvPr>
        </p:nvSpPr>
        <p:spPr/>
        <p:txBody>
          <a:bodyPr/>
          <a:lstStyle/>
          <a:p>
            <a:r>
              <a:t>Thread storage and vector store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Microsoft Foundry at a Glance</a:t>
            </a:r>
          </a:p>
        </p:txBody>
      </p:sp>
      <p:sp>
        <p:nvSpPr>
          <p:cNvPr id="3" name="Content Placeholder 2"/>
          <p:cNvSpPr>
            <a:spLocks noGrp="1"/>
          </p:cNvSpPr>
          <p:nvPr>
            <p:ph sz="quarter" idx="10"/>
          </p:nvPr>
        </p:nvSpPr>
        <p:spPr>
          <a:xfrm>
            <a:off x="584200" y="1435100"/>
            <a:ext cx="11018838" cy="2788456"/>
          </a:xfrm>
        </p:spPr>
        <p:txBody>
          <a:bodyPr wrap="square"/>
          <a:lstStyle/>
          <a:p>
            <a:r>
              <a:t>Microsoft Foundry unifies agents, models, and tools as a single Azure PaaS resource</a:t>
            </a:r>
          </a:p>
          <a:p>
            <a:r>
              <a:t>Cosmos DB </a:t>
            </a:r>
            <a:r>
              <a:rPr lang="en-US"/>
              <a:t>fulfills two important roles</a:t>
            </a:r>
          </a:p>
          <a:p>
            <a:pPr lvl="1"/>
            <a:r>
              <a:rPr lang="en-US"/>
              <a:t>T</a:t>
            </a:r>
            <a:r>
              <a:t>hread storage for agents</a:t>
            </a:r>
            <a:endParaRPr lang="en-US"/>
          </a:p>
          <a:p>
            <a:pPr lvl="1"/>
            <a:r>
              <a:rPr lang="en-US"/>
              <a:t>V</a:t>
            </a:r>
            <a:r>
              <a:t>ector store for RAG</a:t>
            </a:r>
          </a:p>
          <a:p>
            <a:r>
              <a:t>Portal: </a:t>
            </a:r>
            <a:r>
              <a:rPr>
                <a:hlinkClick r:id="rId2"/>
              </a:rPr>
              <a:t>https://ai.azure.com</a:t>
            </a:r>
            <a:r>
              <a:rPr lang="en-US"/>
              <a:t>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Foundry Agent Service Setup Modes</a:t>
            </a:r>
          </a:p>
        </p:txBody>
      </p:sp>
      <p:sp>
        <p:nvSpPr>
          <p:cNvPr id="3" name="Content Placeholder 2"/>
          <p:cNvSpPr>
            <a:spLocks noGrp="1"/>
          </p:cNvSpPr>
          <p:nvPr>
            <p:ph sz="quarter" idx="10"/>
          </p:nvPr>
        </p:nvSpPr>
        <p:spPr>
          <a:xfrm>
            <a:off x="584200" y="1435100"/>
            <a:ext cx="11018838" cy="2209836"/>
          </a:xfrm>
        </p:spPr>
        <p:txBody>
          <a:bodyPr wrap="square"/>
          <a:lstStyle/>
          <a:p>
            <a:r>
              <a:t>Managed platform for building, deploying, and scaling AI agents</a:t>
            </a:r>
          </a:p>
          <a:p>
            <a:r>
              <a:t>Three setup modes</a:t>
            </a:r>
            <a:r>
              <a:rPr lang="en-US"/>
              <a:t> with</a:t>
            </a:r>
            <a:r>
              <a:t> increasing enterprise security</a:t>
            </a:r>
          </a:p>
          <a:p>
            <a:pPr lvl="1"/>
            <a:r>
              <a:t>Basic Setup</a:t>
            </a:r>
            <a:r>
              <a:rPr lang="en-US"/>
              <a:t>:</a:t>
            </a:r>
            <a:r>
              <a:t> platform-managed storage for rapid prototyping</a:t>
            </a:r>
          </a:p>
          <a:p>
            <a:pPr lvl="1"/>
            <a:r>
              <a:t>Standard</a:t>
            </a:r>
            <a:r>
              <a:rPr lang="en-US"/>
              <a:t>:</a:t>
            </a:r>
            <a:r>
              <a:t> customer-managed BYO resources</a:t>
            </a:r>
            <a:r>
              <a:rPr lang="en-US"/>
              <a:t> which can include Cosmos DB</a:t>
            </a:r>
            <a:endParaRPr/>
          </a:p>
          <a:p>
            <a:pPr lvl="1"/>
            <a:r>
              <a:t>Standard with Private Networking</a:t>
            </a:r>
            <a:r>
              <a:rPr lang="en-US"/>
              <a:t>:</a:t>
            </a:r>
            <a:r>
              <a:t> adds BYO </a:t>
            </a:r>
            <a:r>
              <a:rPr err="1"/>
              <a:t>VNet</a:t>
            </a:r>
            <a:r>
              <a:t> for full network isolation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BYO Thread Storage with Cosmos DB</a:t>
            </a:r>
          </a:p>
        </p:txBody>
      </p:sp>
      <p:sp>
        <p:nvSpPr>
          <p:cNvPr id="3" name="Content Placeholder 2"/>
          <p:cNvSpPr>
            <a:spLocks noGrp="1"/>
          </p:cNvSpPr>
          <p:nvPr>
            <p:ph sz="quarter" idx="10"/>
          </p:nvPr>
        </p:nvSpPr>
        <p:spPr>
          <a:xfrm>
            <a:off x="584200" y="1435100"/>
            <a:ext cx="11018838" cy="3751796"/>
          </a:xfrm>
        </p:spPr>
        <p:txBody>
          <a:bodyPr wrap="square"/>
          <a:lstStyle/>
          <a:p>
            <a:r>
              <a:t>Standard setup automatically provisions the </a:t>
            </a:r>
            <a:r>
              <a:rPr err="1"/>
              <a:t>enterprise_memory</a:t>
            </a:r>
            <a:r>
              <a:t> database</a:t>
            </a:r>
          </a:p>
          <a:p>
            <a:r>
              <a:t>Three dedicated containers:</a:t>
            </a:r>
          </a:p>
          <a:p>
            <a:pPr lvl="1"/>
            <a:r>
              <a:t>thread-message-store </a:t>
            </a:r>
            <a:r>
              <a:rPr lang="en-US"/>
              <a:t>for</a:t>
            </a:r>
            <a:r>
              <a:t> end-user conversation messages</a:t>
            </a:r>
          </a:p>
          <a:p>
            <a:pPr lvl="1"/>
            <a:r>
              <a:t>system-thread-message-store </a:t>
            </a:r>
            <a:r>
              <a:rPr lang="en-US"/>
              <a:t>for</a:t>
            </a:r>
            <a:r>
              <a:t> internal system messages</a:t>
            </a:r>
          </a:p>
          <a:p>
            <a:pPr lvl="1"/>
            <a:r>
              <a:t>agent-entity-store </a:t>
            </a:r>
            <a:r>
              <a:rPr lang="en-US"/>
              <a:t>for</a:t>
            </a:r>
            <a:r>
              <a:t> model inputs / outputs (instructions, tool definitions, names)</a:t>
            </a:r>
          </a:p>
          <a:p>
            <a:r>
              <a:t>Customers have full control over all agent data</a:t>
            </a:r>
          </a:p>
          <a:p>
            <a:r>
              <a:t>Maintains contextual awareness across agentic threads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Chat Completions and Embeddings</a:t>
            </a:r>
          </a:p>
        </p:txBody>
      </p:sp>
      <p:sp>
        <p:nvSpPr>
          <p:cNvPr id="3" name="Text Placeholder 2"/>
          <p:cNvSpPr>
            <a:spLocks noGrp="1"/>
          </p:cNvSpPr>
          <p:nvPr>
            <p:ph type="body" sz="quarter" idx="12"/>
          </p:nvPr>
        </p:nvSpPr>
        <p:spPr/>
        <p:txBody>
          <a:bodyPr/>
          <a:lstStyle/>
          <a:p>
            <a:r>
              <a:t>2C • 20 min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Vector Search</a:t>
            </a:r>
          </a:p>
        </p:txBody>
      </p:sp>
      <p:sp>
        <p:nvSpPr>
          <p:cNvPr id="3" name="Text Placeholder 2"/>
          <p:cNvSpPr>
            <a:spLocks noGrp="1"/>
          </p:cNvSpPr>
          <p:nvPr>
            <p:ph type="body" sz="quarter" idx="12"/>
          </p:nvPr>
        </p:nvSpPr>
        <p:spPr/>
        <p:txBody>
          <a:bodyPr/>
          <a:lstStyle/>
          <a:p>
            <a:r>
              <a:rPr dirty="0"/>
              <a:t>2D • </a:t>
            </a:r>
            <a:r>
              <a:rPr lang="en-US" dirty="0"/>
              <a:t>1</a:t>
            </a:r>
            <a:r>
              <a:rPr dirty="0"/>
              <a:t>5 min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Retrieval-Augmented Generation (RAG)</a:t>
            </a:r>
          </a:p>
        </p:txBody>
      </p:sp>
      <p:sp>
        <p:nvSpPr>
          <p:cNvPr id="3" name="Content Placeholder 2"/>
          <p:cNvSpPr>
            <a:spLocks noGrp="1"/>
          </p:cNvSpPr>
          <p:nvPr>
            <p:ph sz="quarter" idx="10"/>
          </p:nvPr>
        </p:nvSpPr>
        <p:spPr>
          <a:xfrm>
            <a:off x="584200" y="1435100"/>
            <a:ext cx="11018838" cy="3888757"/>
          </a:xfrm>
        </p:spPr>
        <p:txBody>
          <a:bodyPr wrap="square"/>
          <a:lstStyle/>
          <a:p>
            <a:r>
              <a:t>Ground LLM responses in your own data</a:t>
            </a:r>
          </a:p>
          <a:p>
            <a:pPr lvl="1"/>
            <a:r>
              <a:t>Retrieve relevant context at query time and pass it to the model</a:t>
            </a:r>
          </a:p>
          <a:p>
            <a:r>
              <a:t>Typical flow:</a:t>
            </a:r>
          </a:p>
          <a:p>
            <a:pPr lvl="1"/>
            <a:r>
              <a:t>Chunk documents → generate embeddings → store text + vectors in Cosmos DB</a:t>
            </a:r>
          </a:p>
          <a:p>
            <a:pPr lvl="1"/>
            <a:r>
              <a:t>At query time, embed the question, retrieve top-K nearest chunks, pass them as context to a chat completion</a:t>
            </a:r>
          </a:p>
          <a:p>
            <a:r>
              <a:t>Cosmos DB serves as both operational store and vector store</a:t>
            </a:r>
          </a:p>
          <a:p>
            <a:pPr lvl="1"/>
            <a:r>
              <a:rPr lang="en-US"/>
              <a:t>Embeddings are stored in-line in container items</a:t>
            </a:r>
          </a:p>
          <a:p>
            <a:pPr lvl="1"/>
            <a:r>
              <a:rPr lang="en-US"/>
              <a:t>No separate search service required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Security and Governance for Agents</a:t>
            </a:r>
          </a:p>
        </p:txBody>
      </p:sp>
      <p:sp>
        <p:nvSpPr>
          <p:cNvPr id="3" name="Content Placeholder 2"/>
          <p:cNvSpPr>
            <a:spLocks noGrp="1"/>
          </p:cNvSpPr>
          <p:nvPr>
            <p:ph sz="quarter" idx="10"/>
          </p:nvPr>
        </p:nvSpPr>
        <p:spPr/>
        <p:txBody>
          <a:bodyPr wrap="square"/>
          <a:lstStyle/>
          <a:p>
            <a:r>
              <a:t>Entra Agent ID</a:t>
            </a:r>
          </a:p>
          <a:p>
            <a:pPr lvl="1"/>
            <a:r>
              <a:t>Each agent gets a first-class identity in the Entra directory</a:t>
            </a:r>
          </a:p>
          <a:p>
            <a:pPr lvl="1"/>
            <a:r>
              <a:t>Least-privilege access, auditability, Conditional Access / MFA support</a:t>
            </a:r>
          </a:p>
          <a:p>
            <a:r>
              <a:t>RBAC roles: Administrator, Project Manager, Project Users</a:t>
            </a:r>
          </a:p>
          <a:p>
            <a:r>
              <a:t>Customer-managed keys for sensitive agent data</a:t>
            </a:r>
          </a:p>
          <a:p>
            <a:r>
              <a:t>Manage agents, models, evals, and finetuning under one Azure resource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Observability and Guardrails</a:t>
            </a:r>
          </a:p>
        </p:txBody>
      </p:sp>
      <p:sp>
        <p:nvSpPr>
          <p:cNvPr id="3" name="Content Placeholder 2"/>
          <p:cNvSpPr>
            <a:spLocks noGrp="1"/>
          </p:cNvSpPr>
          <p:nvPr>
            <p:ph sz="quarter" idx="10"/>
          </p:nvPr>
        </p:nvSpPr>
        <p:spPr/>
        <p:txBody>
          <a:bodyPr wrap="square"/>
          <a:lstStyle/>
          <a:p>
            <a:r>
              <a:t>Agent observability:</a:t>
            </a:r>
          </a:p>
          <a:p>
            <a:pPr lvl="1"/>
            <a:r>
              <a:t>Built-in evaluation tools</a:t>
            </a:r>
          </a:p>
          <a:p>
            <a:pPr lvl="1"/>
            <a:r>
              <a:t>OpenTelemetry-based tracing</a:t>
            </a:r>
          </a:p>
          <a:p>
            <a:pPr lvl="1"/>
            <a:r>
              <a:t>Monitoring dashboards (Azure Monitor + Aspire)</a:t>
            </a:r>
          </a:p>
          <a:p>
            <a:r>
              <a:t>Guardrails (Azure AI Content Safety):</a:t>
            </a:r>
          </a:p>
          <a:p>
            <a:pPr lvl="1"/>
            <a:r>
              <a:t>Prompt Shields – prompt injection defense</a:t>
            </a:r>
          </a:p>
          <a:p>
            <a:pPr lvl="1"/>
            <a:r>
              <a:t>PII Detection / redaction</a:t>
            </a:r>
          </a:p>
          <a:p>
            <a:pPr lvl="1"/>
            <a:r>
              <a:t>Task Adherence – agent drift detection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Models and Pricing</a:t>
            </a:r>
          </a:p>
        </p:txBody>
      </p:sp>
      <p:sp>
        <p:nvSpPr>
          <p:cNvPr id="3" name="Content Placeholder 2"/>
          <p:cNvSpPr>
            <a:spLocks noGrp="1"/>
          </p:cNvSpPr>
          <p:nvPr>
            <p:ph sz="quarter" idx="10"/>
          </p:nvPr>
        </p:nvSpPr>
        <p:spPr>
          <a:xfrm>
            <a:off x="584200" y="1435100"/>
            <a:ext cx="11018838" cy="3025444"/>
          </a:xfrm>
        </p:spPr>
        <p:txBody>
          <a:bodyPr wrap="square"/>
          <a:lstStyle/>
          <a:p>
            <a:r>
              <a:rPr dirty="0"/>
              <a:t>Model families available:</a:t>
            </a:r>
          </a:p>
          <a:p>
            <a:pPr lvl="1"/>
            <a:r>
              <a:rPr lang="en-US" dirty="0"/>
              <a:t>OpenAI </a:t>
            </a:r>
            <a:r>
              <a:rPr dirty="0"/>
              <a:t>GPT</a:t>
            </a:r>
            <a:r>
              <a:rPr lang="en-US" dirty="0"/>
              <a:t> models</a:t>
            </a:r>
            <a:endParaRPr dirty="0"/>
          </a:p>
          <a:p>
            <a:pPr lvl="1"/>
            <a:r>
              <a:rPr dirty="0"/>
              <a:t>Claude, Grok, Mistral, DeepSeek,</a:t>
            </a:r>
            <a:r>
              <a:rPr lang="en-US" dirty="0"/>
              <a:t> Phi</a:t>
            </a:r>
            <a:r>
              <a:rPr dirty="0"/>
              <a:t>, Llama</a:t>
            </a:r>
          </a:p>
          <a:p>
            <a:pPr lvl="1"/>
            <a:r>
              <a:rPr dirty="0"/>
              <a:t>Audio, image, and video models</a:t>
            </a:r>
          </a:p>
          <a:p>
            <a:r>
              <a:rPr dirty="0"/>
              <a:t>Pricing:</a:t>
            </a:r>
          </a:p>
          <a:p>
            <a:pPr lvl="1"/>
            <a:r>
              <a:rPr dirty="0"/>
              <a:t>Platform is free</a:t>
            </a:r>
          </a:p>
          <a:p>
            <a:pPr lvl="1"/>
            <a:r>
              <a:rPr dirty="0"/>
              <a:t>Models, agents, and tools billed per deployment</a:t>
            </a:r>
          </a:p>
        </p:txBody>
      </p:sp>
    </p:spTree>
  </p:cSld>
  <p:clrMapOvr>
    <a:masterClrMapping/>
  </p:clrMapOvr>
  <p:extLst>
    <p:ext uri="{6950BFC3-D8DA-4A85-94F7-54DA5524770B}">
      <p188:commentRel xmlns:p188="http://schemas.microsoft.com/office/powerpoint/2018/8/main" r:id="rId2"/>
    </p:ext>
  </p:extLs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Retrieval-Augmented Generation (RAG) Pipeline</a:t>
            </a:r>
          </a:p>
        </p:txBody>
      </p:sp>
      <p:sp>
        <p:nvSpPr>
          <p:cNvPr id="3" name="Text Placeholder 2"/>
          <p:cNvSpPr>
            <a:spLocks noGrp="1"/>
          </p:cNvSpPr>
          <p:nvPr>
            <p:ph type="body" sz="quarter" idx="12"/>
          </p:nvPr>
        </p:nvSpPr>
        <p:spPr/>
        <p:txBody>
          <a:bodyPr/>
          <a:lstStyle/>
          <a:p>
            <a:r>
              <a:rPr dirty="0"/>
              <a:t>2E • </a:t>
            </a:r>
            <a:r>
              <a:rPr lang="en-US" dirty="0"/>
              <a:t>20</a:t>
            </a:r>
            <a:r>
              <a:rPr dirty="0"/>
              <a:t> min</a:t>
            </a:r>
          </a:p>
        </p:txBody>
      </p:sp>
    </p:spTree>
    <p:extLst>
      <p:ext uri="{BB962C8B-B14F-4D97-AF65-F5344CB8AC3E}">
        <p14:creationId xmlns:p14="http://schemas.microsoft.com/office/powerpoint/2010/main" val="1751530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Evaluation of RAG Outputs</a:t>
            </a:r>
          </a:p>
        </p:txBody>
      </p:sp>
      <p:sp>
        <p:nvSpPr>
          <p:cNvPr id="3" name="Text Placeholder 2"/>
          <p:cNvSpPr>
            <a:spLocks noGrp="1"/>
          </p:cNvSpPr>
          <p:nvPr>
            <p:ph type="body" sz="quarter" idx="12"/>
          </p:nvPr>
        </p:nvSpPr>
        <p:spPr/>
        <p:txBody>
          <a:bodyPr/>
          <a:lstStyle/>
          <a:p>
            <a:r>
              <a:rPr dirty="0"/>
              <a:t>2F • </a:t>
            </a:r>
            <a:r>
              <a:rPr lang="en-US" dirty="0"/>
              <a:t>15</a:t>
            </a:r>
            <a:r>
              <a:rPr dirty="0"/>
              <a:t> min</a:t>
            </a:r>
          </a:p>
        </p:txBody>
      </p:sp>
    </p:spTree>
    <p:extLst>
      <p:ext uri="{BB962C8B-B14F-4D97-AF65-F5344CB8AC3E}">
        <p14:creationId xmlns:p14="http://schemas.microsoft.com/office/powerpoint/2010/main" val="39979173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Catalog</a:t>
            </a:r>
          </a:p>
        </p:txBody>
      </p:sp>
      <p:sp>
        <p:nvSpPr>
          <p:cNvPr id="3" name="Text Placeholder 2"/>
          <p:cNvSpPr>
            <a:spLocks noGrp="1"/>
          </p:cNvSpPr>
          <p:nvPr>
            <p:ph type="body" sz="quarter" idx="12"/>
          </p:nvPr>
        </p:nvSpPr>
        <p:spPr/>
        <p:txBody>
          <a:bodyPr/>
          <a:lstStyle/>
          <a:p>
            <a:r>
              <a:t>Choosing models and deployment types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Categories and Families</a:t>
            </a:r>
          </a:p>
        </p:txBody>
      </p:sp>
      <p:sp>
        <p:nvSpPr>
          <p:cNvPr id="3" name="Content Placeholder 2"/>
          <p:cNvSpPr>
            <a:spLocks noGrp="1"/>
          </p:cNvSpPr>
          <p:nvPr>
            <p:ph sz="quarter" idx="10"/>
          </p:nvPr>
        </p:nvSpPr>
        <p:spPr>
          <a:xfrm>
            <a:off x="584200" y="1435100"/>
            <a:ext cx="11018838" cy="3841052"/>
          </a:xfrm>
        </p:spPr>
        <p:txBody>
          <a:bodyPr wrap="square"/>
          <a:lstStyle/>
          <a:p>
            <a:r>
              <a:rPr dirty="0"/>
              <a:t>Two billing categories:</a:t>
            </a:r>
          </a:p>
          <a:p>
            <a:pPr lvl="1"/>
            <a:r>
              <a:rPr dirty="0"/>
              <a:t>Azure Direct – billed via your Azure subscription</a:t>
            </a:r>
          </a:p>
          <a:p>
            <a:pPr lvl="1"/>
            <a:r>
              <a:rPr dirty="0"/>
              <a:t>Partner / Community – billed via partner</a:t>
            </a:r>
          </a:p>
          <a:p>
            <a:r>
              <a:rPr dirty="0"/>
              <a:t>Key families:</a:t>
            </a:r>
          </a:p>
          <a:p>
            <a:pPr lvl="1"/>
            <a:r>
              <a:rPr lang="en-US" dirty="0"/>
              <a:t>Newest frontier models –</a:t>
            </a:r>
            <a:r>
              <a:rPr dirty="0"/>
              <a:t> most</a:t>
            </a:r>
            <a:r>
              <a:rPr lang="en-US" dirty="0"/>
              <a:t> </a:t>
            </a:r>
            <a:r>
              <a:rPr dirty="0"/>
              <a:t>capable for complex reasoning and multimodal tasks</a:t>
            </a:r>
          </a:p>
          <a:p>
            <a:pPr lvl="1"/>
            <a:r>
              <a:rPr lang="en-US" dirty="0"/>
              <a:t>Earlier generation models</a:t>
            </a:r>
            <a:r>
              <a:rPr dirty="0"/>
              <a:t> – balanced for production workloads</a:t>
            </a:r>
          </a:p>
          <a:p>
            <a:pPr lvl="1"/>
            <a:r>
              <a:rPr dirty="0"/>
              <a:t>Embeddings – text-embedding-3-large / small, ada-002</a:t>
            </a:r>
            <a:endParaRPr lang="en-US" dirty="0"/>
          </a:p>
          <a:p>
            <a:pPr lvl="1"/>
            <a:r>
              <a:rPr lang="en-US" dirty="0"/>
              <a:t>Specialized models – images, OCR</a:t>
            </a:r>
          </a:p>
          <a:p>
            <a:pPr lvl="1"/>
            <a:r>
              <a:rPr lang="en-US" dirty="0"/>
              <a:t>Fine-Tuning</a:t>
            </a:r>
          </a:p>
        </p:txBody>
      </p:sp>
    </p:spTree>
    <p:extLst>
      <p:ext uri="{BB962C8B-B14F-4D97-AF65-F5344CB8AC3E}">
        <p14:creationId xmlns:p14="http://schemas.microsoft.com/office/powerpoint/2010/main" val="7278045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Catalog vs Foundry Resource</a:t>
            </a:r>
          </a:p>
        </p:txBody>
      </p:sp>
      <p:sp>
        <p:nvSpPr>
          <p:cNvPr id="3" name="Content Placeholder 2"/>
          <p:cNvSpPr>
            <a:spLocks noGrp="1"/>
          </p:cNvSpPr>
          <p:nvPr>
            <p:ph sz="quarter" idx="10"/>
          </p:nvPr>
        </p:nvSpPr>
        <p:spPr>
          <a:xfrm>
            <a:off x="584200" y="1435100"/>
            <a:ext cx="11018838" cy="1541961"/>
          </a:xfrm>
        </p:spPr>
        <p:txBody>
          <a:bodyPr wrap="square"/>
          <a:lstStyle/>
          <a:p>
            <a:r>
              <a:rPr dirty="0"/>
              <a:t>Model Catalog</a:t>
            </a:r>
            <a:r>
              <a:rPr lang="en-US" dirty="0"/>
              <a:t>:</a:t>
            </a:r>
            <a:r>
              <a:rPr dirty="0"/>
              <a:t> flexible, per-invocation usage</a:t>
            </a:r>
          </a:p>
          <a:p>
            <a:r>
              <a:rPr lang="en-US" dirty="0"/>
              <a:t>Foundry</a:t>
            </a:r>
            <a:r>
              <a:rPr dirty="0"/>
              <a:t> resource</a:t>
            </a:r>
            <a:r>
              <a:rPr lang="en-US" dirty="0"/>
              <a:t>:</a:t>
            </a:r>
            <a:r>
              <a:rPr dirty="0"/>
              <a:t> controlled, dedicated capacity</a:t>
            </a:r>
          </a:p>
          <a:p>
            <a:r>
              <a:rPr dirty="0"/>
              <a:t>Prefer Managed Identity over API keys for production access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216" y="2300715"/>
            <a:ext cx="9144000" cy="1231106"/>
          </a:xfrm>
        </p:spPr>
        <p:txBody>
          <a:bodyPr/>
          <a:lstStyle/>
          <a:p>
            <a:r>
              <a:t>End to End App: Conversational History / Agent Memory</a:t>
            </a:r>
          </a:p>
        </p:txBody>
      </p:sp>
      <p:sp>
        <p:nvSpPr>
          <p:cNvPr id="3" name="Text Placeholder 2"/>
          <p:cNvSpPr>
            <a:spLocks noGrp="1"/>
          </p:cNvSpPr>
          <p:nvPr>
            <p:ph type="body" sz="quarter" idx="12"/>
          </p:nvPr>
        </p:nvSpPr>
        <p:spPr/>
        <p:txBody>
          <a:bodyPr/>
          <a:lstStyle/>
          <a:p>
            <a:r>
              <a:t>4A • 60 min</a:t>
            </a:r>
          </a:p>
        </p:txBody>
      </p:sp>
    </p:spTree>
    <p:extLst>
      <p:ext uri="{BB962C8B-B14F-4D97-AF65-F5344CB8AC3E}">
        <p14:creationId xmlns:p14="http://schemas.microsoft.com/office/powerpoint/2010/main" val="24109963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Unify Data Estate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Microsoft Fabric Overview</a:t>
            </a:r>
          </a:p>
        </p:txBody>
      </p:sp>
      <p:sp>
        <p:nvSpPr>
          <p:cNvPr id="3" name="Text Placeholder 2"/>
          <p:cNvSpPr>
            <a:spLocks noGrp="1"/>
          </p:cNvSpPr>
          <p:nvPr>
            <p:ph type="body" sz="quarter" idx="12"/>
          </p:nvPr>
        </p:nvSpPr>
        <p:spPr/>
        <p:txBody>
          <a:bodyPr/>
          <a:lstStyle/>
          <a:p>
            <a:r>
              <a:t>Unified analytics powered by Cosmos DB Mirror</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Fabric at a Glance</a:t>
            </a:r>
          </a:p>
        </p:txBody>
      </p:sp>
      <p:sp>
        <p:nvSpPr>
          <p:cNvPr id="3" name="Content Placeholder 2"/>
          <p:cNvSpPr>
            <a:spLocks noGrp="1"/>
          </p:cNvSpPr>
          <p:nvPr>
            <p:ph sz="quarter" idx="10"/>
          </p:nvPr>
        </p:nvSpPr>
        <p:spPr>
          <a:xfrm>
            <a:off x="584200" y="1435100"/>
            <a:ext cx="11018838" cy="1972848"/>
          </a:xfrm>
        </p:spPr>
        <p:txBody>
          <a:bodyPr wrap="square"/>
          <a:lstStyle/>
          <a:p>
            <a:r>
              <a:t>Unified SaaS analytics platform covering 10 workloads</a:t>
            </a:r>
          </a:p>
          <a:p>
            <a:r>
              <a:t>Cosmos DB Mirror connects operational data to analytics with no ETL</a:t>
            </a:r>
            <a:r>
              <a:rPr lang="en-US"/>
              <a:t> or RU impact</a:t>
            </a:r>
            <a:endParaRPr/>
          </a:p>
          <a:p>
            <a:r>
              <a:t>All workloads share </a:t>
            </a:r>
            <a:r>
              <a:rPr err="1"/>
              <a:t>OneLake</a:t>
            </a:r>
            <a:r>
              <a:t> as the underlying data foundation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OneLake and Storage</a:t>
            </a:r>
          </a:p>
        </p:txBody>
      </p:sp>
      <p:sp>
        <p:nvSpPr>
          <p:cNvPr id="3" name="Content Placeholder 2"/>
          <p:cNvSpPr>
            <a:spLocks noGrp="1"/>
          </p:cNvSpPr>
          <p:nvPr>
            <p:ph sz="quarter" idx="10"/>
          </p:nvPr>
        </p:nvSpPr>
        <p:spPr>
          <a:xfrm>
            <a:off x="584200" y="1435100"/>
            <a:ext cx="11018838" cy="1825115"/>
          </a:xfrm>
        </p:spPr>
        <p:txBody>
          <a:bodyPr wrap="square"/>
          <a:lstStyle/>
          <a:p>
            <a:r>
              <a:rPr err="1"/>
              <a:t>OneLake</a:t>
            </a:r>
            <a:r>
              <a:t> </a:t>
            </a:r>
            <a:r>
              <a:rPr lang="en-US"/>
              <a:t>is a</a:t>
            </a:r>
            <a:r>
              <a:t> tenant-wide logical data lake on ADLS Gen2</a:t>
            </a:r>
          </a:p>
          <a:p>
            <a:pPr lvl="1"/>
            <a:r>
              <a:rPr err="1"/>
              <a:t>OneLake</a:t>
            </a:r>
            <a:r>
              <a:t> Catalog for discovery, governance, Purview integration</a:t>
            </a:r>
          </a:p>
          <a:p>
            <a:r>
              <a:rPr err="1"/>
              <a:t>OneLake</a:t>
            </a:r>
            <a:r>
              <a:t> shortcuts</a:t>
            </a:r>
            <a:r>
              <a:rPr lang="en-US"/>
              <a:t> enable </a:t>
            </a:r>
            <a:r>
              <a:t>zero-copy access to external and cross-tenant data</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Lakehouse and Warehouse</a:t>
            </a:r>
          </a:p>
        </p:txBody>
      </p:sp>
      <p:sp>
        <p:nvSpPr>
          <p:cNvPr id="3" name="Content Placeholder 2"/>
          <p:cNvSpPr>
            <a:spLocks noGrp="1"/>
          </p:cNvSpPr>
          <p:nvPr>
            <p:ph sz="quarter" idx="10"/>
          </p:nvPr>
        </p:nvSpPr>
        <p:spPr>
          <a:xfrm>
            <a:off x="584200" y="1435100"/>
            <a:ext cx="11018838" cy="4396588"/>
          </a:xfrm>
        </p:spPr>
        <p:txBody>
          <a:bodyPr wrap="square"/>
          <a:lstStyle/>
          <a:p>
            <a:r>
              <a:t>Lakehouse</a:t>
            </a:r>
            <a:endParaRPr lang="en-US"/>
          </a:p>
          <a:p>
            <a:pPr lvl="1"/>
            <a:r>
              <a:t>Spark-based</a:t>
            </a:r>
            <a:endParaRPr lang="en-US"/>
          </a:p>
          <a:p>
            <a:pPr lvl="1"/>
            <a:r>
              <a:rPr lang="en-US"/>
              <a:t>S</a:t>
            </a:r>
            <a:r>
              <a:t>tructured + unstructured data</a:t>
            </a:r>
          </a:p>
          <a:p>
            <a:r>
              <a:t>Warehouse</a:t>
            </a:r>
            <a:endParaRPr lang="en-US"/>
          </a:p>
          <a:p>
            <a:pPr lvl="1"/>
            <a:r>
              <a:t>T-SQL-based</a:t>
            </a:r>
            <a:endParaRPr lang="en-US"/>
          </a:p>
          <a:p>
            <a:pPr lvl="1"/>
            <a:r>
              <a:t>BI dimensional modeling</a:t>
            </a:r>
          </a:p>
          <a:p>
            <a:r>
              <a:t>Lakehouse compute engines:</a:t>
            </a:r>
          </a:p>
          <a:p>
            <a:pPr lvl="1"/>
            <a:r>
              <a:t>SQL analytics endpoint</a:t>
            </a:r>
          </a:p>
          <a:p>
            <a:pPr lvl="1"/>
            <a:r>
              <a:t>Notebooks (Spark</a:t>
            </a:r>
            <a:r>
              <a:rPr lang="en-US"/>
              <a:t> or SQL</a:t>
            </a:r>
            <a:r>
              <a:t>)</a:t>
            </a:r>
          </a:p>
          <a:p>
            <a:pPr lvl="1"/>
            <a:r>
              <a:rPr err="1"/>
              <a:t>Eventhouse</a:t>
            </a:r>
            <a:r>
              <a:t> (KQL)</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Real-Time Hub and Cosmos DB Mirror</a:t>
            </a:r>
          </a:p>
        </p:txBody>
      </p:sp>
      <p:sp>
        <p:nvSpPr>
          <p:cNvPr id="3" name="Content Placeholder 2"/>
          <p:cNvSpPr>
            <a:spLocks noGrp="1"/>
          </p:cNvSpPr>
          <p:nvPr>
            <p:ph sz="quarter" idx="10"/>
          </p:nvPr>
        </p:nvSpPr>
        <p:spPr>
          <a:xfrm>
            <a:off x="584200" y="1435100"/>
            <a:ext cx="11018838" cy="2640723"/>
          </a:xfrm>
        </p:spPr>
        <p:txBody>
          <a:bodyPr vert="horz" wrap="square" lIns="0" tIns="0" rIns="0" bIns="0" rtlCol="0" anchor="t">
            <a:spAutoFit/>
          </a:bodyPr>
          <a:lstStyle/>
          <a:p>
            <a:r>
              <a:rPr dirty="0"/>
              <a:t>Real-Time hub </a:t>
            </a:r>
            <a:r>
              <a:rPr lang="en-US" dirty="0"/>
              <a:t>for </a:t>
            </a:r>
            <a:r>
              <a:rPr dirty="0"/>
              <a:t>data-in-motion sources</a:t>
            </a:r>
          </a:p>
          <a:p>
            <a:pPr lvl="1"/>
            <a:r>
              <a:rPr dirty="0"/>
              <a:t>Streams, KQL databases</a:t>
            </a:r>
          </a:p>
          <a:p>
            <a:r>
              <a:rPr dirty="0">
                <a:cs typeface="Segoe UI"/>
              </a:rPr>
              <a:t>Cosmos DB Mirror syncs Cosmos DB data to </a:t>
            </a:r>
            <a:r>
              <a:rPr dirty="0" err="1">
                <a:cs typeface="Segoe UI"/>
              </a:rPr>
              <a:t>OneLake</a:t>
            </a:r>
            <a:r>
              <a:rPr dirty="0">
                <a:cs typeface="Segoe UI"/>
              </a:rPr>
              <a:t> in near real-time</a:t>
            </a:r>
          </a:p>
          <a:p>
            <a:pPr lvl="1"/>
            <a:r>
              <a:rPr dirty="0"/>
              <a:t>HTAP (Hybrid Transactional / Analytical Processing) analytics</a:t>
            </a:r>
          </a:p>
          <a:p>
            <a:pPr lvl="1"/>
            <a:r>
              <a:rPr dirty="0"/>
              <a:t>No ETL pipeline and no RU impact on the live workload</a:t>
            </a:r>
          </a:p>
        </p:txBody>
      </p:sp>
    </p:spTree>
  </p:cSld>
  <p:clrMapOvr>
    <a:masterClrMapping/>
  </p:clrMapOvr>
  <p:extLst>
    <p:ext uri="{6950BFC3-D8DA-4A85-94F7-54DA5524770B}">
      <p188:commentRel xmlns:p188="http://schemas.microsoft.com/office/powerpoint/2018/8/main" r:id="rId2"/>
    </p:ext>
  </p:extLs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216" y="2300715"/>
            <a:ext cx="9144000" cy="1231106"/>
          </a:xfrm>
        </p:spPr>
        <p:txBody>
          <a:bodyPr/>
          <a:lstStyle/>
          <a:p>
            <a:r>
              <a:t>End to End App: Analyzing History Using Fabric Mirror</a:t>
            </a:r>
          </a:p>
        </p:txBody>
      </p:sp>
      <p:sp>
        <p:nvSpPr>
          <p:cNvPr id="3" name="Text Placeholder 2"/>
          <p:cNvSpPr>
            <a:spLocks noGrp="1"/>
          </p:cNvSpPr>
          <p:nvPr>
            <p:ph type="body" sz="quarter" idx="12"/>
          </p:nvPr>
        </p:nvSpPr>
        <p:spPr/>
        <p:txBody>
          <a:bodyPr/>
          <a:lstStyle/>
          <a:p>
            <a:r>
              <a:t>4B • 40 min</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Text Placeholder 2"/>
          <p:cNvSpPr>
            <a:spLocks noGrp="1"/>
          </p:cNvSpPr>
          <p:nvPr>
            <p:ph type="body" sz="quarter" idx="12"/>
          </p:nvPr>
        </p:nvSpPr>
        <p:spPr/>
        <p:txBody>
          <a:bodyPr/>
          <a:lstStyle/>
          <a:p>
            <a:r>
              <a:t>Azure Cosmos DB Workshop</a:t>
            </a:r>
          </a:p>
        </p:txBody>
      </p:sp>
      <p:sp>
        <p:nvSpPr>
          <p:cNvPr id="4" name="Text Placeholder 3"/>
          <p:cNvSpPr>
            <a:spLocks noGrp="1"/>
          </p:cNvSpPr>
          <p:nvPr>
            <p:ph type="body" sz="quarter" idx="13"/>
          </p:nvPr>
        </p:nvSpPr>
        <p:spPr/>
        <p:txBody>
          <a:bodyPr/>
          <a:lstStyle/>
          <a:p>
            <a:endParaRPr/>
          </a:p>
        </p:txBody>
      </p:sp>
    </p:spTree>
  </p:cSld>
  <p:clrMapOvr>
    <a:masterClrMapping/>
  </p:clrMapOvr>
</p:sld>
</file>

<file path=ppt/theme/theme1.xml><?xml version="1.0" encoding="utf-8"?>
<a:theme xmlns:a="http://schemas.openxmlformats.org/drawingml/2006/main" name="Azure 2023 Templat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80D97F47-7884-42BC-B4FC-BBAD33271EFB}" vid="{62F52094-15A3-485A-94EC-3772E53E1F6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A93431BE96EF4A82425242DBFD3373" ma:contentTypeVersion="8" ma:contentTypeDescription="Create a new document." ma:contentTypeScope="" ma:versionID="a4a683046e89707e250189e7ec48719d">
  <xsd:schema xmlns:xsd="http://www.w3.org/2001/XMLSchema" xmlns:xs="http://www.w3.org/2001/XMLSchema" xmlns:p="http://schemas.microsoft.com/office/2006/metadata/properties" xmlns:ns2="3ef2caf4-e241-49c3-9dec-9af07833df97" targetNamespace="http://schemas.microsoft.com/office/2006/metadata/properties" ma:root="true" ma:fieldsID="b22a6dc1ec5ed28785c436e25bfea304" ns2:_="">
    <xsd:import namespace="3ef2caf4-e241-49c3-9dec-9af07833df9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f2caf4-e241-49c3-9dec-9af07833df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65271F8-62F6-45BE-BFF7-05F1D84018E4}">
  <ds:schemaRefs>
    <ds:schemaRef ds:uri="3ef2caf4-e241-49c3-9dec-9af07833df9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19DA309-EA74-4819-BFF6-A9BAF882F908}">
  <ds:schemaRefs>
    <ds:schemaRef ds:uri="http://schemas.microsoft.com/sharepoint/v3/contenttype/forms"/>
  </ds:schemaRefs>
</ds:datastoreItem>
</file>

<file path=customXml/itemProps3.xml><?xml version="1.0" encoding="utf-8"?>
<ds:datastoreItem xmlns:ds="http://schemas.openxmlformats.org/officeDocument/2006/customXml" ds:itemID="{F990F116-B58F-4255-B05B-DA3808E0E5C6}">
  <ds:schemaRefs>
    <ds:schemaRef ds:uri="3ef2caf4-e241-49c3-9dec-9af07833df97"/>
    <ds:schemaRef ds:uri="http://schemas.microsoft.com/office/2006/metadata/properties"/>
    <ds:schemaRef ds:uri="http://www.w3.org/XML/1998/namespace"/>
    <ds:schemaRef ds:uri="http://purl.org/dc/elements/1.1/"/>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http://purl.org/dc/dcmitype/"/>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Microsoft-Azure-PowerPoint-Template-040925</Template>
  <TotalTime>581</TotalTime>
  <Words>3083</Words>
  <Application>Microsoft Office PowerPoint</Application>
  <PresentationFormat>Widescreen</PresentationFormat>
  <Paragraphs>506</Paragraphs>
  <Slides>70</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70</vt:i4>
      </vt:variant>
    </vt:vector>
  </HeadingPairs>
  <TitlesOfParts>
    <vt:vector size="77" baseType="lpstr">
      <vt:lpstr>Segoe Sans Text Semibold</vt:lpstr>
      <vt:lpstr>Segoe UI</vt:lpstr>
      <vt:lpstr>Wingdings</vt:lpstr>
      <vt:lpstr>Segoe Sans Text</vt:lpstr>
      <vt:lpstr>Arial</vt:lpstr>
      <vt:lpstr>Consolas</vt:lpstr>
      <vt:lpstr>Azure 2023 Template</vt:lpstr>
      <vt:lpstr>Azure Cosmos DB Workshop</vt:lpstr>
      <vt:lpstr>Azure Cosmos DB Fundamentals</vt:lpstr>
      <vt:lpstr>Resource Model</vt:lpstr>
      <vt:lpstr>What is Cosmos DB?</vt:lpstr>
      <vt:lpstr>Cosmos DB Resource Hierarchy</vt:lpstr>
      <vt:lpstr>Account</vt:lpstr>
      <vt:lpstr>Database</vt:lpstr>
      <vt:lpstr>Container</vt:lpstr>
      <vt:lpstr>Item</vt:lpstr>
      <vt:lpstr>NoSQL API</vt:lpstr>
      <vt:lpstr>Lab: SDK Basics</vt:lpstr>
      <vt:lpstr>Cosmos Database Design Concepts</vt:lpstr>
      <vt:lpstr>Request Units (RU)</vt:lpstr>
      <vt:lpstr>Throughput Models</vt:lpstr>
      <vt:lpstr>Where Throughput Lives</vt:lpstr>
      <vt:lpstr>Indexing</vt:lpstr>
      <vt:lpstr>Lab: Querying / Indexing</vt:lpstr>
      <vt:lpstr>Data Modeling</vt:lpstr>
      <vt:lpstr>Relational Tables vs NoSQL Documents</vt:lpstr>
      <vt:lpstr>Embedded and Reference Models</vt:lpstr>
      <vt:lpstr>Embedded Model Example</vt:lpstr>
      <vt:lpstr>Embedded Model Example</vt:lpstr>
      <vt:lpstr>Reference Model Example</vt:lpstr>
      <vt:lpstr>Reference Model Example</vt:lpstr>
      <vt:lpstr>Reference Model Example</vt:lpstr>
      <vt:lpstr>Combining Embedded and Reference Models</vt:lpstr>
      <vt:lpstr>Data Partitioning</vt:lpstr>
      <vt:lpstr>Partition Key Selection</vt:lpstr>
      <vt:lpstr>Hot Partitions</vt:lpstr>
      <vt:lpstr>Lab: Data Modeling / Partition Keys</vt:lpstr>
      <vt:lpstr>Replication and Security</vt:lpstr>
      <vt:lpstr>Multi-Region Replication</vt:lpstr>
      <vt:lpstr>Consistency Levels</vt:lpstr>
      <vt:lpstr>Azure RBAC for Cosmos DB</vt:lpstr>
      <vt:lpstr>Control Plane RBAC</vt:lpstr>
      <vt:lpstr>Data Plane RBAC</vt:lpstr>
      <vt:lpstr>Assign Data Plane Access</vt:lpstr>
      <vt:lpstr>Authentication Guidelines</vt:lpstr>
      <vt:lpstr>Monitoring and Troubleshooting</vt:lpstr>
      <vt:lpstr>Common Errors - 429: Too Many Requests</vt:lpstr>
      <vt:lpstr>Common Errors - 404: Not found</vt:lpstr>
      <vt:lpstr>Common Errors - 409: Conflict</vt:lpstr>
      <vt:lpstr>Common Errors - 412: Precondition failure</vt:lpstr>
      <vt:lpstr>Platform Metrics with Azure Monitor</vt:lpstr>
      <vt:lpstr>Client-Side Signals and Tools</vt:lpstr>
      <vt:lpstr>Microsoft Foundry Fundamentals</vt:lpstr>
      <vt:lpstr>Foundry + Cosmos DB for Agents and RAG</vt:lpstr>
      <vt:lpstr>Microsoft Foundry at a Glance</vt:lpstr>
      <vt:lpstr>Foundry Agent Service Setup Modes</vt:lpstr>
      <vt:lpstr>BYO Thread Storage with Cosmos DB</vt:lpstr>
      <vt:lpstr>Lab: Chat Completions and Embeddings</vt:lpstr>
      <vt:lpstr>Lab: Vector Search</vt:lpstr>
      <vt:lpstr>Retrieval-Augmented Generation (RAG)</vt:lpstr>
      <vt:lpstr>Security and Governance for Agents</vt:lpstr>
      <vt:lpstr>Observability and Guardrails</vt:lpstr>
      <vt:lpstr>Models and Pricing</vt:lpstr>
      <vt:lpstr>Lab: Retrieval-Augmented Generation (RAG) Pipeline</vt:lpstr>
      <vt:lpstr>Lab: Evaluation of RAG Outputs</vt:lpstr>
      <vt:lpstr>Model Catalog</vt:lpstr>
      <vt:lpstr>Model Categories and Families</vt:lpstr>
      <vt:lpstr>Catalog vs Foundry Resource</vt:lpstr>
      <vt:lpstr>End to End App: Conversational History / Agent Memory</vt:lpstr>
      <vt:lpstr>Unify Data Estate</vt:lpstr>
      <vt:lpstr>Microsoft Fabric Overview</vt:lpstr>
      <vt:lpstr>Fabric at a Glance</vt:lpstr>
      <vt:lpstr>OneLake and Storage</vt:lpstr>
      <vt:lpstr>Lakehouse and Warehouse</vt:lpstr>
      <vt:lpstr>Real-Time Hub and Cosmos DB Mirror</vt:lpstr>
      <vt:lpstr>End to End App: Analyzing History Using Fabric Mirror</vt:lpstr>
      <vt:lpstr>Thank you</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&lt;Event name&gt;</dc:subject>
  <dc:creator>Chandima Kodituwakku</dc:creator>
  <cp:keywords/>
  <dc:description/>
  <cp:lastModifiedBy>John M Bowen</cp:lastModifiedBy>
  <cp:revision>40</cp:revision>
  <cp:lastPrinted>2023-02-15T20:48:24Z</cp:lastPrinted>
  <dcterms:created xsi:type="dcterms:W3CDTF">2025-04-18T22:36:49Z</dcterms:created>
  <dcterms:modified xsi:type="dcterms:W3CDTF">2026-06-29T21:59:47Z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0x01010082A93431BE96EF4A82425242DBFD3373</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SetDate">
    <vt:lpwstr>2017-08-29T14:27:20.8568347-07:00</vt:lpwstr>
  </property>
  <property fmtid="{D5CDD505-2E9C-101B-9397-08002B2CF9AE}" pid="15" name="MSIP_Label_f42aa342-8706-4288-bd11-ebb85995028c_Name">
    <vt:lpwstr>General</vt:lpwstr>
  </property>
  <property fmtid="{D5CDD505-2E9C-101B-9397-08002B2CF9AE}" pid="16" name="MSIP_Label_f42aa342-8706-4288-bd11-ebb85995028c_Extended_MSFT_Method">
    <vt:lpwstr>Automatic</vt:lpwstr>
  </property>
  <property fmtid="{D5CDD505-2E9C-101B-9397-08002B2CF9AE}" pid="17" name="Sensitivity">
    <vt:lpwstr>General</vt:lpwstr>
  </property>
  <property fmtid="{D5CDD505-2E9C-101B-9397-08002B2CF9AE}" pid="18" name="MediaServiceImageTags">
    <vt:lpwstr/>
  </property>
  <property fmtid="{D5CDD505-2E9C-101B-9397-08002B2CF9AE}" pid="19" name="TaxKeyword">
    <vt:lpwstr/>
  </property>
</Properties>
</file>